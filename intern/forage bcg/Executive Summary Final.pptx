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9" d="100"/>
          <a:sy n="39" d="100"/>
        </p:scale>
        <p:origin x="60" y="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BBDDE-C45F-4F2F-8CB1-3BFFC3D52745}" type="datetimeFigureOut">
              <a:rPr lang="en-IN" smtClean="0"/>
              <a:t>03-05-2024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15C22-FE6D-4196-85AA-9E12DDB59B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05210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BBDDE-C45F-4F2F-8CB1-3BFFC3D52745}" type="datetimeFigureOut">
              <a:rPr lang="en-IN" smtClean="0"/>
              <a:t>03-05-2024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15C22-FE6D-4196-85AA-9E12DDB59B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36301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BBDDE-C45F-4F2F-8CB1-3BFFC3D52745}" type="datetimeFigureOut">
              <a:rPr lang="en-IN" smtClean="0"/>
              <a:t>03-05-2024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15C22-FE6D-4196-85AA-9E12DDB59B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61577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BBDDE-C45F-4F2F-8CB1-3BFFC3D52745}" type="datetimeFigureOut">
              <a:rPr lang="en-IN" smtClean="0"/>
              <a:t>03-05-2024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15C22-FE6D-4196-85AA-9E12DDB59B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38364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BBDDE-C45F-4F2F-8CB1-3BFFC3D52745}" type="datetimeFigureOut">
              <a:rPr lang="en-IN" smtClean="0"/>
              <a:t>03-05-2024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15C22-FE6D-4196-85AA-9E12DDB59B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3328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BBDDE-C45F-4F2F-8CB1-3BFFC3D52745}" type="datetimeFigureOut">
              <a:rPr lang="en-IN" smtClean="0"/>
              <a:t>03-05-2024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15C22-FE6D-4196-85AA-9E12DDB59B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6064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BBDDE-C45F-4F2F-8CB1-3BFFC3D52745}" type="datetimeFigureOut">
              <a:rPr lang="en-IN" smtClean="0"/>
              <a:t>03-05-2024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15C22-FE6D-4196-85AA-9E12DDB59B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46282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BBDDE-C45F-4F2F-8CB1-3BFFC3D52745}" type="datetimeFigureOut">
              <a:rPr lang="en-IN" smtClean="0"/>
              <a:t>03-05-2024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15C22-FE6D-4196-85AA-9E12DDB59B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75155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BBDDE-C45F-4F2F-8CB1-3BFFC3D52745}" type="datetimeFigureOut">
              <a:rPr lang="en-IN" smtClean="0"/>
              <a:t>03-05-2024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15C22-FE6D-4196-85AA-9E12DDB59B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74269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BBDDE-C45F-4F2F-8CB1-3BFFC3D52745}" type="datetimeFigureOut">
              <a:rPr lang="en-IN" smtClean="0"/>
              <a:t>03-05-2024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15C22-FE6D-4196-85AA-9E12DDB59B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0974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BBDDE-C45F-4F2F-8CB1-3BFFC3D52745}" type="datetimeFigureOut">
              <a:rPr lang="en-IN" smtClean="0"/>
              <a:t>03-05-2024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15C22-FE6D-4196-85AA-9E12DDB59B85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113248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BBDDE-C45F-4F2F-8CB1-3BFFC3D52745}" type="datetimeFigureOut">
              <a:rPr lang="en-IN" smtClean="0"/>
              <a:t>03-05-2024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15C22-FE6D-4196-85AA-9E12DDB59B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90686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BBDDE-C45F-4F2F-8CB1-3BFFC3D52745}" type="datetimeFigureOut">
              <a:rPr lang="en-IN" smtClean="0"/>
              <a:t>03-05-2024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15C22-FE6D-4196-85AA-9E12DDB59B85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055687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BBDDE-C45F-4F2F-8CB1-3BFFC3D52745}" type="datetimeFigureOut">
              <a:rPr lang="en-IN" smtClean="0"/>
              <a:t>03-05-2024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15C22-FE6D-4196-85AA-9E12DDB59B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9793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BBDDE-C45F-4F2F-8CB1-3BFFC3D52745}" type="datetimeFigureOut">
              <a:rPr lang="en-IN" smtClean="0"/>
              <a:t>03-05-2024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15C22-FE6D-4196-85AA-9E12DDB59B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01866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BBDDE-C45F-4F2F-8CB1-3BFFC3D52745}" type="datetimeFigureOut">
              <a:rPr lang="en-IN" smtClean="0"/>
              <a:t>03-05-2024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15C22-FE6D-4196-85AA-9E12DDB59B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79172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6BBDDE-C45F-4F2F-8CB1-3BFFC3D52745}" type="datetimeFigureOut">
              <a:rPr lang="en-IN" smtClean="0"/>
              <a:t>03-05-2024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1AE15C22-FE6D-4196-85AA-9E12DDB59B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78117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BEFD0-8B6A-95B4-7CBD-AB46A7AF8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0105" y="1699989"/>
            <a:ext cx="3138110" cy="1179282"/>
          </a:xfrm>
        </p:spPr>
        <p:txBody>
          <a:bodyPr>
            <a:noAutofit/>
          </a:bodyPr>
          <a:lstStyle/>
          <a:p>
            <a:r>
              <a:rPr lang="en-IN" sz="4400" dirty="0"/>
              <a:t>EXECUTIVE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1360B4-72E0-745F-8583-7A5060953C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0690" y="1091293"/>
            <a:ext cx="4612139" cy="467541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/>
              <a:t>Churn rate:</a:t>
            </a:r>
          </a:p>
          <a:p>
            <a:r>
              <a:rPr lang="en-US" dirty="0"/>
              <a:t>9.7% among 14,606 SME customers in Power Co.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Primary churn driver:</a:t>
            </a:r>
          </a:p>
          <a:p>
            <a:r>
              <a:rPr lang="en-US" dirty="0"/>
              <a:t>Not customer price sensitivity, but yearly and forecasted consumption, and net margin.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Solution: </a:t>
            </a:r>
          </a:p>
          <a:p>
            <a:r>
              <a:rPr lang="en-US" dirty="0"/>
              <a:t>Implement targeted discounts for high-value customers with high churn probability.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76499184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</TotalTime>
  <Words>47</Words>
  <Application>Microsoft Office PowerPoint</Application>
  <PresentationFormat>Widescreen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Trebuchet MS</vt:lpstr>
      <vt:lpstr>Wingdings 3</vt:lpstr>
      <vt:lpstr>Facet</vt:lpstr>
      <vt:lpstr>EXECUTIVE 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EXECUTIVE SUMMARY</dc:title>
  <dc:creator>Varshini A</dc:creator>
  <cp:lastModifiedBy>Varshini A</cp:lastModifiedBy>
  <cp:revision>2</cp:revision>
  <dcterms:created xsi:type="dcterms:W3CDTF">2024-05-03T17:39:36Z</dcterms:created>
  <dcterms:modified xsi:type="dcterms:W3CDTF">2024-05-03T17:48:28Z</dcterms:modified>
</cp:coreProperties>
</file>