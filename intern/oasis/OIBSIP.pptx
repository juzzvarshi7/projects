
<file path=[Content_Types].xml><?xml version="1.0" encoding="utf-8"?>
<Types xmlns="http://schemas.openxmlformats.org/package/2006/content-types">
  <Default ContentType="application/x-fontdata" Extension="fntdata"/>
  <Default ContentType="image/gif" Extension="gif"/>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presentationml.slide+xml" PartName="/ppt/slides/slide66.xml"/>
  <Override ContentType="application/vnd.openxmlformats-officedocument.presentationml.slide+xml" PartName="/ppt/slides/slide67.xml"/>
  <Override ContentType="application/vnd.openxmlformats-officedocument.presentationml.slide+xml" PartName="/ppt/slides/slide68.xml"/>
  <Override ContentType="application/vnd.openxmlformats-officedocument.presentationml.slide+xml" PartName="/ppt/slides/slide69.xml"/>
  <Override ContentType="application/vnd.openxmlformats-officedocument.presentationml.slide+xml" PartName="/ppt/slides/slide70.xml"/>
  <Override ContentType="application/vnd.openxmlformats-officedocument.presentationml.slide+xml" PartName="/ppt/slides/slide71.xml"/>
  <Override ContentType="application/vnd.openxmlformats-officedocument.presentationml.slide+xml" PartName="/ppt/slides/slide72.xml"/>
  <Override ContentType="application/vnd.openxmlformats-officedocument.presentationml.slide+xml" PartName="/ppt/slides/slide73.xml"/>
  <Override ContentType="application/vnd.openxmlformats-officedocument.presentationml.slide+xml" PartName="/ppt/slides/slide7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Lst>
  <p:sldSz cx="18288000" cy="10287000"/>
  <p:notesSz cx="6858000" cy="9144000"/>
  <p:embeddedFontLst>
    <p:embeddedFont>
      <p:font typeface="Glacial Indifference Bold" charset="1" panose="00000800000000000000"/>
      <p:regular r:id="rId80"/>
    </p:embeddedFont>
    <p:embeddedFont>
      <p:font typeface="Canva Sans" charset="1" panose="020B0503030501040103"/>
      <p:regular r:id="rId81"/>
    </p:embeddedFont>
    <p:embeddedFont>
      <p:font typeface="Disket Mono" charset="1" panose="020B0509050000020004"/>
      <p:regular r:id="rId82"/>
    </p:embeddedFont>
    <p:embeddedFont>
      <p:font typeface="Arcade Gamer" charset="1" panose="00000000000000000000"/>
      <p:regular r:id="rId83"/>
    </p:embeddedFont>
    <p:embeddedFont>
      <p:font typeface="DM Sans" charset="1" panose="00000000000000000000"/>
      <p:regular r:id="rId84"/>
    </p:embeddedFont>
    <p:embeddedFont>
      <p:font typeface="DM Sans Bold" charset="1" panose="00000000000000000000"/>
      <p:regular r:id="rId85"/>
    </p:embeddedFont>
    <p:embeddedFont>
      <p:font typeface="Radley" charset="1" panose="00000500000000000000"/>
      <p:regular r:id="rId86"/>
    </p:embeddedFont>
    <p:embeddedFont>
      <p:font typeface="Raleway" charset="1" panose="020B0503030101060003"/>
      <p:regular r:id="rId87"/>
    </p:embeddedFont>
    <p:embeddedFont>
      <p:font typeface="Raleway Bold" charset="1" panose="020B0803030101060003"/>
      <p:regular r:id="rId88"/>
    </p:embeddedFont>
    <p:embeddedFont>
      <p:font typeface="Prata" charset="1" panose="00000500000000000000"/>
      <p:regular r:id="rId89"/>
    </p:embeddedFont>
    <p:embeddedFont>
      <p:font typeface="Radley Italics" charset="1" panose="00000500000000000000"/>
      <p:regular r:id="rId90"/>
    </p:embeddedFont>
    <p:embeddedFont>
      <p:font typeface="Sunday" charset="1" panose="00000500000000000000"/>
      <p:regular r:id="rId91"/>
    </p:embeddedFont>
    <p:embeddedFont>
      <p:font typeface="Rosario" charset="1" panose="02000503040000020003"/>
      <p:regular r:id="rId92"/>
    </p:embeddedFont>
    <p:embeddedFont>
      <p:font typeface="The Seasons Bold" charset="1" panose="00000000000000000000"/>
      <p:regular r:id="rId93"/>
    </p:embeddedFont>
    <p:embeddedFont>
      <p:font typeface="Body Grotesque" charset="1" panose="02000503040000020004"/>
      <p:regular r:id="rId94"/>
    </p:embeddedFont>
    <p:embeddedFont>
      <p:font typeface="Body Grotesque Bold" charset="1" panose="02000503040000020004"/>
      <p:regular r:id="rId95"/>
    </p:embeddedFont>
    <p:embeddedFont>
      <p:font typeface="TAN Mon Cheri" charset="1" panose="00000000000000000000"/>
      <p:regular r:id="rId96"/>
    </p:embeddedFont>
    <p:embeddedFont>
      <p:font typeface="Garet 1" charset="1" panose="00000000000000000000"/>
      <p:regular r:id="rId97"/>
    </p:embeddedFont>
    <p:embeddedFont>
      <p:font typeface="The Seasons" charset="1" panose="00000000000000000000"/>
      <p:regular r:id="rId98"/>
    </p:embeddedFont>
    <p:embeddedFont>
      <p:font typeface="Garet 1 Bold" charset="1" panose="00000000000000000000"/>
      <p:regular r:id="rId9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slides/slide59.xml" Type="http://schemas.openxmlformats.org/officeDocument/2006/relationships/slide"/><Relationship Id="rId65" Target="slides/slide60.xml" Type="http://schemas.openxmlformats.org/officeDocument/2006/relationships/slide"/><Relationship Id="rId66" Target="slides/slide61.xml" Type="http://schemas.openxmlformats.org/officeDocument/2006/relationships/slide"/><Relationship Id="rId67" Target="slides/slide62.xml" Type="http://schemas.openxmlformats.org/officeDocument/2006/relationships/slide"/><Relationship Id="rId68" Target="slides/slide63.xml" Type="http://schemas.openxmlformats.org/officeDocument/2006/relationships/slide"/><Relationship Id="rId69" Target="slides/slide64.xml" Type="http://schemas.openxmlformats.org/officeDocument/2006/relationships/slide"/><Relationship Id="rId7" Target="slides/slide2.xml" Type="http://schemas.openxmlformats.org/officeDocument/2006/relationships/slide"/><Relationship Id="rId70" Target="slides/slide65.xml" Type="http://schemas.openxmlformats.org/officeDocument/2006/relationships/slide"/><Relationship Id="rId71" Target="slides/slide66.xml" Type="http://schemas.openxmlformats.org/officeDocument/2006/relationships/slide"/><Relationship Id="rId72" Target="slides/slide67.xml" Type="http://schemas.openxmlformats.org/officeDocument/2006/relationships/slide"/><Relationship Id="rId73" Target="slides/slide68.xml" Type="http://schemas.openxmlformats.org/officeDocument/2006/relationships/slide"/><Relationship Id="rId74" Target="slides/slide69.xml" Type="http://schemas.openxmlformats.org/officeDocument/2006/relationships/slide"/><Relationship Id="rId75" Target="slides/slide70.xml" Type="http://schemas.openxmlformats.org/officeDocument/2006/relationships/slide"/><Relationship Id="rId76" Target="slides/slide71.xml" Type="http://schemas.openxmlformats.org/officeDocument/2006/relationships/slide"/><Relationship Id="rId77" Target="slides/slide72.xml" Type="http://schemas.openxmlformats.org/officeDocument/2006/relationships/slide"/><Relationship Id="rId78" Target="slides/slide73.xml" Type="http://schemas.openxmlformats.org/officeDocument/2006/relationships/slide"/><Relationship Id="rId79" Target="slides/slide74.xml" Type="http://schemas.openxmlformats.org/officeDocument/2006/relationships/slide"/><Relationship Id="rId8" Target="slides/slide3.xml" Type="http://schemas.openxmlformats.org/officeDocument/2006/relationships/slide"/><Relationship Id="rId80" Target="fonts/font80.fntdata" Type="http://schemas.openxmlformats.org/officeDocument/2006/relationships/font"/><Relationship Id="rId81" Target="fonts/font81.fntdata" Type="http://schemas.openxmlformats.org/officeDocument/2006/relationships/font"/><Relationship Id="rId82" Target="fonts/font82.fntdata" Type="http://schemas.openxmlformats.org/officeDocument/2006/relationships/font"/><Relationship Id="rId83" Target="fonts/font83.fntdata" Type="http://schemas.openxmlformats.org/officeDocument/2006/relationships/font"/><Relationship Id="rId84" Target="fonts/font84.fntdata" Type="http://schemas.openxmlformats.org/officeDocument/2006/relationships/font"/><Relationship Id="rId85" Target="fonts/font85.fntdata" Type="http://schemas.openxmlformats.org/officeDocument/2006/relationships/font"/><Relationship Id="rId86" Target="fonts/font86.fntdata" Type="http://schemas.openxmlformats.org/officeDocument/2006/relationships/font"/><Relationship Id="rId87" Target="fonts/font87.fntdata" Type="http://schemas.openxmlformats.org/officeDocument/2006/relationships/font"/><Relationship Id="rId88" Target="fonts/font88.fntdata" Type="http://schemas.openxmlformats.org/officeDocument/2006/relationships/font"/><Relationship Id="rId89" Target="fonts/font89.fntdata" Type="http://schemas.openxmlformats.org/officeDocument/2006/relationships/font"/><Relationship Id="rId9" Target="slides/slide4.xml" Type="http://schemas.openxmlformats.org/officeDocument/2006/relationships/slide"/><Relationship Id="rId90" Target="fonts/font90.fntdata" Type="http://schemas.openxmlformats.org/officeDocument/2006/relationships/font"/><Relationship Id="rId91" Target="fonts/font91.fntdata" Type="http://schemas.openxmlformats.org/officeDocument/2006/relationships/font"/><Relationship Id="rId92" Target="fonts/font92.fntdata" Type="http://schemas.openxmlformats.org/officeDocument/2006/relationships/font"/><Relationship Id="rId93" Target="fonts/font93.fntdata" Type="http://schemas.openxmlformats.org/officeDocument/2006/relationships/font"/><Relationship Id="rId94" Target="fonts/font94.fntdata" Type="http://schemas.openxmlformats.org/officeDocument/2006/relationships/font"/><Relationship Id="rId95" Target="fonts/font95.fntdata" Type="http://schemas.openxmlformats.org/officeDocument/2006/relationships/font"/><Relationship Id="rId96" Target="fonts/font96.fntdata" Type="http://schemas.openxmlformats.org/officeDocument/2006/relationships/font"/><Relationship Id="rId97" Target="fonts/font97.fntdata" Type="http://schemas.openxmlformats.org/officeDocument/2006/relationships/font"/><Relationship Id="rId98" Target="fonts/font98.fntdata" Type="http://schemas.openxmlformats.org/officeDocument/2006/relationships/font"/><Relationship Id="rId99" Target="fonts/font9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27.gif" Type="http://schemas.openxmlformats.org/officeDocument/2006/relationships/image"/><Relationship Id="rId2" Target="../media/image17.png" Type="http://schemas.openxmlformats.org/officeDocument/2006/relationships/image"/><Relationship Id="rId3" Target="../media/image18.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23.png" Type="http://schemas.openxmlformats.org/officeDocument/2006/relationships/image"/><Relationship Id="rId9" Target="../media/image24.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svg" Type="http://schemas.openxmlformats.org/officeDocument/2006/relationships/image"/><Relationship Id="rId4" Target="../media/image30.png" Type="http://schemas.openxmlformats.org/officeDocument/2006/relationships/image"/><Relationship Id="rId5" Target="../media/image31.svg" Type="http://schemas.openxmlformats.org/officeDocument/2006/relationships/image"/><Relationship Id="rId6" Target="../media/image32.png" Type="http://schemas.openxmlformats.org/officeDocument/2006/relationships/image"/><Relationship Id="rId7" Target="../media/image33.png" Type="http://schemas.openxmlformats.org/officeDocument/2006/relationships/image"/><Relationship Id="rId8" Target="../media/image34.svg" Type="http://schemas.openxmlformats.org/officeDocument/2006/relationships/image"/><Relationship Id="rId9" Target="../media/image35.gif"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8.png" Type="http://schemas.openxmlformats.org/officeDocument/2006/relationships/image"/><Relationship Id="rId11" Target="../media/image49.svg" Type="http://schemas.openxmlformats.org/officeDocument/2006/relationships/image"/><Relationship Id="rId12" Target="../media/image50.png" Type="http://schemas.openxmlformats.org/officeDocument/2006/relationships/image"/><Relationship Id="rId13" Target="../media/image51.svg" Type="http://schemas.openxmlformats.org/officeDocument/2006/relationships/image"/><Relationship Id="rId14" Target="../media/image19.png" Type="http://schemas.openxmlformats.org/officeDocument/2006/relationships/image"/><Relationship Id="rId15" Target="../media/image20.svg" Type="http://schemas.openxmlformats.org/officeDocument/2006/relationships/image"/><Relationship Id="rId16" Target="../media/image52.png" Type="http://schemas.openxmlformats.org/officeDocument/2006/relationships/image"/><Relationship Id="rId17" Target="../media/image53.svg" Type="http://schemas.openxmlformats.org/officeDocument/2006/relationships/image"/><Relationship Id="rId2" Target="../media/image28.png" Type="http://schemas.openxmlformats.org/officeDocument/2006/relationships/image"/><Relationship Id="rId3" Target="../media/image29.svg" Type="http://schemas.openxmlformats.org/officeDocument/2006/relationships/image"/><Relationship Id="rId4" Target="../media/image42.png" Type="http://schemas.openxmlformats.org/officeDocument/2006/relationships/image"/><Relationship Id="rId5" Target="../media/image43.svg" Type="http://schemas.openxmlformats.org/officeDocument/2006/relationships/image"/><Relationship Id="rId6" Target="../media/image44.png" Type="http://schemas.openxmlformats.org/officeDocument/2006/relationships/image"/><Relationship Id="rId7" Target="../media/image45.svg" Type="http://schemas.openxmlformats.org/officeDocument/2006/relationships/image"/><Relationship Id="rId8" Target="../media/image46.png" Type="http://schemas.openxmlformats.org/officeDocument/2006/relationships/image"/><Relationship Id="rId9" Target="../media/image47.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4.png" Type="http://schemas.openxmlformats.org/officeDocument/2006/relationships/image"/><Relationship Id="rId3" Target="../media/image55.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6.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4.png" Type="http://schemas.openxmlformats.org/officeDocument/2006/relationships/image"/><Relationship Id="rId3" Target="../media/image55.sv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7.png" Type="http://schemas.openxmlformats.org/officeDocument/2006/relationships/image"/><Relationship Id="rId3" Target="../media/image58.sv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7.png" Type="http://schemas.openxmlformats.org/officeDocument/2006/relationships/image"/><Relationship Id="rId3" Target="../media/image58.sv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9.png" Type="http://schemas.openxmlformats.org/officeDocument/2006/relationships/image"/><Relationship Id="rId3" Target="../media/image60.sv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1.png" Type="http://schemas.openxmlformats.org/officeDocument/2006/relationships/image"/><Relationship Id="rId3" Target="../media/image62.svg" Type="http://schemas.openxmlformats.org/officeDocument/2006/relationships/image"/><Relationship Id="rId4" Target="../media/image63.png" Type="http://schemas.openxmlformats.org/officeDocument/2006/relationships/image"/><Relationship Id="rId5" Target="../media/image64.sv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5.png" Type="http://schemas.openxmlformats.org/officeDocument/2006/relationships/image"/><Relationship Id="rId3" Target="../media/image66.sv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7.png" Type="http://schemas.openxmlformats.org/officeDocument/2006/relationships/image"/><Relationship Id="rId3" Target="../media/image68.sv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7.png" Type="http://schemas.openxmlformats.org/officeDocument/2006/relationships/image"/><Relationship Id="rId3" Target="../media/image68.sv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7.png" Type="http://schemas.openxmlformats.org/officeDocument/2006/relationships/image"/><Relationship Id="rId11" Target="../media/image78.svg" Type="http://schemas.openxmlformats.org/officeDocument/2006/relationships/image"/><Relationship Id="rId12" Target="../media/image79.png" Type="http://schemas.openxmlformats.org/officeDocument/2006/relationships/image"/><Relationship Id="rId13" Target="../media/image80.svg" Type="http://schemas.openxmlformats.org/officeDocument/2006/relationships/image"/><Relationship Id="rId14" Target="../media/image81.png" Type="http://schemas.openxmlformats.org/officeDocument/2006/relationships/image"/><Relationship Id="rId15" Target="../media/image82.svg" Type="http://schemas.openxmlformats.org/officeDocument/2006/relationships/image"/><Relationship Id="rId16" Target="../media/image83.png" Type="http://schemas.openxmlformats.org/officeDocument/2006/relationships/image"/><Relationship Id="rId17" Target="../media/image84.svg" Type="http://schemas.openxmlformats.org/officeDocument/2006/relationships/image"/><Relationship Id="rId18" Target="../media/image85.png" Type="http://schemas.openxmlformats.org/officeDocument/2006/relationships/image"/><Relationship Id="rId19" Target="../media/image86.svg" Type="http://schemas.openxmlformats.org/officeDocument/2006/relationships/image"/><Relationship Id="rId2" Target="../media/image69.png" Type="http://schemas.openxmlformats.org/officeDocument/2006/relationships/image"/><Relationship Id="rId3" Target="../media/image70.svg" Type="http://schemas.openxmlformats.org/officeDocument/2006/relationships/image"/><Relationship Id="rId4" Target="../media/image71.png" Type="http://schemas.openxmlformats.org/officeDocument/2006/relationships/image"/><Relationship Id="rId5" Target="../media/image72.svg" Type="http://schemas.openxmlformats.org/officeDocument/2006/relationships/image"/><Relationship Id="rId6" Target="../media/image73.png" Type="http://schemas.openxmlformats.org/officeDocument/2006/relationships/image"/><Relationship Id="rId7" Target="../media/image74.svg" Type="http://schemas.openxmlformats.org/officeDocument/2006/relationships/image"/><Relationship Id="rId8" Target="../media/image75.png" Type="http://schemas.openxmlformats.org/officeDocument/2006/relationships/image"/><Relationship Id="rId9" Target="../media/image76.sv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1.png" Type="http://schemas.openxmlformats.org/officeDocument/2006/relationships/image"/><Relationship Id="rId3" Target="../media/image72.svg" Type="http://schemas.openxmlformats.org/officeDocument/2006/relationships/image"/><Relationship Id="rId4" Target="../media/image87.png" Type="http://schemas.openxmlformats.org/officeDocument/2006/relationships/image"/><Relationship Id="rId5" Target="../media/image88.svg" Type="http://schemas.openxmlformats.org/officeDocument/2006/relationships/image"/><Relationship Id="rId6" Target="../media/image89.png" Type="http://schemas.openxmlformats.org/officeDocument/2006/relationships/image"/><Relationship Id="rId7" Target="../media/image90.svg" Type="http://schemas.openxmlformats.org/officeDocument/2006/relationships/image"/><Relationship Id="rId8" Target="../media/image91.png" Type="http://schemas.openxmlformats.org/officeDocument/2006/relationships/image"/><Relationship Id="rId9" Target="../media/image92.sv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3.png" Type="http://schemas.openxmlformats.org/officeDocument/2006/relationships/image"/><Relationship Id="rId3" Target="../media/image94.svg" Type="http://schemas.openxmlformats.org/officeDocument/2006/relationships/image"/><Relationship Id="rId4" Target="../media/image79.png" Type="http://schemas.openxmlformats.org/officeDocument/2006/relationships/image"/><Relationship Id="rId5" Target="../media/image80.svg" Type="http://schemas.openxmlformats.org/officeDocument/2006/relationships/image"/><Relationship Id="rId6" Target="../media/image95.png" Type="http://schemas.openxmlformats.org/officeDocument/2006/relationships/image"/><Relationship Id="rId7" Target="../media/image96.svg" Type="http://schemas.openxmlformats.org/officeDocument/2006/relationships/image"/><Relationship Id="rId8" Target="../media/image97.jpe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8.png" Type="http://schemas.openxmlformats.org/officeDocument/2006/relationships/image"/><Relationship Id="rId3" Target="../media/image99.svg" Type="http://schemas.openxmlformats.org/officeDocument/2006/relationships/image"/><Relationship Id="rId4" Target="../media/image100.png" Type="http://schemas.openxmlformats.org/officeDocument/2006/relationships/image"/><Relationship Id="rId5" Target="../media/image101.svg" Type="http://schemas.openxmlformats.org/officeDocument/2006/relationships/image"/><Relationship Id="rId6" Target="../media/image89.png" Type="http://schemas.openxmlformats.org/officeDocument/2006/relationships/image"/><Relationship Id="rId7" Target="../media/image90.svg" Type="http://schemas.openxmlformats.org/officeDocument/2006/relationships/image"/><Relationship Id="rId8" Target="../media/image102.png" Type="http://schemas.openxmlformats.org/officeDocument/2006/relationships/image"/><Relationship Id="rId9" Target="../media/image103.sv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6.svg" Type="http://schemas.openxmlformats.org/officeDocument/2006/relationships/image"/><Relationship Id="rId2" Target="../media/image104.png" Type="http://schemas.openxmlformats.org/officeDocument/2006/relationships/image"/><Relationship Id="rId3" Target="../media/image73.png" Type="http://schemas.openxmlformats.org/officeDocument/2006/relationships/image"/><Relationship Id="rId4" Target="../media/image74.svg" Type="http://schemas.openxmlformats.org/officeDocument/2006/relationships/image"/><Relationship Id="rId5" Target="../media/image89.png" Type="http://schemas.openxmlformats.org/officeDocument/2006/relationships/image"/><Relationship Id="rId6" Target="../media/image90.svg" Type="http://schemas.openxmlformats.org/officeDocument/2006/relationships/image"/><Relationship Id="rId7" Target="../media/image69.png" Type="http://schemas.openxmlformats.org/officeDocument/2006/relationships/image"/><Relationship Id="rId8" Target="../media/image70.svg" Type="http://schemas.openxmlformats.org/officeDocument/2006/relationships/image"/><Relationship Id="rId9" Target="../media/image105.pn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8.png" Type="http://schemas.openxmlformats.org/officeDocument/2006/relationships/image"/><Relationship Id="rId3" Target="../media/image99.svg" Type="http://schemas.openxmlformats.org/officeDocument/2006/relationships/image"/><Relationship Id="rId4" Target="../media/image100.png" Type="http://schemas.openxmlformats.org/officeDocument/2006/relationships/image"/><Relationship Id="rId5" Target="../media/image101.svg" Type="http://schemas.openxmlformats.org/officeDocument/2006/relationships/image"/><Relationship Id="rId6" Target="../media/image89.png" Type="http://schemas.openxmlformats.org/officeDocument/2006/relationships/image"/><Relationship Id="rId7" Target="../media/image90.svg" Type="http://schemas.openxmlformats.org/officeDocument/2006/relationships/image"/><Relationship Id="rId8" Target="../media/image102.png" Type="http://schemas.openxmlformats.org/officeDocument/2006/relationships/image"/><Relationship Id="rId9" Target="../media/image103.sv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6.svg" Type="http://schemas.openxmlformats.org/officeDocument/2006/relationships/image"/><Relationship Id="rId2" Target="../media/image104.png" Type="http://schemas.openxmlformats.org/officeDocument/2006/relationships/image"/><Relationship Id="rId3" Target="../media/image73.png" Type="http://schemas.openxmlformats.org/officeDocument/2006/relationships/image"/><Relationship Id="rId4" Target="../media/image74.svg" Type="http://schemas.openxmlformats.org/officeDocument/2006/relationships/image"/><Relationship Id="rId5" Target="../media/image89.png" Type="http://schemas.openxmlformats.org/officeDocument/2006/relationships/image"/><Relationship Id="rId6" Target="../media/image90.svg" Type="http://schemas.openxmlformats.org/officeDocument/2006/relationships/image"/><Relationship Id="rId7" Target="../media/image69.png" Type="http://schemas.openxmlformats.org/officeDocument/2006/relationships/image"/><Relationship Id="rId8" Target="../media/image70.svg" Type="http://schemas.openxmlformats.org/officeDocument/2006/relationships/image"/><Relationship Id="rId9" Target="../media/image105.pn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9.png" Type="http://schemas.openxmlformats.org/officeDocument/2006/relationships/image"/><Relationship Id="rId11" Target="../media/image110.svg" Type="http://schemas.openxmlformats.org/officeDocument/2006/relationships/image"/><Relationship Id="rId12" Target="../media/image111.png" Type="http://schemas.openxmlformats.org/officeDocument/2006/relationships/image"/><Relationship Id="rId13" Target="../media/image112.svg" Type="http://schemas.openxmlformats.org/officeDocument/2006/relationships/image"/><Relationship Id="rId2" Target="../media/image69.png" Type="http://schemas.openxmlformats.org/officeDocument/2006/relationships/image"/><Relationship Id="rId3" Target="../media/image70.svg" Type="http://schemas.openxmlformats.org/officeDocument/2006/relationships/image"/><Relationship Id="rId4" Target="../media/image105.png" Type="http://schemas.openxmlformats.org/officeDocument/2006/relationships/image"/><Relationship Id="rId5" Target="../media/image106.svg" Type="http://schemas.openxmlformats.org/officeDocument/2006/relationships/image"/><Relationship Id="rId6" Target="../media/image107.png" Type="http://schemas.openxmlformats.org/officeDocument/2006/relationships/image"/><Relationship Id="rId7" Target="../media/image108.svg" Type="http://schemas.openxmlformats.org/officeDocument/2006/relationships/image"/><Relationship Id="rId8" Target="../media/image95.png" Type="http://schemas.openxmlformats.org/officeDocument/2006/relationships/image"/><Relationship Id="rId9" Target="../media/image96.sv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9.png" Type="http://schemas.openxmlformats.org/officeDocument/2006/relationships/image"/><Relationship Id="rId11" Target="../media/image80.svg" Type="http://schemas.openxmlformats.org/officeDocument/2006/relationships/image"/><Relationship Id="rId12" Target="../media/image85.png" Type="http://schemas.openxmlformats.org/officeDocument/2006/relationships/image"/><Relationship Id="rId13" Target="../media/image86.svg" Type="http://schemas.openxmlformats.org/officeDocument/2006/relationships/image"/><Relationship Id="rId2" Target="../media/image69.png" Type="http://schemas.openxmlformats.org/officeDocument/2006/relationships/image"/><Relationship Id="rId3" Target="../media/image70.svg" Type="http://schemas.openxmlformats.org/officeDocument/2006/relationships/image"/><Relationship Id="rId4" Target="../media/image71.png" Type="http://schemas.openxmlformats.org/officeDocument/2006/relationships/image"/><Relationship Id="rId5" Target="../media/image72.svg" Type="http://schemas.openxmlformats.org/officeDocument/2006/relationships/image"/><Relationship Id="rId6" Target="../media/image73.png" Type="http://schemas.openxmlformats.org/officeDocument/2006/relationships/image"/><Relationship Id="rId7" Target="../media/image74.svg" Type="http://schemas.openxmlformats.org/officeDocument/2006/relationships/image"/><Relationship Id="rId8" Target="../media/image77.png" Type="http://schemas.openxmlformats.org/officeDocument/2006/relationships/image"/><Relationship Id="rId9" Target="../media/image78.sv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3.png" Type="http://schemas.openxmlformats.org/officeDocument/2006/relationships/image"/><Relationship Id="rId3" Target="../media/image114.svg" Type="http://schemas.openxmlformats.org/officeDocument/2006/relationships/image"/></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5.png" Type="http://schemas.openxmlformats.org/officeDocument/2006/relationships/image"/><Relationship Id="rId3" Target="../media/image116.svg" Type="http://schemas.openxmlformats.org/officeDocument/2006/relationships/image"/></Relationships>
</file>

<file path=ppt/slides/_rels/slide5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7.jpeg" Type="http://schemas.openxmlformats.org/officeDocument/2006/relationships/image"/></Relationships>
</file>

<file path=ppt/slides/_rels/slide6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8.png" Type="http://schemas.openxmlformats.org/officeDocument/2006/relationships/image"/><Relationship Id="rId3" Target="../media/image119.svg" Type="http://schemas.openxmlformats.org/officeDocument/2006/relationships/image"/></Relationships>
</file>

<file path=ppt/slides/_rels/slide6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0.jpeg" Type="http://schemas.openxmlformats.org/officeDocument/2006/relationships/image"/></Relationships>
</file>

<file path=ppt/slides/_rels/slide6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1.png" Type="http://schemas.openxmlformats.org/officeDocument/2006/relationships/image"/><Relationship Id="rId3" Target="../media/image115.png" Type="http://schemas.openxmlformats.org/officeDocument/2006/relationships/image"/><Relationship Id="rId4" Target="../media/image116.svg" Type="http://schemas.openxmlformats.org/officeDocument/2006/relationships/image"/></Relationships>
</file>

<file path=ppt/slides/_rels/slide6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2.png" Type="http://schemas.openxmlformats.org/officeDocument/2006/relationships/image"/></Relationships>
</file>

<file path=ppt/slides/_rels/slide6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3.png" Type="http://schemas.openxmlformats.org/officeDocument/2006/relationships/image"/><Relationship Id="rId3" Target="../media/image124.svg" Type="http://schemas.openxmlformats.org/officeDocument/2006/relationships/image"/><Relationship Id="rId4" Target="../media/image125.jpeg" Type="http://schemas.openxmlformats.org/officeDocument/2006/relationships/image"/><Relationship Id="rId5" Target="../media/image126.jpeg" Type="http://schemas.openxmlformats.org/officeDocument/2006/relationships/image"/></Relationships>
</file>

<file path=ppt/slides/_rels/slide6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8.png" Type="http://schemas.openxmlformats.org/officeDocument/2006/relationships/image"/><Relationship Id="rId3" Target="../media/image119.svg" Type="http://schemas.openxmlformats.org/officeDocument/2006/relationships/image"/></Relationships>
</file>

<file path=ppt/slides/_rels/slide6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7.png" Type="http://schemas.openxmlformats.org/officeDocument/2006/relationships/image"/><Relationship Id="rId3" Target="../media/image128.svg" Type="http://schemas.openxmlformats.org/officeDocument/2006/relationships/image"/></Relationships>
</file>

<file path=ppt/slides/_rels/slide6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9.png" Type="http://schemas.openxmlformats.org/officeDocument/2006/relationships/image"/><Relationship Id="rId3" Target="../media/image130.svg" Type="http://schemas.openxmlformats.org/officeDocument/2006/relationships/image"/></Relationships>
</file>

<file path=ppt/slides/_rels/slide6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1.png" Type="http://schemas.openxmlformats.org/officeDocument/2006/relationships/image"/><Relationship Id="rId3" Target="../media/image132.svg" Type="http://schemas.openxmlformats.org/officeDocument/2006/relationships/image"/></Relationships>
</file>

<file path=ppt/slides/_rels/slide6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3.png" Type="http://schemas.openxmlformats.org/officeDocument/2006/relationships/image"/><Relationship Id="rId3" Target="../media/image134.svg" Type="http://schemas.openxmlformats.org/officeDocument/2006/relationships/image"/><Relationship Id="rId4" Target="../media/image135.png" Type="http://schemas.openxmlformats.org/officeDocument/2006/relationships/image"/><Relationship Id="rId5" Target="../media/image136.svg" Type="http://schemas.openxmlformats.org/officeDocument/2006/relationships/image"/><Relationship Id="rId6" Target="../media/image137.png" Type="http://schemas.openxmlformats.org/officeDocument/2006/relationships/image"/><Relationship Id="rId7" Target="../media/image138.svg" Type="http://schemas.openxmlformats.org/officeDocument/2006/relationships/image"/><Relationship Id="rId8" Target="../media/image131.png" Type="http://schemas.openxmlformats.org/officeDocument/2006/relationships/image"/><Relationship Id="rId9" Target="../media/image132.svg" Type="http://schemas.openxmlformats.org/officeDocument/2006/relationships/image"/></Relationships>
</file>

<file path=ppt/slides/_rels/slide7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1.png" Type="http://schemas.openxmlformats.org/officeDocument/2006/relationships/image"/><Relationship Id="rId3" Target="../media/image132.svg" Type="http://schemas.openxmlformats.org/officeDocument/2006/relationships/image"/></Relationships>
</file>

<file path=ppt/slides/_rels/slide7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9.png" Type="http://schemas.openxmlformats.org/officeDocument/2006/relationships/image"/><Relationship Id="rId3" Target="../media/image140.svg" Type="http://schemas.openxmlformats.org/officeDocument/2006/relationships/image"/></Relationships>
</file>

<file path=ppt/slides/_rels/slide7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1.png" Type="http://schemas.openxmlformats.org/officeDocument/2006/relationships/image"/><Relationship Id="rId3" Target="../media/image142.svg" Type="http://schemas.openxmlformats.org/officeDocument/2006/relationships/image"/></Relationships>
</file>

<file path=ppt/slides/_rels/slide7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9.png" Type="http://schemas.openxmlformats.org/officeDocument/2006/relationships/image"/><Relationship Id="rId3" Target="../media/image130.svg" Type="http://schemas.openxmlformats.org/officeDocument/2006/relationships/image"/></Relationships>
</file>

<file path=ppt/slides/_rels/slide7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3.png" Type="http://schemas.openxmlformats.org/officeDocument/2006/relationships/image"/><Relationship Id="rId3" Target="../media/image14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52238"/>
        </a:solidFill>
      </p:bgPr>
    </p:bg>
    <p:spTree>
      <p:nvGrpSpPr>
        <p:cNvPr id="1" name=""/>
        <p:cNvGrpSpPr/>
        <p:nvPr/>
      </p:nvGrpSpPr>
      <p:grpSpPr>
        <a:xfrm>
          <a:off x="0" y="0"/>
          <a:ext cx="0" cy="0"/>
          <a:chOff x="0" y="0"/>
          <a:chExt cx="0" cy="0"/>
        </a:xfrm>
      </p:grpSpPr>
      <p:sp>
        <p:nvSpPr>
          <p:cNvPr name="Freeform 2" id="2"/>
          <p:cNvSpPr/>
          <p:nvPr/>
        </p:nvSpPr>
        <p:spPr>
          <a:xfrm flipH="true" flipV="false" rot="0">
            <a:off x="16047304" y="1028700"/>
            <a:ext cx="1211996" cy="4114800"/>
          </a:xfrm>
          <a:custGeom>
            <a:avLst/>
            <a:gdLst/>
            <a:ahLst/>
            <a:cxnLst/>
            <a:rect r="r" b="b" t="t" l="l"/>
            <a:pathLst>
              <a:path h="4114800" w="1211996">
                <a:moveTo>
                  <a:pt x="1211996" y="0"/>
                </a:moveTo>
                <a:lnTo>
                  <a:pt x="0" y="0"/>
                </a:lnTo>
                <a:lnTo>
                  <a:pt x="0" y="4114800"/>
                </a:lnTo>
                <a:lnTo>
                  <a:pt x="1211996" y="4114800"/>
                </a:lnTo>
                <a:lnTo>
                  <a:pt x="121199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2084365" y="3135395"/>
            <a:ext cx="2419714" cy="3456735"/>
          </a:xfrm>
          <a:custGeom>
            <a:avLst/>
            <a:gdLst/>
            <a:ahLst/>
            <a:cxnLst/>
            <a:rect r="r" b="b" t="t" l="l"/>
            <a:pathLst>
              <a:path h="3456735" w="2419714">
                <a:moveTo>
                  <a:pt x="2419714" y="3456735"/>
                </a:moveTo>
                <a:lnTo>
                  <a:pt x="0" y="3456735"/>
                </a:lnTo>
                <a:lnTo>
                  <a:pt x="0" y="0"/>
                </a:lnTo>
                <a:lnTo>
                  <a:pt x="2419714" y="0"/>
                </a:lnTo>
                <a:lnTo>
                  <a:pt x="2419714" y="345673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0" y="0"/>
            <a:ext cx="3294222" cy="3471115"/>
          </a:xfrm>
          <a:custGeom>
            <a:avLst/>
            <a:gdLst/>
            <a:ahLst/>
            <a:cxnLst/>
            <a:rect r="r" b="b" t="t" l="l"/>
            <a:pathLst>
              <a:path h="3471115" w="3294222">
                <a:moveTo>
                  <a:pt x="3294222" y="0"/>
                </a:moveTo>
                <a:lnTo>
                  <a:pt x="0" y="0"/>
                </a:lnTo>
                <a:lnTo>
                  <a:pt x="0" y="3471115"/>
                </a:lnTo>
                <a:lnTo>
                  <a:pt x="3294222" y="3471115"/>
                </a:lnTo>
                <a:lnTo>
                  <a:pt x="3294222"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028700" y="8263682"/>
            <a:ext cx="4114800" cy="994618"/>
          </a:xfrm>
          <a:custGeom>
            <a:avLst/>
            <a:gdLst/>
            <a:ahLst/>
            <a:cxnLst/>
            <a:rect r="r" b="b" t="t" l="l"/>
            <a:pathLst>
              <a:path h="994618" w="4114800">
                <a:moveTo>
                  <a:pt x="0" y="0"/>
                </a:moveTo>
                <a:lnTo>
                  <a:pt x="4114800" y="0"/>
                </a:lnTo>
                <a:lnTo>
                  <a:pt x="4114800" y="994618"/>
                </a:lnTo>
                <a:lnTo>
                  <a:pt x="0" y="994618"/>
                </a:lnTo>
                <a:lnTo>
                  <a:pt x="0" y="0"/>
                </a:lnTo>
                <a:close/>
              </a:path>
            </a:pathLst>
          </a:custGeom>
          <a:blipFill>
            <a:blip r:embed="rId8">
              <a:extLst>
                <a:ext uri="{96DAC541-7B7A-43D3-8B79-37D633B846F1}">
                  <asvg:svgBlip xmlns:asvg="http://schemas.microsoft.com/office/drawing/2016/SVG/main" r:embed="rId9"/>
                </a:ext>
              </a:extLst>
            </a:blip>
            <a:stretch>
              <a:fillRect l="0" t="0" r="0" b="-126410"/>
            </a:stretch>
          </a:blipFill>
        </p:spPr>
      </p:sp>
      <p:sp>
        <p:nvSpPr>
          <p:cNvPr name="Freeform 6" id="6"/>
          <p:cNvSpPr/>
          <p:nvPr/>
        </p:nvSpPr>
        <p:spPr>
          <a:xfrm flipH="false" flipV="false" rot="1112337">
            <a:off x="12088507" y="5926697"/>
            <a:ext cx="8270521" cy="7353245"/>
          </a:xfrm>
          <a:custGeom>
            <a:avLst/>
            <a:gdLst/>
            <a:ahLst/>
            <a:cxnLst/>
            <a:rect r="r" b="b" t="t" l="l"/>
            <a:pathLst>
              <a:path h="7353245" w="8270521">
                <a:moveTo>
                  <a:pt x="0" y="0"/>
                </a:moveTo>
                <a:lnTo>
                  <a:pt x="8270521" y="0"/>
                </a:lnTo>
                <a:lnTo>
                  <a:pt x="8270521" y="7353245"/>
                </a:lnTo>
                <a:lnTo>
                  <a:pt x="0" y="735324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3594286" y="8021575"/>
            <a:ext cx="3059016" cy="739417"/>
          </a:xfrm>
          <a:custGeom>
            <a:avLst/>
            <a:gdLst/>
            <a:ahLst/>
            <a:cxnLst/>
            <a:rect r="r" b="b" t="t" l="l"/>
            <a:pathLst>
              <a:path h="739417" w="3059016">
                <a:moveTo>
                  <a:pt x="0" y="0"/>
                </a:moveTo>
                <a:lnTo>
                  <a:pt x="3059016" y="0"/>
                </a:lnTo>
                <a:lnTo>
                  <a:pt x="3059016" y="739416"/>
                </a:lnTo>
                <a:lnTo>
                  <a:pt x="0" y="739416"/>
                </a:lnTo>
                <a:lnTo>
                  <a:pt x="0" y="0"/>
                </a:lnTo>
                <a:close/>
              </a:path>
            </a:pathLst>
          </a:custGeom>
          <a:blipFill>
            <a:blip r:embed="rId8">
              <a:extLst>
                <a:ext uri="{96DAC541-7B7A-43D3-8B79-37D633B846F1}">
                  <asvg:svgBlip xmlns:asvg="http://schemas.microsoft.com/office/drawing/2016/SVG/main" r:embed="rId9"/>
                </a:ext>
              </a:extLst>
            </a:blip>
            <a:stretch>
              <a:fillRect l="0" t="0" r="0" b="-126410"/>
            </a:stretch>
          </a:blipFill>
        </p:spPr>
      </p:sp>
      <p:grpSp>
        <p:nvGrpSpPr>
          <p:cNvPr name="Group 8" id="8"/>
          <p:cNvGrpSpPr/>
          <p:nvPr/>
        </p:nvGrpSpPr>
        <p:grpSpPr>
          <a:xfrm rot="0">
            <a:off x="17082730" y="9258300"/>
            <a:ext cx="353140" cy="353140"/>
            <a:chOff x="0" y="0"/>
            <a:chExt cx="406400" cy="406400"/>
          </a:xfrm>
        </p:grpSpPr>
        <p:sp>
          <p:nvSpPr>
            <p:cNvPr name="Freeform 9" id="9"/>
            <p:cNvSpPr/>
            <p:nvPr/>
          </p:nvSpPr>
          <p:spPr>
            <a:xfrm flipH="false" flipV="false" rot="0">
              <a:off x="0" y="0"/>
              <a:ext cx="406400" cy="406400"/>
            </a:xfrm>
            <a:custGeom>
              <a:avLst/>
              <a:gdLst/>
              <a:ahLst/>
              <a:cxnLst/>
              <a:rect r="r" b="b" t="t" l="l"/>
              <a:pathLst>
                <a:path h="406400" w="406400">
                  <a:moveTo>
                    <a:pt x="203200" y="0"/>
                  </a:moveTo>
                  <a:cubicBezTo>
                    <a:pt x="90976" y="0"/>
                    <a:pt x="0" y="90976"/>
                    <a:pt x="0" y="203200"/>
                  </a:cubicBezTo>
                  <a:cubicBezTo>
                    <a:pt x="0" y="315424"/>
                    <a:pt x="90976" y="406400"/>
                    <a:pt x="203200" y="406400"/>
                  </a:cubicBezTo>
                  <a:cubicBezTo>
                    <a:pt x="315424" y="406400"/>
                    <a:pt x="406400" y="315424"/>
                    <a:pt x="406400" y="203200"/>
                  </a:cubicBezTo>
                  <a:cubicBezTo>
                    <a:pt x="406400" y="90976"/>
                    <a:pt x="315424" y="0"/>
                    <a:pt x="203200" y="0"/>
                  </a:cubicBezTo>
                  <a:close/>
                </a:path>
              </a:pathLst>
            </a:custGeom>
            <a:solidFill>
              <a:srgbClr val="FCD739"/>
            </a:solidFill>
          </p:spPr>
        </p:sp>
        <p:sp>
          <p:nvSpPr>
            <p:cNvPr name="TextBox 10" id="10"/>
            <p:cNvSpPr txBox="true"/>
            <p:nvPr/>
          </p:nvSpPr>
          <p:spPr>
            <a:xfrm>
              <a:off x="38100" y="-95250"/>
              <a:ext cx="330200" cy="463550"/>
            </a:xfrm>
            <a:prstGeom prst="rect">
              <a:avLst/>
            </a:prstGeom>
          </p:spPr>
          <p:txBody>
            <a:bodyPr anchor="ctr" rtlCol="false" tIns="50800" lIns="50800" bIns="50800" rIns="50800"/>
            <a:lstStyle/>
            <a:p>
              <a:pPr algn="ctr">
                <a:lnSpc>
                  <a:spcPts val="4249"/>
                </a:lnSpc>
              </a:pPr>
            </a:p>
          </p:txBody>
        </p:sp>
      </p:grpSp>
      <p:grpSp>
        <p:nvGrpSpPr>
          <p:cNvPr name="Group 11" id="11"/>
          <p:cNvGrpSpPr/>
          <p:nvPr/>
        </p:nvGrpSpPr>
        <p:grpSpPr>
          <a:xfrm rot="0">
            <a:off x="14117108" y="9258300"/>
            <a:ext cx="353140" cy="353140"/>
            <a:chOff x="0" y="0"/>
            <a:chExt cx="406400" cy="406400"/>
          </a:xfrm>
        </p:grpSpPr>
        <p:sp>
          <p:nvSpPr>
            <p:cNvPr name="Freeform 12" id="12"/>
            <p:cNvSpPr/>
            <p:nvPr/>
          </p:nvSpPr>
          <p:spPr>
            <a:xfrm flipH="false" flipV="false" rot="0">
              <a:off x="0" y="0"/>
              <a:ext cx="406400" cy="406400"/>
            </a:xfrm>
            <a:custGeom>
              <a:avLst/>
              <a:gdLst/>
              <a:ahLst/>
              <a:cxnLst/>
              <a:rect r="r" b="b" t="t" l="l"/>
              <a:pathLst>
                <a:path h="406400" w="406400">
                  <a:moveTo>
                    <a:pt x="203200" y="0"/>
                  </a:moveTo>
                  <a:cubicBezTo>
                    <a:pt x="90976" y="0"/>
                    <a:pt x="0" y="90976"/>
                    <a:pt x="0" y="203200"/>
                  </a:cubicBezTo>
                  <a:cubicBezTo>
                    <a:pt x="0" y="315424"/>
                    <a:pt x="90976" y="406400"/>
                    <a:pt x="203200" y="406400"/>
                  </a:cubicBezTo>
                  <a:cubicBezTo>
                    <a:pt x="315424" y="406400"/>
                    <a:pt x="406400" y="315424"/>
                    <a:pt x="406400" y="203200"/>
                  </a:cubicBezTo>
                  <a:cubicBezTo>
                    <a:pt x="406400" y="90976"/>
                    <a:pt x="315424" y="0"/>
                    <a:pt x="203200" y="0"/>
                  </a:cubicBezTo>
                  <a:close/>
                </a:path>
              </a:pathLst>
            </a:custGeom>
            <a:solidFill>
              <a:srgbClr val="000000">
                <a:alpha val="0"/>
              </a:srgbClr>
            </a:solidFill>
            <a:ln w="38100" cap="sq">
              <a:solidFill>
                <a:srgbClr val="FCD739"/>
              </a:solidFill>
              <a:prstDash val="solid"/>
              <a:miter/>
            </a:ln>
          </p:spPr>
        </p:sp>
        <p:sp>
          <p:nvSpPr>
            <p:cNvPr name="TextBox 13" id="13"/>
            <p:cNvSpPr txBox="true"/>
            <p:nvPr/>
          </p:nvSpPr>
          <p:spPr>
            <a:xfrm>
              <a:off x="38100" y="-95250"/>
              <a:ext cx="330200" cy="463550"/>
            </a:xfrm>
            <a:prstGeom prst="rect">
              <a:avLst/>
            </a:prstGeom>
          </p:spPr>
          <p:txBody>
            <a:bodyPr anchor="ctr" rtlCol="false" tIns="50800" lIns="50800" bIns="50800" rIns="50800"/>
            <a:lstStyle/>
            <a:p>
              <a:pPr algn="ctr">
                <a:lnSpc>
                  <a:spcPts val="4249"/>
                </a:lnSpc>
              </a:pPr>
            </a:p>
          </p:txBody>
        </p:sp>
      </p:grpSp>
      <p:sp>
        <p:nvSpPr>
          <p:cNvPr name="Freeform 14" id="14"/>
          <p:cNvSpPr/>
          <p:nvPr/>
        </p:nvSpPr>
        <p:spPr>
          <a:xfrm flipH="false" flipV="false" rot="0">
            <a:off x="16406791" y="6097722"/>
            <a:ext cx="1469539" cy="1469539"/>
          </a:xfrm>
          <a:custGeom>
            <a:avLst/>
            <a:gdLst/>
            <a:ahLst/>
            <a:cxnLst/>
            <a:rect r="r" b="b" t="t" l="l"/>
            <a:pathLst>
              <a:path h="1469539" w="1469539">
                <a:moveTo>
                  <a:pt x="0" y="0"/>
                </a:moveTo>
                <a:lnTo>
                  <a:pt x="1469538" y="0"/>
                </a:lnTo>
                <a:lnTo>
                  <a:pt x="1469538" y="1469539"/>
                </a:lnTo>
                <a:lnTo>
                  <a:pt x="0" y="146953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5" id="15"/>
          <p:cNvSpPr txBox="true"/>
          <p:nvPr/>
        </p:nvSpPr>
        <p:spPr>
          <a:xfrm rot="0">
            <a:off x="5143500" y="3147150"/>
            <a:ext cx="9718467" cy="1219836"/>
          </a:xfrm>
          <a:prstGeom prst="rect">
            <a:avLst/>
          </a:prstGeom>
        </p:spPr>
        <p:txBody>
          <a:bodyPr anchor="t" rtlCol="false" tIns="0" lIns="0" bIns="0" rIns="0">
            <a:spAutoFit/>
          </a:bodyPr>
          <a:lstStyle/>
          <a:p>
            <a:pPr algn="l">
              <a:lnSpc>
                <a:spcPts val="9939"/>
              </a:lnSpc>
              <a:spcBef>
                <a:spcPct val="0"/>
              </a:spcBef>
            </a:pPr>
            <a:r>
              <a:rPr lang="en-US" sz="7099">
                <a:solidFill>
                  <a:srgbClr val="FFFFFF"/>
                </a:solidFill>
                <a:latin typeface="Glacial Indifference Bold"/>
              </a:rPr>
              <a:t>PERSONAL PORTFOLIO</a:t>
            </a:r>
          </a:p>
        </p:txBody>
      </p:sp>
      <p:sp>
        <p:nvSpPr>
          <p:cNvPr name="TextBox 16" id="16"/>
          <p:cNvSpPr txBox="true"/>
          <p:nvPr/>
        </p:nvSpPr>
        <p:spPr>
          <a:xfrm rot="0">
            <a:off x="5143500" y="5802447"/>
            <a:ext cx="5226801" cy="523875"/>
          </a:xfrm>
          <a:prstGeom prst="rect">
            <a:avLst/>
          </a:prstGeom>
        </p:spPr>
        <p:txBody>
          <a:bodyPr anchor="t" rtlCol="false" tIns="0" lIns="0" bIns="0" rIns="0">
            <a:spAutoFit/>
          </a:bodyPr>
          <a:lstStyle/>
          <a:p>
            <a:pPr algn="l">
              <a:lnSpc>
                <a:spcPts val="4200"/>
              </a:lnSpc>
              <a:spcBef>
                <a:spcPct val="0"/>
              </a:spcBef>
            </a:pPr>
            <a:r>
              <a:rPr lang="en-US" sz="3000">
                <a:solidFill>
                  <a:srgbClr val="FCD739"/>
                </a:solidFill>
                <a:latin typeface="Glacial Indifference Bold"/>
              </a:rPr>
              <a:t>BY .  VARSHINI 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52238"/>
        </a:solidFill>
      </p:bgPr>
    </p:bg>
    <p:spTree>
      <p:nvGrpSpPr>
        <p:cNvPr id="1" name=""/>
        <p:cNvGrpSpPr/>
        <p:nvPr/>
      </p:nvGrpSpPr>
      <p:grpSpPr>
        <a:xfrm>
          <a:off x="0" y="0"/>
          <a:ext cx="0" cy="0"/>
          <a:chOff x="0" y="0"/>
          <a:chExt cx="0" cy="0"/>
        </a:xfrm>
      </p:grpSpPr>
      <p:sp>
        <p:nvSpPr>
          <p:cNvPr name="Freeform 2" id="2"/>
          <p:cNvSpPr/>
          <p:nvPr/>
        </p:nvSpPr>
        <p:spPr>
          <a:xfrm flipH="true" flipV="false" rot="0">
            <a:off x="16047304" y="1028700"/>
            <a:ext cx="1211996" cy="4114800"/>
          </a:xfrm>
          <a:custGeom>
            <a:avLst/>
            <a:gdLst/>
            <a:ahLst/>
            <a:cxnLst/>
            <a:rect r="r" b="b" t="t" l="l"/>
            <a:pathLst>
              <a:path h="4114800" w="1211996">
                <a:moveTo>
                  <a:pt x="1211996" y="0"/>
                </a:moveTo>
                <a:lnTo>
                  <a:pt x="0" y="0"/>
                </a:lnTo>
                <a:lnTo>
                  <a:pt x="0" y="4114800"/>
                </a:lnTo>
                <a:lnTo>
                  <a:pt x="1211996" y="4114800"/>
                </a:lnTo>
                <a:lnTo>
                  <a:pt x="121199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0" y="0"/>
            <a:ext cx="3294222" cy="3471115"/>
          </a:xfrm>
          <a:custGeom>
            <a:avLst/>
            <a:gdLst/>
            <a:ahLst/>
            <a:cxnLst/>
            <a:rect r="r" b="b" t="t" l="l"/>
            <a:pathLst>
              <a:path h="3471115" w="3294222">
                <a:moveTo>
                  <a:pt x="3294222" y="0"/>
                </a:moveTo>
                <a:lnTo>
                  <a:pt x="0" y="0"/>
                </a:lnTo>
                <a:lnTo>
                  <a:pt x="0" y="3471115"/>
                </a:lnTo>
                <a:lnTo>
                  <a:pt x="3294222" y="3471115"/>
                </a:lnTo>
                <a:lnTo>
                  <a:pt x="329422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28700" y="8263682"/>
            <a:ext cx="4114800" cy="994618"/>
          </a:xfrm>
          <a:custGeom>
            <a:avLst/>
            <a:gdLst/>
            <a:ahLst/>
            <a:cxnLst/>
            <a:rect r="r" b="b" t="t" l="l"/>
            <a:pathLst>
              <a:path h="994618" w="4114800">
                <a:moveTo>
                  <a:pt x="0" y="0"/>
                </a:moveTo>
                <a:lnTo>
                  <a:pt x="4114800" y="0"/>
                </a:lnTo>
                <a:lnTo>
                  <a:pt x="4114800" y="994618"/>
                </a:lnTo>
                <a:lnTo>
                  <a:pt x="0" y="994618"/>
                </a:lnTo>
                <a:lnTo>
                  <a:pt x="0" y="0"/>
                </a:lnTo>
                <a:close/>
              </a:path>
            </a:pathLst>
          </a:custGeom>
          <a:blipFill>
            <a:blip r:embed="rId6">
              <a:extLst>
                <a:ext uri="{96DAC541-7B7A-43D3-8B79-37D633B846F1}">
                  <asvg:svgBlip xmlns:asvg="http://schemas.microsoft.com/office/drawing/2016/SVG/main" r:embed="rId7"/>
                </a:ext>
              </a:extLst>
            </a:blip>
            <a:stretch>
              <a:fillRect l="0" t="0" r="0" b="-126410"/>
            </a:stretch>
          </a:blipFill>
        </p:spPr>
      </p:sp>
      <p:sp>
        <p:nvSpPr>
          <p:cNvPr name="TextBox 5" id="5"/>
          <p:cNvSpPr txBox="true"/>
          <p:nvPr/>
        </p:nvSpPr>
        <p:spPr>
          <a:xfrm rot="0">
            <a:off x="4713988" y="4044950"/>
            <a:ext cx="6848078" cy="2130425"/>
          </a:xfrm>
          <a:prstGeom prst="rect">
            <a:avLst/>
          </a:prstGeom>
        </p:spPr>
        <p:txBody>
          <a:bodyPr anchor="t" rtlCol="false" tIns="0" lIns="0" bIns="0" rIns="0">
            <a:spAutoFit/>
          </a:bodyPr>
          <a:lstStyle/>
          <a:p>
            <a:pPr algn="just">
              <a:lnSpc>
                <a:spcPts val="2800"/>
              </a:lnSpc>
            </a:pPr>
            <a:r>
              <a:rPr lang="en-US" sz="2000">
                <a:solidFill>
                  <a:srgbClr val="FFFFFF"/>
                </a:solidFill>
                <a:latin typeface="Canva Sans"/>
              </a:rPr>
              <a:t>The personal portfolio project is designed to showcase my skills, experience, and projects. The portfolio includes sections for my profile, contact information, education, skills and coursework, and project details. The goal is to provide a comprehensive overview of my professional background in a visually appealing format.</a:t>
            </a:r>
          </a:p>
        </p:txBody>
      </p:sp>
      <p:sp>
        <p:nvSpPr>
          <p:cNvPr name="Freeform 6" id="6"/>
          <p:cNvSpPr/>
          <p:nvPr/>
        </p:nvSpPr>
        <p:spPr>
          <a:xfrm flipH="false" flipV="false" rot="1112337">
            <a:off x="12088507" y="5926697"/>
            <a:ext cx="8270521" cy="7353245"/>
          </a:xfrm>
          <a:custGeom>
            <a:avLst/>
            <a:gdLst/>
            <a:ahLst/>
            <a:cxnLst/>
            <a:rect r="r" b="b" t="t" l="l"/>
            <a:pathLst>
              <a:path h="7353245" w="8270521">
                <a:moveTo>
                  <a:pt x="0" y="0"/>
                </a:moveTo>
                <a:lnTo>
                  <a:pt x="8270521" y="0"/>
                </a:lnTo>
                <a:lnTo>
                  <a:pt x="8270521" y="7353245"/>
                </a:lnTo>
                <a:lnTo>
                  <a:pt x="0" y="735324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3594286" y="8021575"/>
            <a:ext cx="3059016" cy="739417"/>
          </a:xfrm>
          <a:custGeom>
            <a:avLst/>
            <a:gdLst/>
            <a:ahLst/>
            <a:cxnLst/>
            <a:rect r="r" b="b" t="t" l="l"/>
            <a:pathLst>
              <a:path h="739417" w="3059016">
                <a:moveTo>
                  <a:pt x="0" y="0"/>
                </a:moveTo>
                <a:lnTo>
                  <a:pt x="3059016" y="0"/>
                </a:lnTo>
                <a:lnTo>
                  <a:pt x="3059016" y="739416"/>
                </a:lnTo>
                <a:lnTo>
                  <a:pt x="0" y="739416"/>
                </a:lnTo>
                <a:lnTo>
                  <a:pt x="0" y="0"/>
                </a:lnTo>
                <a:close/>
              </a:path>
            </a:pathLst>
          </a:custGeom>
          <a:blipFill>
            <a:blip r:embed="rId6">
              <a:extLst>
                <a:ext uri="{96DAC541-7B7A-43D3-8B79-37D633B846F1}">
                  <asvg:svgBlip xmlns:asvg="http://schemas.microsoft.com/office/drawing/2016/SVG/main" r:embed="rId7"/>
                </a:ext>
              </a:extLst>
            </a:blip>
            <a:stretch>
              <a:fillRect l="0" t="0" r="0" b="-126410"/>
            </a:stretch>
          </a:blipFill>
        </p:spPr>
      </p:sp>
      <p:grpSp>
        <p:nvGrpSpPr>
          <p:cNvPr name="Group 8" id="8"/>
          <p:cNvGrpSpPr/>
          <p:nvPr/>
        </p:nvGrpSpPr>
        <p:grpSpPr>
          <a:xfrm rot="0">
            <a:off x="17082730" y="9258300"/>
            <a:ext cx="353140" cy="353140"/>
            <a:chOff x="0" y="0"/>
            <a:chExt cx="406400" cy="406400"/>
          </a:xfrm>
        </p:grpSpPr>
        <p:sp>
          <p:nvSpPr>
            <p:cNvPr name="Freeform 9" id="9"/>
            <p:cNvSpPr/>
            <p:nvPr/>
          </p:nvSpPr>
          <p:spPr>
            <a:xfrm flipH="false" flipV="false" rot="0">
              <a:off x="0" y="0"/>
              <a:ext cx="406400" cy="406400"/>
            </a:xfrm>
            <a:custGeom>
              <a:avLst/>
              <a:gdLst/>
              <a:ahLst/>
              <a:cxnLst/>
              <a:rect r="r" b="b" t="t" l="l"/>
              <a:pathLst>
                <a:path h="406400" w="406400">
                  <a:moveTo>
                    <a:pt x="203200" y="0"/>
                  </a:moveTo>
                  <a:cubicBezTo>
                    <a:pt x="90976" y="0"/>
                    <a:pt x="0" y="90976"/>
                    <a:pt x="0" y="203200"/>
                  </a:cubicBezTo>
                  <a:cubicBezTo>
                    <a:pt x="0" y="315424"/>
                    <a:pt x="90976" y="406400"/>
                    <a:pt x="203200" y="406400"/>
                  </a:cubicBezTo>
                  <a:cubicBezTo>
                    <a:pt x="315424" y="406400"/>
                    <a:pt x="406400" y="315424"/>
                    <a:pt x="406400" y="203200"/>
                  </a:cubicBezTo>
                  <a:cubicBezTo>
                    <a:pt x="406400" y="90976"/>
                    <a:pt x="315424" y="0"/>
                    <a:pt x="203200" y="0"/>
                  </a:cubicBezTo>
                  <a:close/>
                </a:path>
              </a:pathLst>
            </a:custGeom>
            <a:solidFill>
              <a:srgbClr val="FCD739"/>
            </a:solidFill>
          </p:spPr>
        </p:sp>
        <p:sp>
          <p:nvSpPr>
            <p:cNvPr name="TextBox 10" id="10"/>
            <p:cNvSpPr txBox="true"/>
            <p:nvPr/>
          </p:nvSpPr>
          <p:spPr>
            <a:xfrm>
              <a:off x="38100" y="-95250"/>
              <a:ext cx="330200" cy="463550"/>
            </a:xfrm>
            <a:prstGeom prst="rect">
              <a:avLst/>
            </a:prstGeom>
          </p:spPr>
          <p:txBody>
            <a:bodyPr anchor="ctr" rtlCol="false" tIns="50800" lIns="50800" bIns="50800" rIns="50800"/>
            <a:lstStyle/>
            <a:p>
              <a:pPr algn="ctr">
                <a:lnSpc>
                  <a:spcPts val="4249"/>
                </a:lnSpc>
              </a:pPr>
            </a:p>
          </p:txBody>
        </p:sp>
      </p:grpSp>
      <p:grpSp>
        <p:nvGrpSpPr>
          <p:cNvPr name="Group 11" id="11"/>
          <p:cNvGrpSpPr/>
          <p:nvPr/>
        </p:nvGrpSpPr>
        <p:grpSpPr>
          <a:xfrm rot="0">
            <a:off x="14117108" y="9258300"/>
            <a:ext cx="353140" cy="353140"/>
            <a:chOff x="0" y="0"/>
            <a:chExt cx="406400" cy="406400"/>
          </a:xfrm>
        </p:grpSpPr>
        <p:sp>
          <p:nvSpPr>
            <p:cNvPr name="Freeform 12" id="12"/>
            <p:cNvSpPr/>
            <p:nvPr/>
          </p:nvSpPr>
          <p:spPr>
            <a:xfrm flipH="false" flipV="false" rot="0">
              <a:off x="0" y="0"/>
              <a:ext cx="406400" cy="406400"/>
            </a:xfrm>
            <a:custGeom>
              <a:avLst/>
              <a:gdLst/>
              <a:ahLst/>
              <a:cxnLst/>
              <a:rect r="r" b="b" t="t" l="l"/>
              <a:pathLst>
                <a:path h="406400" w="406400">
                  <a:moveTo>
                    <a:pt x="203200" y="0"/>
                  </a:moveTo>
                  <a:cubicBezTo>
                    <a:pt x="90976" y="0"/>
                    <a:pt x="0" y="90976"/>
                    <a:pt x="0" y="203200"/>
                  </a:cubicBezTo>
                  <a:cubicBezTo>
                    <a:pt x="0" y="315424"/>
                    <a:pt x="90976" y="406400"/>
                    <a:pt x="203200" y="406400"/>
                  </a:cubicBezTo>
                  <a:cubicBezTo>
                    <a:pt x="315424" y="406400"/>
                    <a:pt x="406400" y="315424"/>
                    <a:pt x="406400" y="203200"/>
                  </a:cubicBezTo>
                  <a:cubicBezTo>
                    <a:pt x="406400" y="90976"/>
                    <a:pt x="315424" y="0"/>
                    <a:pt x="203200" y="0"/>
                  </a:cubicBezTo>
                  <a:close/>
                </a:path>
              </a:pathLst>
            </a:custGeom>
            <a:solidFill>
              <a:srgbClr val="000000">
                <a:alpha val="0"/>
              </a:srgbClr>
            </a:solidFill>
            <a:ln w="38100" cap="sq">
              <a:solidFill>
                <a:srgbClr val="FCD739"/>
              </a:solidFill>
              <a:prstDash val="solid"/>
              <a:miter/>
            </a:ln>
          </p:spPr>
        </p:sp>
        <p:sp>
          <p:nvSpPr>
            <p:cNvPr name="TextBox 13" id="13"/>
            <p:cNvSpPr txBox="true"/>
            <p:nvPr/>
          </p:nvSpPr>
          <p:spPr>
            <a:xfrm>
              <a:off x="38100" y="-95250"/>
              <a:ext cx="330200" cy="463550"/>
            </a:xfrm>
            <a:prstGeom prst="rect">
              <a:avLst/>
            </a:prstGeom>
          </p:spPr>
          <p:txBody>
            <a:bodyPr anchor="ctr" rtlCol="false" tIns="50800" lIns="50800" bIns="50800" rIns="50800"/>
            <a:lstStyle/>
            <a:p>
              <a:pPr algn="ctr">
                <a:lnSpc>
                  <a:spcPts val="4249"/>
                </a:lnSpc>
              </a:pPr>
            </a:p>
          </p:txBody>
        </p:sp>
      </p:grpSp>
      <p:sp>
        <p:nvSpPr>
          <p:cNvPr name="Freeform 14" id="14"/>
          <p:cNvSpPr/>
          <p:nvPr/>
        </p:nvSpPr>
        <p:spPr>
          <a:xfrm flipH="false" flipV="false" rot="0">
            <a:off x="16406791" y="6097722"/>
            <a:ext cx="1469539" cy="1469539"/>
          </a:xfrm>
          <a:custGeom>
            <a:avLst/>
            <a:gdLst/>
            <a:ahLst/>
            <a:cxnLst/>
            <a:rect r="r" b="b" t="t" l="l"/>
            <a:pathLst>
              <a:path h="1469539" w="1469539">
                <a:moveTo>
                  <a:pt x="0" y="0"/>
                </a:moveTo>
                <a:lnTo>
                  <a:pt x="1469538" y="0"/>
                </a:lnTo>
                <a:lnTo>
                  <a:pt x="1469538" y="1469539"/>
                </a:lnTo>
                <a:lnTo>
                  <a:pt x="0" y="146953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5" id="15"/>
          <p:cNvSpPr txBox="true"/>
          <p:nvPr/>
        </p:nvSpPr>
        <p:spPr>
          <a:xfrm rot="0">
            <a:off x="4713988" y="2716707"/>
            <a:ext cx="6848078" cy="1047750"/>
          </a:xfrm>
          <a:prstGeom prst="rect">
            <a:avLst/>
          </a:prstGeom>
        </p:spPr>
        <p:txBody>
          <a:bodyPr anchor="t" rtlCol="false" tIns="0" lIns="0" bIns="0" rIns="0">
            <a:spAutoFit/>
          </a:bodyPr>
          <a:lstStyle/>
          <a:p>
            <a:pPr algn="l">
              <a:lnSpc>
                <a:spcPts val="8400"/>
              </a:lnSpc>
              <a:spcBef>
                <a:spcPct val="0"/>
              </a:spcBef>
            </a:pPr>
            <a:r>
              <a:rPr lang="en-US" sz="6000">
                <a:solidFill>
                  <a:srgbClr val="FFFFFF"/>
                </a:solidFill>
                <a:latin typeface="Glacial Indifference Bold"/>
              </a:rPr>
              <a:t>INTRODUCING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52238"/>
        </a:solidFill>
      </p:bgPr>
    </p:bg>
    <p:spTree>
      <p:nvGrpSpPr>
        <p:cNvPr id="1" name=""/>
        <p:cNvGrpSpPr/>
        <p:nvPr/>
      </p:nvGrpSpPr>
      <p:grpSpPr>
        <a:xfrm>
          <a:off x="0" y="0"/>
          <a:ext cx="0" cy="0"/>
          <a:chOff x="0" y="0"/>
          <a:chExt cx="0" cy="0"/>
        </a:xfrm>
      </p:grpSpPr>
      <p:sp>
        <p:nvSpPr>
          <p:cNvPr name="Freeform 2" id="2"/>
          <p:cNvSpPr/>
          <p:nvPr/>
        </p:nvSpPr>
        <p:spPr>
          <a:xfrm flipH="true" flipV="false" rot="0">
            <a:off x="16047304" y="1028700"/>
            <a:ext cx="1211996" cy="4114800"/>
          </a:xfrm>
          <a:custGeom>
            <a:avLst/>
            <a:gdLst/>
            <a:ahLst/>
            <a:cxnLst/>
            <a:rect r="r" b="b" t="t" l="l"/>
            <a:pathLst>
              <a:path h="4114800" w="1211996">
                <a:moveTo>
                  <a:pt x="1211996" y="0"/>
                </a:moveTo>
                <a:lnTo>
                  <a:pt x="0" y="0"/>
                </a:lnTo>
                <a:lnTo>
                  <a:pt x="0" y="4114800"/>
                </a:lnTo>
                <a:lnTo>
                  <a:pt x="1211996" y="4114800"/>
                </a:lnTo>
                <a:lnTo>
                  <a:pt x="121199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0" y="0"/>
            <a:ext cx="3294222" cy="3471115"/>
          </a:xfrm>
          <a:custGeom>
            <a:avLst/>
            <a:gdLst/>
            <a:ahLst/>
            <a:cxnLst/>
            <a:rect r="r" b="b" t="t" l="l"/>
            <a:pathLst>
              <a:path h="3471115" w="3294222">
                <a:moveTo>
                  <a:pt x="3294222" y="0"/>
                </a:moveTo>
                <a:lnTo>
                  <a:pt x="0" y="0"/>
                </a:lnTo>
                <a:lnTo>
                  <a:pt x="0" y="3471115"/>
                </a:lnTo>
                <a:lnTo>
                  <a:pt x="3294222" y="3471115"/>
                </a:lnTo>
                <a:lnTo>
                  <a:pt x="329422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2679467" y="1562100"/>
            <a:ext cx="12929067" cy="1524000"/>
          </a:xfrm>
          <a:prstGeom prst="rect">
            <a:avLst/>
          </a:prstGeom>
        </p:spPr>
        <p:txBody>
          <a:bodyPr anchor="t" rtlCol="false" tIns="0" lIns="0" bIns="0" rIns="0">
            <a:spAutoFit/>
          </a:bodyPr>
          <a:lstStyle/>
          <a:p>
            <a:pPr algn="l">
              <a:lnSpc>
                <a:spcPts val="4199"/>
              </a:lnSpc>
            </a:pPr>
            <a:r>
              <a:rPr lang="en-US" sz="3499">
                <a:solidFill>
                  <a:srgbClr val="FFFFFF"/>
                </a:solidFill>
                <a:latin typeface="Glacial Indifference Bold"/>
              </a:rPr>
              <a:t>HTML STRUCTURE</a:t>
            </a:r>
          </a:p>
          <a:p>
            <a:pPr algn="l">
              <a:lnSpc>
                <a:spcPts val="2640"/>
              </a:lnSpc>
            </a:pPr>
          </a:p>
          <a:p>
            <a:pPr algn="l">
              <a:lnSpc>
                <a:spcPts val="2640"/>
              </a:lnSpc>
            </a:pPr>
          </a:p>
          <a:p>
            <a:pPr algn="l">
              <a:lnSpc>
                <a:spcPts val="2640"/>
              </a:lnSpc>
            </a:pPr>
            <a:r>
              <a:rPr lang="en-US" sz="2200">
                <a:solidFill>
                  <a:srgbClr val="FFFFFF"/>
                </a:solidFill>
                <a:latin typeface="Glacial Indifference Bold"/>
              </a:rPr>
              <a:t>THE HTML FILE IS ORGANIZED INTO KEY SECTIONS:</a:t>
            </a:r>
          </a:p>
        </p:txBody>
      </p:sp>
      <p:sp>
        <p:nvSpPr>
          <p:cNvPr name="TextBox 5" id="5"/>
          <p:cNvSpPr txBox="true"/>
          <p:nvPr/>
        </p:nvSpPr>
        <p:spPr>
          <a:xfrm rot="0">
            <a:off x="2679467" y="3813066"/>
            <a:ext cx="11405093" cy="3492500"/>
          </a:xfrm>
          <a:prstGeom prst="rect">
            <a:avLst/>
          </a:prstGeom>
        </p:spPr>
        <p:txBody>
          <a:bodyPr anchor="t" rtlCol="false" tIns="0" lIns="0" bIns="0" rIns="0">
            <a:spAutoFit/>
          </a:bodyPr>
          <a:lstStyle/>
          <a:p>
            <a:pPr algn="l" marL="539749" indent="-269875" lvl="1">
              <a:lnSpc>
                <a:spcPts val="3474"/>
              </a:lnSpc>
              <a:buFont typeface="Arial"/>
              <a:buChar char="•"/>
            </a:pPr>
            <a:r>
              <a:rPr lang="en-US" sz="2499">
                <a:solidFill>
                  <a:srgbClr val="FCD739"/>
                </a:solidFill>
                <a:latin typeface="Glacial Indifference Bold"/>
              </a:rPr>
              <a:t>HEADER: DISPLAYS PROFILE PICTURE, NAME, AND TITLE.</a:t>
            </a:r>
          </a:p>
          <a:p>
            <a:pPr algn="l" marL="539749" indent="-269875" lvl="1">
              <a:lnSpc>
                <a:spcPts val="3474"/>
              </a:lnSpc>
              <a:buFont typeface="Arial"/>
              <a:buChar char="•"/>
            </a:pPr>
            <a:r>
              <a:rPr lang="en-US" sz="2499">
                <a:solidFill>
                  <a:srgbClr val="FCD739"/>
                </a:solidFill>
                <a:latin typeface="Glacial Indifference Bold"/>
              </a:rPr>
              <a:t>Contact Information: Includes date of birth, phone number, email, LinkedIn profile, personal website, and address.</a:t>
            </a:r>
          </a:p>
          <a:p>
            <a:pPr algn="l" marL="539749" indent="-269875" lvl="1">
              <a:lnSpc>
                <a:spcPts val="3474"/>
              </a:lnSpc>
              <a:buFont typeface="Arial"/>
              <a:buChar char="•"/>
            </a:pPr>
            <a:r>
              <a:rPr lang="en-US" sz="2499">
                <a:solidFill>
                  <a:srgbClr val="FCD739"/>
                </a:solidFill>
                <a:latin typeface="Glacial Indifference Bold"/>
              </a:rPr>
              <a:t>Education: Lists educational background and degrees.</a:t>
            </a:r>
          </a:p>
          <a:p>
            <a:pPr algn="l" marL="539749" indent="-269875" lvl="1">
              <a:lnSpc>
                <a:spcPts val="3474"/>
              </a:lnSpc>
              <a:buFont typeface="Arial"/>
              <a:buChar char="•"/>
            </a:pPr>
            <a:r>
              <a:rPr lang="en-US" sz="2499">
                <a:solidFill>
                  <a:srgbClr val="FCD739"/>
                </a:solidFill>
                <a:latin typeface="Glacial Indifference Bold"/>
              </a:rPr>
              <a:t>Skills and Coursework: Highlights key skills and completed coursework.</a:t>
            </a:r>
          </a:p>
          <a:p>
            <a:pPr algn="l" marL="539749" indent="-269875" lvl="1">
              <a:lnSpc>
                <a:spcPts val="3474"/>
              </a:lnSpc>
              <a:buFont typeface="Arial"/>
              <a:buChar char="•"/>
            </a:pPr>
            <a:r>
              <a:rPr lang="en-US" sz="2499">
                <a:solidFill>
                  <a:srgbClr val="FCD739"/>
                </a:solidFill>
                <a:latin typeface="Glacial Indifference Bold"/>
              </a:rPr>
              <a:t>Projects: Describes projects and their relevance.</a:t>
            </a:r>
          </a:p>
          <a:p>
            <a:pPr algn="l" marL="539749" indent="-269875" lvl="1">
              <a:lnSpc>
                <a:spcPts val="3474"/>
              </a:lnSpc>
              <a:buFont typeface="Arial"/>
              <a:buChar char="•"/>
            </a:pPr>
            <a:r>
              <a:rPr lang="en-US" sz="2499">
                <a:solidFill>
                  <a:srgbClr val="FCD739"/>
                </a:solidFill>
                <a:latin typeface="Glacial Indifference Bold"/>
              </a:rPr>
              <a:t>Footer: Contains copyright information.</a:t>
            </a:r>
          </a:p>
        </p:txBody>
      </p:sp>
      <p:sp>
        <p:nvSpPr>
          <p:cNvPr name="Freeform 6" id="6"/>
          <p:cNvSpPr/>
          <p:nvPr/>
        </p:nvSpPr>
        <p:spPr>
          <a:xfrm flipH="false" flipV="false" rot="0">
            <a:off x="1028700" y="8369435"/>
            <a:ext cx="4114800" cy="994618"/>
          </a:xfrm>
          <a:custGeom>
            <a:avLst/>
            <a:gdLst/>
            <a:ahLst/>
            <a:cxnLst/>
            <a:rect r="r" b="b" t="t" l="l"/>
            <a:pathLst>
              <a:path h="994618" w="4114800">
                <a:moveTo>
                  <a:pt x="0" y="0"/>
                </a:moveTo>
                <a:lnTo>
                  <a:pt x="4114800" y="0"/>
                </a:lnTo>
                <a:lnTo>
                  <a:pt x="4114800" y="994617"/>
                </a:lnTo>
                <a:lnTo>
                  <a:pt x="0" y="994617"/>
                </a:lnTo>
                <a:lnTo>
                  <a:pt x="0" y="0"/>
                </a:lnTo>
                <a:close/>
              </a:path>
            </a:pathLst>
          </a:custGeom>
          <a:blipFill>
            <a:blip r:embed="rId6">
              <a:extLst>
                <a:ext uri="{96DAC541-7B7A-43D3-8B79-37D633B846F1}">
                  <asvg:svgBlip xmlns:asvg="http://schemas.microsoft.com/office/drawing/2016/SVG/main" r:embed="rId7"/>
                </a:ext>
              </a:extLst>
            </a:blip>
            <a:stretch>
              <a:fillRect l="0" t="0" r="0" b="-126410"/>
            </a:stretch>
          </a:blipFill>
        </p:spPr>
      </p:sp>
      <p:sp>
        <p:nvSpPr>
          <p:cNvPr name="Freeform 7" id="7"/>
          <p:cNvSpPr/>
          <p:nvPr/>
        </p:nvSpPr>
        <p:spPr>
          <a:xfrm flipH="false" flipV="false" rot="1112337">
            <a:off x="12088507" y="5926697"/>
            <a:ext cx="8270521" cy="7353245"/>
          </a:xfrm>
          <a:custGeom>
            <a:avLst/>
            <a:gdLst/>
            <a:ahLst/>
            <a:cxnLst/>
            <a:rect r="r" b="b" t="t" l="l"/>
            <a:pathLst>
              <a:path h="7353245" w="8270521">
                <a:moveTo>
                  <a:pt x="0" y="0"/>
                </a:moveTo>
                <a:lnTo>
                  <a:pt x="8270521" y="0"/>
                </a:lnTo>
                <a:lnTo>
                  <a:pt x="8270521" y="7353245"/>
                </a:lnTo>
                <a:lnTo>
                  <a:pt x="0" y="735324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3594286" y="8021575"/>
            <a:ext cx="3059016" cy="739417"/>
          </a:xfrm>
          <a:custGeom>
            <a:avLst/>
            <a:gdLst/>
            <a:ahLst/>
            <a:cxnLst/>
            <a:rect r="r" b="b" t="t" l="l"/>
            <a:pathLst>
              <a:path h="739417" w="3059016">
                <a:moveTo>
                  <a:pt x="0" y="0"/>
                </a:moveTo>
                <a:lnTo>
                  <a:pt x="3059016" y="0"/>
                </a:lnTo>
                <a:lnTo>
                  <a:pt x="3059016" y="739416"/>
                </a:lnTo>
                <a:lnTo>
                  <a:pt x="0" y="739416"/>
                </a:lnTo>
                <a:lnTo>
                  <a:pt x="0" y="0"/>
                </a:lnTo>
                <a:close/>
              </a:path>
            </a:pathLst>
          </a:custGeom>
          <a:blipFill>
            <a:blip r:embed="rId6">
              <a:extLst>
                <a:ext uri="{96DAC541-7B7A-43D3-8B79-37D633B846F1}">
                  <asvg:svgBlip xmlns:asvg="http://schemas.microsoft.com/office/drawing/2016/SVG/main" r:embed="rId7"/>
                </a:ext>
              </a:extLst>
            </a:blip>
            <a:stretch>
              <a:fillRect l="0" t="0" r="0" b="-126410"/>
            </a:stretch>
          </a:blipFill>
        </p:spPr>
      </p:sp>
      <p:grpSp>
        <p:nvGrpSpPr>
          <p:cNvPr name="Group 9" id="9"/>
          <p:cNvGrpSpPr/>
          <p:nvPr/>
        </p:nvGrpSpPr>
        <p:grpSpPr>
          <a:xfrm rot="0">
            <a:off x="17082730" y="9258300"/>
            <a:ext cx="353140" cy="353140"/>
            <a:chOff x="0" y="0"/>
            <a:chExt cx="406400" cy="406400"/>
          </a:xfrm>
        </p:grpSpPr>
        <p:sp>
          <p:nvSpPr>
            <p:cNvPr name="Freeform 10" id="10"/>
            <p:cNvSpPr/>
            <p:nvPr/>
          </p:nvSpPr>
          <p:spPr>
            <a:xfrm flipH="false" flipV="false" rot="0">
              <a:off x="0" y="0"/>
              <a:ext cx="406400" cy="406400"/>
            </a:xfrm>
            <a:custGeom>
              <a:avLst/>
              <a:gdLst/>
              <a:ahLst/>
              <a:cxnLst/>
              <a:rect r="r" b="b" t="t" l="l"/>
              <a:pathLst>
                <a:path h="406400" w="406400">
                  <a:moveTo>
                    <a:pt x="203200" y="0"/>
                  </a:moveTo>
                  <a:cubicBezTo>
                    <a:pt x="90976" y="0"/>
                    <a:pt x="0" y="90976"/>
                    <a:pt x="0" y="203200"/>
                  </a:cubicBezTo>
                  <a:cubicBezTo>
                    <a:pt x="0" y="315424"/>
                    <a:pt x="90976" y="406400"/>
                    <a:pt x="203200" y="406400"/>
                  </a:cubicBezTo>
                  <a:cubicBezTo>
                    <a:pt x="315424" y="406400"/>
                    <a:pt x="406400" y="315424"/>
                    <a:pt x="406400" y="203200"/>
                  </a:cubicBezTo>
                  <a:cubicBezTo>
                    <a:pt x="406400" y="90976"/>
                    <a:pt x="315424" y="0"/>
                    <a:pt x="203200" y="0"/>
                  </a:cubicBezTo>
                  <a:close/>
                </a:path>
              </a:pathLst>
            </a:custGeom>
            <a:solidFill>
              <a:srgbClr val="FCD739"/>
            </a:solidFill>
          </p:spPr>
        </p:sp>
        <p:sp>
          <p:nvSpPr>
            <p:cNvPr name="TextBox 11" id="11"/>
            <p:cNvSpPr txBox="true"/>
            <p:nvPr/>
          </p:nvSpPr>
          <p:spPr>
            <a:xfrm>
              <a:off x="38100" y="-95250"/>
              <a:ext cx="330200" cy="463550"/>
            </a:xfrm>
            <a:prstGeom prst="rect">
              <a:avLst/>
            </a:prstGeom>
          </p:spPr>
          <p:txBody>
            <a:bodyPr anchor="ctr" rtlCol="false" tIns="50800" lIns="50800" bIns="50800" rIns="50800"/>
            <a:lstStyle/>
            <a:p>
              <a:pPr algn="ctr">
                <a:lnSpc>
                  <a:spcPts val="4249"/>
                </a:lnSpc>
              </a:pPr>
            </a:p>
          </p:txBody>
        </p:sp>
      </p:grpSp>
      <p:grpSp>
        <p:nvGrpSpPr>
          <p:cNvPr name="Group 12" id="12"/>
          <p:cNvGrpSpPr/>
          <p:nvPr/>
        </p:nvGrpSpPr>
        <p:grpSpPr>
          <a:xfrm rot="0">
            <a:off x="14117108" y="9258300"/>
            <a:ext cx="353140" cy="353140"/>
            <a:chOff x="0" y="0"/>
            <a:chExt cx="406400" cy="406400"/>
          </a:xfrm>
        </p:grpSpPr>
        <p:sp>
          <p:nvSpPr>
            <p:cNvPr name="Freeform 13" id="13"/>
            <p:cNvSpPr/>
            <p:nvPr/>
          </p:nvSpPr>
          <p:spPr>
            <a:xfrm flipH="false" flipV="false" rot="0">
              <a:off x="0" y="0"/>
              <a:ext cx="406400" cy="406400"/>
            </a:xfrm>
            <a:custGeom>
              <a:avLst/>
              <a:gdLst/>
              <a:ahLst/>
              <a:cxnLst/>
              <a:rect r="r" b="b" t="t" l="l"/>
              <a:pathLst>
                <a:path h="406400" w="406400">
                  <a:moveTo>
                    <a:pt x="203200" y="0"/>
                  </a:moveTo>
                  <a:cubicBezTo>
                    <a:pt x="90976" y="0"/>
                    <a:pt x="0" y="90976"/>
                    <a:pt x="0" y="203200"/>
                  </a:cubicBezTo>
                  <a:cubicBezTo>
                    <a:pt x="0" y="315424"/>
                    <a:pt x="90976" y="406400"/>
                    <a:pt x="203200" y="406400"/>
                  </a:cubicBezTo>
                  <a:cubicBezTo>
                    <a:pt x="315424" y="406400"/>
                    <a:pt x="406400" y="315424"/>
                    <a:pt x="406400" y="203200"/>
                  </a:cubicBezTo>
                  <a:cubicBezTo>
                    <a:pt x="406400" y="90976"/>
                    <a:pt x="315424" y="0"/>
                    <a:pt x="203200" y="0"/>
                  </a:cubicBezTo>
                  <a:close/>
                </a:path>
              </a:pathLst>
            </a:custGeom>
            <a:solidFill>
              <a:srgbClr val="000000">
                <a:alpha val="0"/>
              </a:srgbClr>
            </a:solidFill>
            <a:ln w="38100" cap="sq">
              <a:solidFill>
                <a:srgbClr val="FCD739"/>
              </a:solidFill>
              <a:prstDash val="solid"/>
              <a:miter/>
            </a:ln>
          </p:spPr>
        </p:sp>
        <p:sp>
          <p:nvSpPr>
            <p:cNvPr name="TextBox 14" id="14"/>
            <p:cNvSpPr txBox="true"/>
            <p:nvPr/>
          </p:nvSpPr>
          <p:spPr>
            <a:xfrm>
              <a:off x="38100" y="-95250"/>
              <a:ext cx="330200" cy="463550"/>
            </a:xfrm>
            <a:prstGeom prst="rect">
              <a:avLst/>
            </a:prstGeom>
          </p:spPr>
          <p:txBody>
            <a:bodyPr anchor="ctr" rtlCol="false" tIns="50800" lIns="50800" bIns="50800" rIns="50800"/>
            <a:lstStyle/>
            <a:p>
              <a:pPr algn="ctr">
                <a:lnSpc>
                  <a:spcPts val="4249"/>
                </a:lnSpc>
              </a:pPr>
            </a:p>
          </p:txBody>
        </p:sp>
      </p:grpSp>
      <p:sp>
        <p:nvSpPr>
          <p:cNvPr name="Freeform 15" id="15"/>
          <p:cNvSpPr/>
          <p:nvPr/>
        </p:nvSpPr>
        <p:spPr>
          <a:xfrm flipH="false" flipV="false" rot="0">
            <a:off x="16406791" y="6097722"/>
            <a:ext cx="1469539" cy="1469539"/>
          </a:xfrm>
          <a:custGeom>
            <a:avLst/>
            <a:gdLst/>
            <a:ahLst/>
            <a:cxnLst/>
            <a:rect r="r" b="b" t="t" l="l"/>
            <a:pathLst>
              <a:path h="1469539" w="1469539">
                <a:moveTo>
                  <a:pt x="0" y="0"/>
                </a:moveTo>
                <a:lnTo>
                  <a:pt x="1469538" y="0"/>
                </a:lnTo>
                <a:lnTo>
                  <a:pt x="1469538" y="1469539"/>
                </a:lnTo>
                <a:lnTo>
                  <a:pt x="0" y="146953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52238"/>
        </a:solidFill>
      </p:bgPr>
    </p:bg>
    <p:spTree>
      <p:nvGrpSpPr>
        <p:cNvPr id="1" name=""/>
        <p:cNvGrpSpPr/>
        <p:nvPr/>
      </p:nvGrpSpPr>
      <p:grpSpPr>
        <a:xfrm>
          <a:off x="0" y="0"/>
          <a:ext cx="0" cy="0"/>
          <a:chOff x="0" y="0"/>
          <a:chExt cx="0" cy="0"/>
        </a:xfrm>
      </p:grpSpPr>
      <p:sp>
        <p:nvSpPr>
          <p:cNvPr name="Freeform 2" id="2"/>
          <p:cNvSpPr/>
          <p:nvPr/>
        </p:nvSpPr>
        <p:spPr>
          <a:xfrm flipH="true" flipV="false" rot="0">
            <a:off x="16047304" y="1028700"/>
            <a:ext cx="1211996" cy="4114800"/>
          </a:xfrm>
          <a:custGeom>
            <a:avLst/>
            <a:gdLst/>
            <a:ahLst/>
            <a:cxnLst/>
            <a:rect r="r" b="b" t="t" l="l"/>
            <a:pathLst>
              <a:path h="4114800" w="1211996">
                <a:moveTo>
                  <a:pt x="1211996" y="0"/>
                </a:moveTo>
                <a:lnTo>
                  <a:pt x="0" y="0"/>
                </a:lnTo>
                <a:lnTo>
                  <a:pt x="0" y="4114800"/>
                </a:lnTo>
                <a:lnTo>
                  <a:pt x="1211996" y="4114800"/>
                </a:lnTo>
                <a:lnTo>
                  <a:pt x="121199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0" y="0"/>
            <a:ext cx="3294222" cy="3471115"/>
          </a:xfrm>
          <a:custGeom>
            <a:avLst/>
            <a:gdLst/>
            <a:ahLst/>
            <a:cxnLst/>
            <a:rect r="r" b="b" t="t" l="l"/>
            <a:pathLst>
              <a:path h="3471115" w="3294222">
                <a:moveTo>
                  <a:pt x="3294222" y="0"/>
                </a:moveTo>
                <a:lnTo>
                  <a:pt x="0" y="0"/>
                </a:lnTo>
                <a:lnTo>
                  <a:pt x="0" y="3471115"/>
                </a:lnTo>
                <a:lnTo>
                  <a:pt x="3294222" y="3471115"/>
                </a:lnTo>
                <a:lnTo>
                  <a:pt x="329422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true" rot="0">
            <a:off x="2005625" y="1798617"/>
            <a:ext cx="1802476" cy="2574965"/>
          </a:xfrm>
          <a:custGeom>
            <a:avLst/>
            <a:gdLst/>
            <a:ahLst/>
            <a:cxnLst/>
            <a:rect r="r" b="b" t="t" l="l"/>
            <a:pathLst>
              <a:path h="2574965" w="1802476">
                <a:moveTo>
                  <a:pt x="1802476" y="2574966"/>
                </a:moveTo>
                <a:lnTo>
                  <a:pt x="0" y="2574966"/>
                </a:lnTo>
                <a:lnTo>
                  <a:pt x="0" y="0"/>
                </a:lnTo>
                <a:lnTo>
                  <a:pt x="1802476" y="0"/>
                </a:lnTo>
                <a:lnTo>
                  <a:pt x="1802476" y="257496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5529825" y="1901058"/>
            <a:ext cx="9102321" cy="933450"/>
          </a:xfrm>
          <a:prstGeom prst="rect">
            <a:avLst/>
          </a:prstGeom>
        </p:spPr>
        <p:txBody>
          <a:bodyPr anchor="t" rtlCol="false" tIns="0" lIns="0" bIns="0" rIns="0">
            <a:spAutoFit/>
          </a:bodyPr>
          <a:lstStyle/>
          <a:p>
            <a:pPr algn="l">
              <a:lnSpc>
                <a:spcPts val="7200"/>
              </a:lnSpc>
            </a:pPr>
            <a:r>
              <a:rPr lang="en-US" sz="6000">
                <a:solidFill>
                  <a:srgbClr val="FFFFFF"/>
                </a:solidFill>
                <a:latin typeface="Glacial Indifference Bold"/>
              </a:rPr>
              <a:t>CSS STYLING</a:t>
            </a:r>
          </a:p>
        </p:txBody>
      </p:sp>
      <p:sp>
        <p:nvSpPr>
          <p:cNvPr name="TextBox 6" id="6"/>
          <p:cNvSpPr txBox="true"/>
          <p:nvPr/>
        </p:nvSpPr>
        <p:spPr>
          <a:xfrm rot="0">
            <a:off x="5518519" y="3423490"/>
            <a:ext cx="8598589" cy="422275"/>
          </a:xfrm>
          <a:prstGeom prst="rect">
            <a:avLst/>
          </a:prstGeom>
        </p:spPr>
        <p:txBody>
          <a:bodyPr anchor="t" rtlCol="false" tIns="0" lIns="0" bIns="0" rIns="0">
            <a:spAutoFit/>
          </a:bodyPr>
          <a:lstStyle/>
          <a:p>
            <a:pPr algn="l">
              <a:lnSpc>
                <a:spcPts val="3499"/>
              </a:lnSpc>
            </a:pPr>
            <a:r>
              <a:rPr lang="en-US" sz="2499">
                <a:solidFill>
                  <a:srgbClr val="FFFFFF"/>
                </a:solidFill>
                <a:latin typeface="Glacial Indifference Bold"/>
              </a:rPr>
              <a:t>THE CSS FILE DEFINES THE STYLING FOR THE PORTFOLIO</a:t>
            </a:r>
          </a:p>
        </p:txBody>
      </p:sp>
      <p:sp>
        <p:nvSpPr>
          <p:cNvPr name="TextBox 7" id="7"/>
          <p:cNvSpPr txBox="true"/>
          <p:nvPr/>
        </p:nvSpPr>
        <p:spPr>
          <a:xfrm rot="0">
            <a:off x="4924327" y="4455365"/>
            <a:ext cx="8439347" cy="3600450"/>
          </a:xfrm>
          <a:prstGeom prst="rect">
            <a:avLst/>
          </a:prstGeom>
        </p:spPr>
        <p:txBody>
          <a:bodyPr anchor="t" rtlCol="false" tIns="0" lIns="0" bIns="0" rIns="0">
            <a:spAutoFit/>
          </a:bodyPr>
          <a:lstStyle/>
          <a:p>
            <a:pPr algn="l" marL="539749" indent="-269875" lvl="1">
              <a:lnSpc>
                <a:spcPts val="3224"/>
              </a:lnSpc>
              <a:buFont typeface="Arial"/>
              <a:buChar char="•"/>
            </a:pPr>
            <a:r>
              <a:rPr lang="en-US" sz="2499">
                <a:solidFill>
                  <a:srgbClr val="FCD739"/>
                </a:solidFill>
                <a:latin typeface="Glacial Indifference Bold"/>
              </a:rPr>
              <a:t>FLEXBOX LAYOUT: USED FOR ALIGNING AND SPACING ELEMENTS.</a:t>
            </a:r>
          </a:p>
          <a:p>
            <a:pPr algn="l" marL="539749" indent="-269875" lvl="1">
              <a:lnSpc>
                <a:spcPts val="3224"/>
              </a:lnSpc>
              <a:buFont typeface="Arial"/>
              <a:buChar char="•"/>
            </a:pPr>
            <a:r>
              <a:rPr lang="en-US" sz="2499">
                <a:solidFill>
                  <a:srgbClr val="FCD739"/>
                </a:solidFill>
                <a:latin typeface="Glacial Indifference Bold"/>
              </a:rPr>
              <a:t>Profile Picture Styling: Ensures the profile picture is displayed correctly with a round shape.</a:t>
            </a:r>
          </a:p>
          <a:p>
            <a:pPr algn="l" marL="539749" indent="-269875" lvl="1">
              <a:lnSpc>
                <a:spcPts val="3224"/>
              </a:lnSpc>
              <a:buFont typeface="Arial"/>
              <a:buChar char="•"/>
            </a:pPr>
            <a:r>
              <a:rPr lang="en-US" sz="2499">
                <a:solidFill>
                  <a:srgbClr val="FCD739"/>
                </a:solidFill>
                <a:latin typeface="Glacial Indifference Bold"/>
              </a:rPr>
              <a:t>Typography: Consistent font styles for readability.</a:t>
            </a:r>
          </a:p>
          <a:p>
            <a:pPr algn="l" marL="539749" indent="-269875" lvl="1">
              <a:lnSpc>
                <a:spcPts val="3224"/>
              </a:lnSpc>
              <a:buFont typeface="Arial"/>
              <a:buChar char="•"/>
            </a:pPr>
            <a:r>
              <a:rPr lang="en-US" sz="2499">
                <a:solidFill>
                  <a:srgbClr val="FCD739"/>
                </a:solidFill>
                <a:latin typeface="Glacial Indifference Bold"/>
              </a:rPr>
              <a:t>Responsive Design: Adjusts layout based on screen size for better accessibility.</a:t>
            </a:r>
          </a:p>
        </p:txBody>
      </p:sp>
      <p:sp>
        <p:nvSpPr>
          <p:cNvPr name="Freeform 8" id="8"/>
          <p:cNvSpPr/>
          <p:nvPr/>
        </p:nvSpPr>
        <p:spPr>
          <a:xfrm flipH="false" flipV="false" rot="1112337">
            <a:off x="12088507" y="5926697"/>
            <a:ext cx="8270521" cy="7353245"/>
          </a:xfrm>
          <a:custGeom>
            <a:avLst/>
            <a:gdLst/>
            <a:ahLst/>
            <a:cxnLst/>
            <a:rect r="r" b="b" t="t" l="l"/>
            <a:pathLst>
              <a:path h="7353245" w="8270521">
                <a:moveTo>
                  <a:pt x="0" y="0"/>
                </a:moveTo>
                <a:lnTo>
                  <a:pt x="8270521" y="0"/>
                </a:lnTo>
                <a:lnTo>
                  <a:pt x="8270521" y="7353245"/>
                </a:lnTo>
                <a:lnTo>
                  <a:pt x="0" y="735324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3594286" y="8021575"/>
            <a:ext cx="3059016" cy="739417"/>
          </a:xfrm>
          <a:custGeom>
            <a:avLst/>
            <a:gdLst/>
            <a:ahLst/>
            <a:cxnLst/>
            <a:rect r="r" b="b" t="t" l="l"/>
            <a:pathLst>
              <a:path h="739417" w="3059016">
                <a:moveTo>
                  <a:pt x="0" y="0"/>
                </a:moveTo>
                <a:lnTo>
                  <a:pt x="3059016" y="0"/>
                </a:lnTo>
                <a:lnTo>
                  <a:pt x="3059016" y="739416"/>
                </a:lnTo>
                <a:lnTo>
                  <a:pt x="0" y="739416"/>
                </a:lnTo>
                <a:lnTo>
                  <a:pt x="0" y="0"/>
                </a:lnTo>
                <a:close/>
              </a:path>
            </a:pathLst>
          </a:custGeom>
          <a:blipFill>
            <a:blip r:embed="rId10">
              <a:extLst>
                <a:ext uri="{96DAC541-7B7A-43D3-8B79-37D633B846F1}">
                  <asvg:svgBlip xmlns:asvg="http://schemas.microsoft.com/office/drawing/2016/SVG/main" r:embed="rId11"/>
                </a:ext>
              </a:extLst>
            </a:blip>
            <a:stretch>
              <a:fillRect l="0" t="0" r="0" b="-126410"/>
            </a:stretch>
          </a:blipFill>
        </p:spPr>
      </p:sp>
      <p:grpSp>
        <p:nvGrpSpPr>
          <p:cNvPr name="Group 10" id="10"/>
          <p:cNvGrpSpPr/>
          <p:nvPr/>
        </p:nvGrpSpPr>
        <p:grpSpPr>
          <a:xfrm rot="0">
            <a:off x="17082730" y="9258300"/>
            <a:ext cx="353140" cy="353140"/>
            <a:chOff x="0" y="0"/>
            <a:chExt cx="406400" cy="406400"/>
          </a:xfrm>
        </p:grpSpPr>
        <p:sp>
          <p:nvSpPr>
            <p:cNvPr name="Freeform 11" id="11"/>
            <p:cNvSpPr/>
            <p:nvPr/>
          </p:nvSpPr>
          <p:spPr>
            <a:xfrm flipH="false" flipV="false" rot="0">
              <a:off x="0" y="0"/>
              <a:ext cx="406400" cy="406400"/>
            </a:xfrm>
            <a:custGeom>
              <a:avLst/>
              <a:gdLst/>
              <a:ahLst/>
              <a:cxnLst/>
              <a:rect r="r" b="b" t="t" l="l"/>
              <a:pathLst>
                <a:path h="406400" w="406400">
                  <a:moveTo>
                    <a:pt x="203200" y="0"/>
                  </a:moveTo>
                  <a:cubicBezTo>
                    <a:pt x="90976" y="0"/>
                    <a:pt x="0" y="90976"/>
                    <a:pt x="0" y="203200"/>
                  </a:cubicBezTo>
                  <a:cubicBezTo>
                    <a:pt x="0" y="315424"/>
                    <a:pt x="90976" y="406400"/>
                    <a:pt x="203200" y="406400"/>
                  </a:cubicBezTo>
                  <a:cubicBezTo>
                    <a:pt x="315424" y="406400"/>
                    <a:pt x="406400" y="315424"/>
                    <a:pt x="406400" y="203200"/>
                  </a:cubicBezTo>
                  <a:cubicBezTo>
                    <a:pt x="406400" y="90976"/>
                    <a:pt x="315424" y="0"/>
                    <a:pt x="203200" y="0"/>
                  </a:cubicBezTo>
                  <a:close/>
                </a:path>
              </a:pathLst>
            </a:custGeom>
            <a:solidFill>
              <a:srgbClr val="FCD739"/>
            </a:solidFill>
          </p:spPr>
        </p:sp>
        <p:sp>
          <p:nvSpPr>
            <p:cNvPr name="TextBox 12" id="12"/>
            <p:cNvSpPr txBox="true"/>
            <p:nvPr/>
          </p:nvSpPr>
          <p:spPr>
            <a:xfrm>
              <a:off x="38100" y="-95250"/>
              <a:ext cx="330200" cy="463550"/>
            </a:xfrm>
            <a:prstGeom prst="rect">
              <a:avLst/>
            </a:prstGeom>
          </p:spPr>
          <p:txBody>
            <a:bodyPr anchor="ctr" rtlCol="false" tIns="50800" lIns="50800" bIns="50800" rIns="50800"/>
            <a:lstStyle/>
            <a:p>
              <a:pPr algn="ctr">
                <a:lnSpc>
                  <a:spcPts val="4249"/>
                </a:lnSpc>
              </a:pPr>
            </a:p>
          </p:txBody>
        </p:sp>
      </p:grpSp>
      <p:grpSp>
        <p:nvGrpSpPr>
          <p:cNvPr name="Group 13" id="13"/>
          <p:cNvGrpSpPr/>
          <p:nvPr/>
        </p:nvGrpSpPr>
        <p:grpSpPr>
          <a:xfrm rot="0">
            <a:off x="14117108" y="9258300"/>
            <a:ext cx="353140" cy="353140"/>
            <a:chOff x="0" y="0"/>
            <a:chExt cx="406400" cy="406400"/>
          </a:xfrm>
        </p:grpSpPr>
        <p:sp>
          <p:nvSpPr>
            <p:cNvPr name="Freeform 14" id="14"/>
            <p:cNvSpPr/>
            <p:nvPr/>
          </p:nvSpPr>
          <p:spPr>
            <a:xfrm flipH="false" flipV="false" rot="0">
              <a:off x="0" y="0"/>
              <a:ext cx="406400" cy="406400"/>
            </a:xfrm>
            <a:custGeom>
              <a:avLst/>
              <a:gdLst/>
              <a:ahLst/>
              <a:cxnLst/>
              <a:rect r="r" b="b" t="t" l="l"/>
              <a:pathLst>
                <a:path h="406400" w="406400">
                  <a:moveTo>
                    <a:pt x="203200" y="0"/>
                  </a:moveTo>
                  <a:cubicBezTo>
                    <a:pt x="90976" y="0"/>
                    <a:pt x="0" y="90976"/>
                    <a:pt x="0" y="203200"/>
                  </a:cubicBezTo>
                  <a:cubicBezTo>
                    <a:pt x="0" y="315424"/>
                    <a:pt x="90976" y="406400"/>
                    <a:pt x="203200" y="406400"/>
                  </a:cubicBezTo>
                  <a:cubicBezTo>
                    <a:pt x="315424" y="406400"/>
                    <a:pt x="406400" y="315424"/>
                    <a:pt x="406400" y="203200"/>
                  </a:cubicBezTo>
                  <a:cubicBezTo>
                    <a:pt x="406400" y="90976"/>
                    <a:pt x="315424" y="0"/>
                    <a:pt x="203200" y="0"/>
                  </a:cubicBezTo>
                  <a:close/>
                </a:path>
              </a:pathLst>
            </a:custGeom>
            <a:solidFill>
              <a:srgbClr val="000000">
                <a:alpha val="0"/>
              </a:srgbClr>
            </a:solidFill>
            <a:ln w="38100" cap="sq">
              <a:solidFill>
                <a:srgbClr val="FCD739"/>
              </a:solidFill>
              <a:prstDash val="solid"/>
              <a:miter/>
            </a:ln>
          </p:spPr>
        </p:sp>
        <p:sp>
          <p:nvSpPr>
            <p:cNvPr name="TextBox 15" id="15"/>
            <p:cNvSpPr txBox="true"/>
            <p:nvPr/>
          </p:nvSpPr>
          <p:spPr>
            <a:xfrm>
              <a:off x="38100" y="-95250"/>
              <a:ext cx="330200" cy="463550"/>
            </a:xfrm>
            <a:prstGeom prst="rect">
              <a:avLst/>
            </a:prstGeom>
          </p:spPr>
          <p:txBody>
            <a:bodyPr anchor="ctr" rtlCol="false" tIns="50800" lIns="50800" bIns="50800" rIns="50800"/>
            <a:lstStyle/>
            <a:p>
              <a:pPr algn="ctr">
                <a:lnSpc>
                  <a:spcPts val="4249"/>
                </a:lnSpc>
              </a:pPr>
            </a:p>
          </p:txBody>
        </p:sp>
      </p:grpSp>
      <p:sp>
        <p:nvSpPr>
          <p:cNvPr name="Freeform 16" id="16"/>
          <p:cNvSpPr/>
          <p:nvPr/>
        </p:nvSpPr>
        <p:spPr>
          <a:xfrm flipH="false" flipV="false" rot="0">
            <a:off x="16406791" y="6097722"/>
            <a:ext cx="1469539" cy="1469539"/>
          </a:xfrm>
          <a:custGeom>
            <a:avLst/>
            <a:gdLst/>
            <a:ahLst/>
            <a:cxnLst/>
            <a:rect r="r" b="b" t="t" l="l"/>
            <a:pathLst>
              <a:path h="1469539" w="1469539">
                <a:moveTo>
                  <a:pt x="0" y="0"/>
                </a:moveTo>
                <a:lnTo>
                  <a:pt x="1469538" y="0"/>
                </a:lnTo>
                <a:lnTo>
                  <a:pt x="1469538" y="1469539"/>
                </a:lnTo>
                <a:lnTo>
                  <a:pt x="0" y="146953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52238"/>
        </a:solidFill>
      </p:bgPr>
    </p:bg>
    <p:spTree>
      <p:nvGrpSpPr>
        <p:cNvPr id="1" name=""/>
        <p:cNvGrpSpPr/>
        <p:nvPr/>
      </p:nvGrpSpPr>
      <p:grpSpPr>
        <a:xfrm>
          <a:off x="0" y="0"/>
          <a:ext cx="0" cy="0"/>
          <a:chOff x="0" y="0"/>
          <a:chExt cx="0" cy="0"/>
        </a:xfrm>
      </p:grpSpPr>
      <p:sp>
        <p:nvSpPr>
          <p:cNvPr name="Freeform 2" id="2"/>
          <p:cNvSpPr/>
          <p:nvPr/>
        </p:nvSpPr>
        <p:spPr>
          <a:xfrm flipH="false" flipV="false" rot="0">
            <a:off x="1468808" y="0"/>
            <a:ext cx="15350383" cy="10287000"/>
          </a:xfrm>
          <a:custGeom>
            <a:avLst/>
            <a:gdLst/>
            <a:ahLst/>
            <a:cxnLst/>
            <a:rect r="r" b="b" t="t" l="l"/>
            <a:pathLst>
              <a:path h="10287000" w="15350383">
                <a:moveTo>
                  <a:pt x="0" y="0"/>
                </a:moveTo>
                <a:lnTo>
                  <a:pt x="15350384" y="0"/>
                </a:lnTo>
                <a:lnTo>
                  <a:pt x="15350384" y="10287000"/>
                </a:lnTo>
                <a:lnTo>
                  <a:pt x="0" y="10287000"/>
                </a:lnTo>
                <a:lnTo>
                  <a:pt x="0" y="0"/>
                </a:lnTo>
                <a:close/>
              </a:path>
            </a:pathLst>
          </a:custGeom>
          <a:blipFill>
            <a:blip r:embed="rId2"/>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52238"/>
        </a:solidFill>
      </p:bgPr>
    </p:bg>
    <p:spTree>
      <p:nvGrpSpPr>
        <p:cNvPr id="1" name=""/>
        <p:cNvGrpSpPr/>
        <p:nvPr/>
      </p:nvGrpSpPr>
      <p:grpSpPr>
        <a:xfrm>
          <a:off x="0" y="0"/>
          <a:ext cx="0" cy="0"/>
          <a:chOff x="0" y="0"/>
          <a:chExt cx="0" cy="0"/>
        </a:xfrm>
      </p:grpSpPr>
      <p:sp>
        <p:nvSpPr>
          <p:cNvPr name="Freeform 2" id="2"/>
          <p:cNvSpPr/>
          <p:nvPr/>
        </p:nvSpPr>
        <p:spPr>
          <a:xfrm flipH="true" flipV="false" rot="0">
            <a:off x="17814896" y="-126225"/>
            <a:ext cx="1211996" cy="4114800"/>
          </a:xfrm>
          <a:custGeom>
            <a:avLst/>
            <a:gdLst/>
            <a:ahLst/>
            <a:cxnLst/>
            <a:rect r="r" b="b" t="t" l="l"/>
            <a:pathLst>
              <a:path h="4114800" w="1211996">
                <a:moveTo>
                  <a:pt x="1211995" y="0"/>
                </a:moveTo>
                <a:lnTo>
                  <a:pt x="0" y="0"/>
                </a:lnTo>
                <a:lnTo>
                  <a:pt x="0" y="4114800"/>
                </a:lnTo>
                <a:lnTo>
                  <a:pt x="1211995" y="4114800"/>
                </a:lnTo>
                <a:lnTo>
                  <a:pt x="121199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0" y="0"/>
            <a:ext cx="3294222" cy="3471115"/>
          </a:xfrm>
          <a:custGeom>
            <a:avLst/>
            <a:gdLst/>
            <a:ahLst/>
            <a:cxnLst/>
            <a:rect r="r" b="b" t="t" l="l"/>
            <a:pathLst>
              <a:path h="3471115" w="3294222">
                <a:moveTo>
                  <a:pt x="3294222" y="0"/>
                </a:moveTo>
                <a:lnTo>
                  <a:pt x="0" y="0"/>
                </a:lnTo>
                <a:lnTo>
                  <a:pt x="0" y="3471115"/>
                </a:lnTo>
                <a:lnTo>
                  <a:pt x="3294222" y="3471115"/>
                </a:lnTo>
                <a:lnTo>
                  <a:pt x="329422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28700" y="8263682"/>
            <a:ext cx="4114800" cy="994618"/>
          </a:xfrm>
          <a:custGeom>
            <a:avLst/>
            <a:gdLst/>
            <a:ahLst/>
            <a:cxnLst/>
            <a:rect r="r" b="b" t="t" l="l"/>
            <a:pathLst>
              <a:path h="994618" w="4114800">
                <a:moveTo>
                  <a:pt x="0" y="0"/>
                </a:moveTo>
                <a:lnTo>
                  <a:pt x="4114800" y="0"/>
                </a:lnTo>
                <a:lnTo>
                  <a:pt x="4114800" y="994618"/>
                </a:lnTo>
                <a:lnTo>
                  <a:pt x="0" y="994618"/>
                </a:lnTo>
                <a:lnTo>
                  <a:pt x="0" y="0"/>
                </a:lnTo>
                <a:close/>
              </a:path>
            </a:pathLst>
          </a:custGeom>
          <a:blipFill>
            <a:blip r:embed="rId6">
              <a:extLst>
                <a:ext uri="{96DAC541-7B7A-43D3-8B79-37D633B846F1}">
                  <asvg:svgBlip xmlns:asvg="http://schemas.microsoft.com/office/drawing/2016/SVG/main" r:embed="rId7"/>
                </a:ext>
              </a:extLst>
            </a:blip>
            <a:stretch>
              <a:fillRect l="0" t="0" r="0" b="-126410"/>
            </a:stretch>
          </a:blipFill>
        </p:spPr>
      </p:sp>
      <p:sp>
        <p:nvSpPr>
          <p:cNvPr name="TextBox 5" id="5"/>
          <p:cNvSpPr txBox="true"/>
          <p:nvPr/>
        </p:nvSpPr>
        <p:spPr>
          <a:xfrm rot="0">
            <a:off x="4500045" y="2137550"/>
            <a:ext cx="11684720" cy="1851025"/>
          </a:xfrm>
          <a:prstGeom prst="rect">
            <a:avLst/>
          </a:prstGeom>
        </p:spPr>
        <p:txBody>
          <a:bodyPr anchor="t" rtlCol="false" tIns="0" lIns="0" bIns="0" rIns="0">
            <a:spAutoFit/>
          </a:bodyPr>
          <a:lstStyle/>
          <a:p>
            <a:pPr algn="l">
              <a:lnSpc>
                <a:spcPts val="5599"/>
              </a:lnSpc>
            </a:pPr>
            <a:r>
              <a:rPr lang="en-US" sz="3999">
                <a:solidFill>
                  <a:srgbClr val="FFFFFF"/>
                </a:solidFill>
                <a:latin typeface="Glacial Indifference Bold"/>
              </a:rPr>
              <a:t>PROFILE SECTION</a:t>
            </a:r>
          </a:p>
          <a:p>
            <a:pPr algn="l">
              <a:lnSpc>
                <a:spcPts val="5599"/>
              </a:lnSpc>
            </a:pPr>
          </a:p>
          <a:p>
            <a:pPr algn="l">
              <a:lnSpc>
                <a:spcPts val="3500"/>
              </a:lnSpc>
              <a:spcBef>
                <a:spcPct val="0"/>
              </a:spcBef>
            </a:pPr>
            <a:r>
              <a:rPr lang="en-US" sz="2500">
                <a:solidFill>
                  <a:srgbClr val="FFFFFF"/>
                </a:solidFill>
                <a:latin typeface="Glacial Indifference Bold"/>
              </a:rPr>
              <a:t>THE PROFILE SECTION INCLUDES:</a:t>
            </a:r>
          </a:p>
        </p:txBody>
      </p:sp>
      <p:sp>
        <p:nvSpPr>
          <p:cNvPr name="TextBox 6" id="6"/>
          <p:cNvSpPr txBox="true"/>
          <p:nvPr/>
        </p:nvSpPr>
        <p:spPr>
          <a:xfrm rot="0">
            <a:off x="4500045" y="4700722"/>
            <a:ext cx="8866129" cy="2727325"/>
          </a:xfrm>
          <a:prstGeom prst="rect">
            <a:avLst/>
          </a:prstGeom>
        </p:spPr>
        <p:txBody>
          <a:bodyPr anchor="t" rtlCol="false" tIns="0" lIns="0" bIns="0" rIns="0">
            <a:spAutoFit/>
          </a:bodyPr>
          <a:lstStyle/>
          <a:p>
            <a:pPr algn="l" marL="539749" indent="-269875" lvl="1">
              <a:lnSpc>
                <a:spcPts val="3649"/>
              </a:lnSpc>
              <a:buFont typeface="Arial"/>
              <a:buChar char="•"/>
            </a:pPr>
            <a:r>
              <a:rPr lang="en-US" sz="2499">
                <a:solidFill>
                  <a:srgbClr val="FCD739"/>
                </a:solidFill>
                <a:latin typeface="Glacial Indifference Bold"/>
              </a:rPr>
              <a:t>PROFILE PICTURE: CENTER-ALIGNED WITH A CIRCULAR SHAPE.</a:t>
            </a:r>
          </a:p>
          <a:p>
            <a:pPr algn="l" marL="539749" indent="-269875" lvl="1">
              <a:lnSpc>
                <a:spcPts val="3649"/>
              </a:lnSpc>
              <a:buFont typeface="Arial"/>
              <a:buChar char="•"/>
            </a:pPr>
            <a:r>
              <a:rPr lang="en-US" sz="2499">
                <a:solidFill>
                  <a:srgbClr val="FCD739"/>
                </a:solidFill>
                <a:latin typeface="Glacial Indifference Bold"/>
              </a:rPr>
              <a:t>Name and Title: Displayed prominently below the profile picture.</a:t>
            </a:r>
          </a:p>
          <a:p>
            <a:pPr algn="l" marL="539749" indent="-269875" lvl="1">
              <a:lnSpc>
                <a:spcPts val="3649"/>
              </a:lnSpc>
              <a:buFont typeface="Arial"/>
              <a:buChar char="•"/>
            </a:pPr>
            <a:r>
              <a:rPr lang="en-US" sz="2499">
                <a:solidFill>
                  <a:srgbClr val="FCD739"/>
                </a:solidFill>
                <a:latin typeface="Glacial Indifference Bold"/>
              </a:rPr>
              <a:t>Container: Ensures content is well-organized and centered.</a:t>
            </a:r>
          </a:p>
        </p:txBody>
      </p:sp>
      <p:sp>
        <p:nvSpPr>
          <p:cNvPr name="Freeform 7" id="7"/>
          <p:cNvSpPr/>
          <p:nvPr/>
        </p:nvSpPr>
        <p:spPr>
          <a:xfrm flipH="false" flipV="false" rot="1112337">
            <a:off x="12088507" y="5926697"/>
            <a:ext cx="8270521" cy="7353245"/>
          </a:xfrm>
          <a:custGeom>
            <a:avLst/>
            <a:gdLst/>
            <a:ahLst/>
            <a:cxnLst/>
            <a:rect r="r" b="b" t="t" l="l"/>
            <a:pathLst>
              <a:path h="7353245" w="8270521">
                <a:moveTo>
                  <a:pt x="0" y="0"/>
                </a:moveTo>
                <a:lnTo>
                  <a:pt x="8270521" y="0"/>
                </a:lnTo>
                <a:lnTo>
                  <a:pt x="8270521" y="7353245"/>
                </a:lnTo>
                <a:lnTo>
                  <a:pt x="0" y="735324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3594286" y="8021575"/>
            <a:ext cx="3059016" cy="739417"/>
          </a:xfrm>
          <a:custGeom>
            <a:avLst/>
            <a:gdLst/>
            <a:ahLst/>
            <a:cxnLst/>
            <a:rect r="r" b="b" t="t" l="l"/>
            <a:pathLst>
              <a:path h="739417" w="3059016">
                <a:moveTo>
                  <a:pt x="0" y="0"/>
                </a:moveTo>
                <a:lnTo>
                  <a:pt x="3059016" y="0"/>
                </a:lnTo>
                <a:lnTo>
                  <a:pt x="3059016" y="739416"/>
                </a:lnTo>
                <a:lnTo>
                  <a:pt x="0" y="739416"/>
                </a:lnTo>
                <a:lnTo>
                  <a:pt x="0" y="0"/>
                </a:lnTo>
                <a:close/>
              </a:path>
            </a:pathLst>
          </a:custGeom>
          <a:blipFill>
            <a:blip r:embed="rId6">
              <a:extLst>
                <a:ext uri="{96DAC541-7B7A-43D3-8B79-37D633B846F1}">
                  <asvg:svgBlip xmlns:asvg="http://schemas.microsoft.com/office/drawing/2016/SVG/main" r:embed="rId7"/>
                </a:ext>
              </a:extLst>
            </a:blip>
            <a:stretch>
              <a:fillRect l="0" t="0" r="0" b="-126410"/>
            </a:stretch>
          </a:blipFill>
        </p:spPr>
      </p:sp>
      <p:grpSp>
        <p:nvGrpSpPr>
          <p:cNvPr name="Group 9" id="9"/>
          <p:cNvGrpSpPr/>
          <p:nvPr/>
        </p:nvGrpSpPr>
        <p:grpSpPr>
          <a:xfrm rot="0">
            <a:off x="17082730" y="9258300"/>
            <a:ext cx="353140" cy="353140"/>
            <a:chOff x="0" y="0"/>
            <a:chExt cx="406400" cy="406400"/>
          </a:xfrm>
        </p:grpSpPr>
        <p:sp>
          <p:nvSpPr>
            <p:cNvPr name="Freeform 10" id="10"/>
            <p:cNvSpPr/>
            <p:nvPr/>
          </p:nvSpPr>
          <p:spPr>
            <a:xfrm flipH="false" flipV="false" rot="0">
              <a:off x="0" y="0"/>
              <a:ext cx="406400" cy="406400"/>
            </a:xfrm>
            <a:custGeom>
              <a:avLst/>
              <a:gdLst/>
              <a:ahLst/>
              <a:cxnLst/>
              <a:rect r="r" b="b" t="t" l="l"/>
              <a:pathLst>
                <a:path h="406400" w="406400">
                  <a:moveTo>
                    <a:pt x="203200" y="0"/>
                  </a:moveTo>
                  <a:cubicBezTo>
                    <a:pt x="90976" y="0"/>
                    <a:pt x="0" y="90976"/>
                    <a:pt x="0" y="203200"/>
                  </a:cubicBezTo>
                  <a:cubicBezTo>
                    <a:pt x="0" y="315424"/>
                    <a:pt x="90976" y="406400"/>
                    <a:pt x="203200" y="406400"/>
                  </a:cubicBezTo>
                  <a:cubicBezTo>
                    <a:pt x="315424" y="406400"/>
                    <a:pt x="406400" y="315424"/>
                    <a:pt x="406400" y="203200"/>
                  </a:cubicBezTo>
                  <a:cubicBezTo>
                    <a:pt x="406400" y="90976"/>
                    <a:pt x="315424" y="0"/>
                    <a:pt x="203200" y="0"/>
                  </a:cubicBezTo>
                  <a:close/>
                </a:path>
              </a:pathLst>
            </a:custGeom>
            <a:solidFill>
              <a:srgbClr val="FCD739"/>
            </a:solidFill>
          </p:spPr>
        </p:sp>
        <p:sp>
          <p:nvSpPr>
            <p:cNvPr name="TextBox 11" id="11"/>
            <p:cNvSpPr txBox="true"/>
            <p:nvPr/>
          </p:nvSpPr>
          <p:spPr>
            <a:xfrm>
              <a:off x="38100" y="-95250"/>
              <a:ext cx="330200" cy="463550"/>
            </a:xfrm>
            <a:prstGeom prst="rect">
              <a:avLst/>
            </a:prstGeom>
          </p:spPr>
          <p:txBody>
            <a:bodyPr anchor="ctr" rtlCol="false" tIns="50800" lIns="50800" bIns="50800" rIns="50800"/>
            <a:lstStyle/>
            <a:p>
              <a:pPr algn="ctr">
                <a:lnSpc>
                  <a:spcPts val="4249"/>
                </a:lnSpc>
              </a:pPr>
            </a:p>
          </p:txBody>
        </p:sp>
      </p:grpSp>
      <p:grpSp>
        <p:nvGrpSpPr>
          <p:cNvPr name="Group 12" id="12"/>
          <p:cNvGrpSpPr/>
          <p:nvPr/>
        </p:nvGrpSpPr>
        <p:grpSpPr>
          <a:xfrm rot="0">
            <a:off x="14117108" y="9258300"/>
            <a:ext cx="353140" cy="353140"/>
            <a:chOff x="0" y="0"/>
            <a:chExt cx="406400" cy="406400"/>
          </a:xfrm>
        </p:grpSpPr>
        <p:sp>
          <p:nvSpPr>
            <p:cNvPr name="Freeform 13" id="13"/>
            <p:cNvSpPr/>
            <p:nvPr/>
          </p:nvSpPr>
          <p:spPr>
            <a:xfrm flipH="false" flipV="false" rot="0">
              <a:off x="0" y="0"/>
              <a:ext cx="406400" cy="406400"/>
            </a:xfrm>
            <a:custGeom>
              <a:avLst/>
              <a:gdLst/>
              <a:ahLst/>
              <a:cxnLst/>
              <a:rect r="r" b="b" t="t" l="l"/>
              <a:pathLst>
                <a:path h="406400" w="406400">
                  <a:moveTo>
                    <a:pt x="203200" y="0"/>
                  </a:moveTo>
                  <a:cubicBezTo>
                    <a:pt x="90976" y="0"/>
                    <a:pt x="0" y="90976"/>
                    <a:pt x="0" y="203200"/>
                  </a:cubicBezTo>
                  <a:cubicBezTo>
                    <a:pt x="0" y="315424"/>
                    <a:pt x="90976" y="406400"/>
                    <a:pt x="203200" y="406400"/>
                  </a:cubicBezTo>
                  <a:cubicBezTo>
                    <a:pt x="315424" y="406400"/>
                    <a:pt x="406400" y="315424"/>
                    <a:pt x="406400" y="203200"/>
                  </a:cubicBezTo>
                  <a:cubicBezTo>
                    <a:pt x="406400" y="90976"/>
                    <a:pt x="315424" y="0"/>
                    <a:pt x="203200" y="0"/>
                  </a:cubicBezTo>
                  <a:close/>
                </a:path>
              </a:pathLst>
            </a:custGeom>
            <a:solidFill>
              <a:srgbClr val="000000">
                <a:alpha val="0"/>
              </a:srgbClr>
            </a:solidFill>
            <a:ln w="38100" cap="sq">
              <a:solidFill>
                <a:srgbClr val="FCD739"/>
              </a:solidFill>
              <a:prstDash val="solid"/>
              <a:miter/>
            </a:ln>
          </p:spPr>
        </p:sp>
        <p:sp>
          <p:nvSpPr>
            <p:cNvPr name="TextBox 14" id="14"/>
            <p:cNvSpPr txBox="true"/>
            <p:nvPr/>
          </p:nvSpPr>
          <p:spPr>
            <a:xfrm>
              <a:off x="38100" y="-95250"/>
              <a:ext cx="330200" cy="463550"/>
            </a:xfrm>
            <a:prstGeom prst="rect">
              <a:avLst/>
            </a:prstGeom>
          </p:spPr>
          <p:txBody>
            <a:bodyPr anchor="ctr" rtlCol="false" tIns="50800" lIns="50800" bIns="50800" rIns="50800"/>
            <a:lstStyle/>
            <a:p>
              <a:pPr algn="ctr">
                <a:lnSpc>
                  <a:spcPts val="4249"/>
                </a:lnSpc>
              </a:pPr>
            </a:p>
          </p:txBody>
        </p:sp>
      </p:grpSp>
      <p:sp>
        <p:nvSpPr>
          <p:cNvPr name="Freeform 15" id="15"/>
          <p:cNvSpPr/>
          <p:nvPr/>
        </p:nvSpPr>
        <p:spPr>
          <a:xfrm flipH="false" flipV="false" rot="0">
            <a:off x="16406791" y="6097722"/>
            <a:ext cx="1469539" cy="1469539"/>
          </a:xfrm>
          <a:custGeom>
            <a:avLst/>
            <a:gdLst/>
            <a:ahLst/>
            <a:cxnLst/>
            <a:rect r="r" b="b" t="t" l="l"/>
            <a:pathLst>
              <a:path h="1469539" w="1469539">
                <a:moveTo>
                  <a:pt x="0" y="0"/>
                </a:moveTo>
                <a:lnTo>
                  <a:pt x="1469538" y="0"/>
                </a:lnTo>
                <a:lnTo>
                  <a:pt x="1469538" y="1469539"/>
                </a:lnTo>
                <a:lnTo>
                  <a:pt x="0" y="146953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52238"/>
        </a:solidFill>
      </p:bgPr>
    </p:bg>
    <p:spTree>
      <p:nvGrpSpPr>
        <p:cNvPr id="1" name=""/>
        <p:cNvGrpSpPr/>
        <p:nvPr/>
      </p:nvGrpSpPr>
      <p:grpSpPr>
        <a:xfrm>
          <a:off x="0" y="0"/>
          <a:ext cx="0" cy="0"/>
          <a:chOff x="0" y="0"/>
          <a:chExt cx="0" cy="0"/>
        </a:xfrm>
      </p:grpSpPr>
      <p:sp>
        <p:nvSpPr>
          <p:cNvPr name="Freeform 2" id="2"/>
          <p:cNvSpPr/>
          <p:nvPr/>
        </p:nvSpPr>
        <p:spPr>
          <a:xfrm flipH="false" flipV="false" rot="0">
            <a:off x="3181070" y="0"/>
            <a:ext cx="11925860" cy="10287000"/>
          </a:xfrm>
          <a:custGeom>
            <a:avLst/>
            <a:gdLst/>
            <a:ahLst/>
            <a:cxnLst/>
            <a:rect r="r" b="b" t="t" l="l"/>
            <a:pathLst>
              <a:path h="10287000" w="11925860">
                <a:moveTo>
                  <a:pt x="0" y="0"/>
                </a:moveTo>
                <a:lnTo>
                  <a:pt x="11925860" y="0"/>
                </a:lnTo>
                <a:lnTo>
                  <a:pt x="11925860" y="10287000"/>
                </a:lnTo>
                <a:lnTo>
                  <a:pt x="0" y="10287000"/>
                </a:lnTo>
                <a:lnTo>
                  <a:pt x="0" y="0"/>
                </a:lnTo>
                <a:close/>
              </a:path>
            </a:pathLst>
          </a:custGeom>
          <a:blipFill>
            <a:blip r:embed="rId2"/>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52238"/>
        </a:solidFill>
      </p:bgPr>
    </p:bg>
    <p:spTree>
      <p:nvGrpSpPr>
        <p:cNvPr id="1" name=""/>
        <p:cNvGrpSpPr/>
        <p:nvPr/>
      </p:nvGrpSpPr>
      <p:grpSpPr>
        <a:xfrm>
          <a:off x="0" y="0"/>
          <a:ext cx="0" cy="0"/>
          <a:chOff x="0" y="0"/>
          <a:chExt cx="0" cy="0"/>
        </a:xfrm>
      </p:grpSpPr>
      <p:sp>
        <p:nvSpPr>
          <p:cNvPr name="Freeform 2" id="2"/>
          <p:cNvSpPr/>
          <p:nvPr/>
        </p:nvSpPr>
        <p:spPr>
          <a:xfrm flipH="false" flipV="false" rot="0">
            <a:off x="3175540" y="0"/>
            <a:ext cx="11936920" cy="10287000"/>
          </a:xfrm>
          <a:custGeom>
            <a:avLst/>
            <a:gdLst/>
            <a:ahLst/>
            <a:cxnLst/>
            <a:rect r="r" b="b" t="t" l="l"/>
            <a:pathLst>
              <a:path h="10287000" w="11936920">
                <a:moveTo>
                  <a:pt x="0" y="0"/>
                </a:moveTo>
                <a:lnTo>
                  <a:pt x="11936920" y="0"/>
                </a:lnTo>
                <a:lnTo>
                  <a:pt x="11936920" y="10287000"/>
                </a:lnTo>
                <a:lnTo>
                  <a:pt x="0" y="10287000"/>
                </a:lnTo>
                <a:lnTo>
                  <a:pt x="0" y="0"/>
                </a:lnTo>
                <a:close/>
              </a:path>
            </a:pathLst>
          </a:custGeom>
          <a:blipFill>
            <a:blip r:embed="rId2"/>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52238"/>
        </a:solidFill>
      </p:bgPr>
    </p:bg>
    <p:spTree>
      <p:nvGrpSpPr>
        <p:cNvPr id="1" name=""/>
        <p:cNvGrpSpPr/>
        <p:nvPr/>
      </p:nvGrpSpPr>
      <p:grpSpPr>
        <a:xfrm>
          <a:off x="0" y="0"/>
          <a:ext cx="0" cy="0"/>
          <a:chOff x="0" y="0"/>
          <a:chExt cx="0" cy="0"/>
        </a:xfrm>
      </p:grpSpPr>
      <p:sp>
        <p:nvSpPr>
          <p:cNvPr name="Freeform 2" id="2"/>
          <p:cNvSpPr/>
          <p:nvPr/>
        </p:nvSpPr>
        <p:spPr>
          <a:xfrm flipH="true" flipV="false" rot="0">
            <a:off x="16047304" y="1028700"/>
            <a:ext cx="1211996" cy="4114800"/>
          </a:xfrm>
          <a:custGeom>
            <a:avLst/>
            <a:gdLst/>
            <a:ahLst/>
            <a:cxnLst/>
            <a:rect r="r" b="b" t="t" l="l"/>
            <a:pathLst>
              <a:path h="4114800" w="1211996">
                <a:moveTo>
                  <a:pt x="1211996" y="0"/>
                </a:moveTo>
                <a:lnTo>
                  <a:pt x="0" y="0"/>
                </a:lnTo>
                <a:lnTo>
                  <a:pt x="0" y="4114800"/>
                </a:lnTo>
                <a:lnTo>
                  <a:pt x="1211996" y="4114800"/>
                </a:lnTo>
                <a:lnTo>
                  <a:pt x="121199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0" y="0"/>
            <a:ext cx="3294222" cy="3471115"/>
          </a:xfrm>
          <a:custGeom>
            <a:avLst/>
            <a:gdLst/>
            <a:ahLst/>
            <a:cxnLst/>
            <a:rect r="r" b="b" t="t" l="l"/>
            <a:pathLst>
              <a:path h="3471115" w="3294222">
                <a:moveTo>
                  <a:pt x="3294222" y="0"/>
                </a:moveTo>
                <a:lnTo>
                  <a:pt x="0" y="0"/>
                </a:lnTo>
                <a:lnTo>
                  <a:pt x="0" y="3471115"/>
                </a:lnTo>
                <a:lnTo>
                  <a:pt x="3294222" y="3471115"/>
                </a:lnTo>
                <a:lnTo>
                  <a:pt x="329422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4755186" y="1812103"/>
            <a:ext cx="8839100" cy="2650489"/>
          </a:xfrm>
          <a:prstGeom prst="rect">
            <a:avLst/>
          </a:prstGeom>
        </p:spPr>
        <p:txBody>
          <a:bodyPr anchor="t" rtlCol="false" tIns="0" lIns="0" bIns="0" rIns="0">
            <a:spAutoFit/>
          </a:bodyPr>
          <a:lstStyle/>
          <a:p>
            <a:pPr algn="l">
              <a:lnSpc>
                <a:spcPts val="8400"/>
              </a:lnSpc>
            </a:pPr>
            <a:r>
              <a:rPr lang="en-US" sz="6000">
                <a:solidFill>
                  <a:srgbClr val="FFFFFF"/>
                </a:solidFill>
                <a:latin typeface="Glacial Indifference Bold"/>
              </a:rPr>
              <a:t>CONTACT INFORMATION</a:t>
            </a:r>
          </a:p>
          <a:p>
            <a:pPr algn="l">
              <a:lnSpc>
                <a:spcPts val="8400"/>
              </a:lnSpc>
            </a:pPr>
          </a:p>
          <a:p>
            <a:pPr algn="l">
              <a:lnSpc>
                <a:spcPts val="3920"/>
              </a:lnSpc>
              <a:spcBef>
                <a:spcPct val="0"/>
              </a:spcBef>
            </a:pPr>
            <a:r>
              <a:rPr lang="en-US" sz="2800">
                <a:solidFill>
                  <a:srgbClr val="FFFFFF"/>
                </a:solidFill>
                <a:latin typeface="Glacial Indifference Bold"/>
              </a:rPr>
              <a:t>THE CONTACT INFORMATION SECTION PROVIDES:</a:t>
            </a:r>
          </a:p>
        </p:txBody>
      </p:sp>
      <p:sp>
        <p:nvSpPr>
          <p:cNvPr name="TextBox 5" id="5"/>
          <p:cNvSpPr txBox="true"/>
          <p:nvPr/>
        </p:nvSpPr>
        <p:spPr>
          <a:xfrm rot="0">
            <a:off x="4724450" y="4728811"/>
            <a:ext cx="8839100" cy="2838450"/>
          </a:xfrm>
          <a:prstGeom prst="rect">
            <a:avLst/>
          </a:prstGeom>
        </p:spPr>
        <p:txBody>
          <a:bodyPr anchor="t" rtlCol="false" tIns="0" lIns="0" bIns="0" rIns="0">
            <a:spAutoFit/>
          </a:bodyPr>
          <a:lstStyle/>
          <a:p>
            <a:pPr algn="l" marL="539749" indent="-269875" lvl="1">
              <a:lnSpc>
                <a:spcPts val="3824"/>
              </a:lnSpc>
              <a:buFont typeface="Arial"/>
              <a:buChar char="•"/>
            </a:pPr>
            <a:r>
              <a:rPr lang="en-US" sz="2499">
                <a:solidFill>
                  <a:srgbClr val="FCD739"/>
                </a:solidFill>
                <a:latin typeface="Glacial Indifference Bold"/>
              </a:rPr>
              <a:t>PERSONAL DETAILS: DATE OF BIRTH, PHONE NUMBER, EMAIL, LINKEDIN, PERSONAL WEBSITE, AND ADDRESS.</a:t>
            </a:r>
          </a:p>
          <a:p>
            <a:pPr algn="l" marL="539749" indent="-269875" lvl="1">
              <a:lnSpc>
                <a:spcPts val="3824"/>
              </a:lnSpc>
              <a:buFont typeface="Arial"/>
              <a:buChar char="•"/>
            </a:pPr>
            <a:r>
              <a:rPr lang="en-US" sz="2499">
                <a:solidFill>
                  <a:srgbClr val="FCD739"/>
                </a:solidFill>
                <a:latin typeface="Glacial Indifference Bold"/>
              </a:rPr>
              <a:t>Links: Clickable links for LinkedIn profile and personal website.</a:t>
            </a:r>
          </a:p>
          <a:p>
            <a:pPr algn="l" marL="539749" indent="-269875" lvl="1">
              <a:lnSpc>
                <a:spcPts val="3824"/>
              </a:lnSpc>
              <a:buFont typeface="Arial"/>
              <a:buChar char="•"/>
            </a:pPr>
            <a:r>
              <a:rPr lang="en-US" sz="2499">
                <a:solidFill>
                  <a:srgbClr val="FCD739"/>
                </a:solidFill>
                <a:latin typeface="Glacial Indifference Bold"/>
              </a:rPr>
              <a:t>Formatting: Ensures information is easy to read and well-organized.</a:t>
            </a:r>
          </a:p>
        </p:txBody>
      </p:sp>
      <p:sp>
        <p:nvSpPr>
          <p:cNvPr name="Freeform 6" id="6"/>
          <p:cNvSpPr/>
          <p:nvPr/>
        </p:nvSpPr>
        <p:spPr>
          <a:xfrm flipH="false" flipV="false" rot="1112337">
            <a:off x="12088507" y="5926697"/>
            <a:ext cx="8270521" cy="7353245"/>
          </a:xfrm>
          <a:custGeom>
            <a:avLst/>
            <a:gdLst/>
            <a:ahLst/>
            <a:cxnLst/>
            <a:rect r="r" b="b" t="t" l="l"/>
            <a:pathLst>
              <a:path h="7353245" w="8270521">
                <a:moveTo>
                  <a:pt x="0" y="0"/>
                </a:moveTo>
                <a:lnTo>
                  <a:pt x="8270521" y="0"/>
                </a:lnTo>
                <a:lnTo>
                  <a:pt x="8270521" y="7353245"/>
                </a:lnTo>
                <a:lnTo>
                  <a:pt x="0" y="73532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594286" y="8021575"/>
            <a:ext cx="3059016" cy="739417"/>
          </a:xfrm>
          <a:custGeom>
            <a:avLst/>
            <a:gdLst/>
            <a:ahLst/>
            <a:cxnLst/>
            <a:rect r="r" b="b" t="t" l="l"/>
            <a:pathLst>
              <a:path h="739417" w="3059016">
                <a:moveTo>
                  <a:pt x="0" y="0"/>
                </a:moveTo>
                <a:lnTo>
                  <a:pt x="3059016" y="0"/>
                </a:lnTo>
                <a:lnTo>
                  <a:pt x="3059016" y="739416"/>
                </a:lnTo>
                <a:lnTo>
                  <a:pt x="0" y="739416"/>
                </a:lnTo>
                <a:lnTo>
                  <a:pt x="0" y="0"/>
                </a:lnTo>
                <a:close/>
              </a:path>
            </a:pathLst>
          </a:custGeom>
          <a:blipFill>
            <a:blip r:embed="rId8">
              <a:extLst>
                <a:ext uri="{96DAC541-7B7A-43D3-8B79-37D633B846F1}">
                  <asvg:svgBlip xmlns:asvg="http://schemas.microsoft.com/office/drawing/2016/SVG/main" r:embed="rId9"/>
                </a:ext>
              </a:extLst>
            </a:blip>
            <a:stretch>
              <a:fillRect l="0" t="0" r="0" b="-126410"/>
            </a:stretch>
          </a:blipFill>
        </p:spPr>
      </p:sp>
      <p:grpSp>
        <p:nvGrpSpPr>
          <p:cNvPr name="Group 8" id="8"/>
          <p:cNvGrpSpPr/>
          <p:nvPr/>
        </p:nvGrpSpPr>
        <p:grpSpPr>
          <a:xfrm rot="0">
            <a:off x="17082730" y="9258300"/>
            <a:ext cx="353140" cy="353140"/>
            <a:chOff x="0" y="0"/>
            <a:chExt cx="406400" cy="406400"/>
          </a:xfrm>
        </p:grpSpPr>
        <p:sp>
          <p:nvSpPr>
            <p:cNvPr name="Freeform 9" id="9"/>
            <p:cNvSpPr/>
            <p:nvPr/>
          </p:nvSpPr>
          <p:spPr>
            <a:xfrm flipH="false" flipV="false" rot="0">
              <a:off x="0" y="0"/>
              <a:ext cx="406400" cy="406400"/>
            </a:xfrm>
            <a:custGeom>
              <a:avLst/>
              <a:gdLst/>
              <a:ahLst/>
              <a:cxnLst/>
              <a:rect r="r" b="b" t="t" l="l"/>
              <a:pathLst>
                <a:path h="406400" w="406400">
                  <a:moveTo>
                    <a:pt x="203200" y="0"/>
                  </a:moveTo>
                  <a:cubicBezTo>
                    <a:pt x="90976" y="0"/>
                    <a:pt x="0" y="90976"/>
                    <a:pt x="0" y="203200"/>
                  </a:cubicBezTo>
                  <a:cubicBezTo>
                    <a:pt x="0" y="315424"/>
                    <a:pt x="90976" y="406400"/>
                    <a:pt x="203200" y="406400"/>
                  </a:cubicBezTo>
                  <a:cubicBezTo>
                    <a:pt x="315424" y="406400"/>
                    <a:pt x="406400" y="315424"/>
                    <a:pt x="406400" y="203200"/>
                  </a:cubicBezTo>
                  <a:cubicBezTo>
                    <a:pt x="406400" y="90976"/>
                    <a:pt x="315424" y="0"/>
                    <a:pt x="203200" y="0"/>
                  </a:cubicBezTo>
                  <a:close/>
                </a:path>
              </a:pathLst>
            </a:custGeom>
            <a:solidFill>
              <a:srgbClr val="FCD739"/>
            </a:solidFill>
          </p:spPr>
        </p:sp>
        <p:sp>
          <p:nvSpPr>
            <p:cNvPr name="TextBox 10" id="10"/>
            <p:cNvSpPr txBox="true"/>
            <p:nvPr/>
          </p:nvSpPr>
          <p:spPr>
            <a:xfrm>
              <a:off x="38100" y="-95250"/>
              <a:ext cx="330200" cy="463550"/>
            </a:xfrm>
            <a:prstGeom prst="rect">
              <a:avLst/>
            </a:prstGeom>
          </p:spPr>
          <p:txBody>
            <a:bodyPr anchor="ctr" rtlCol="false" tIns="50800" lIns="50800" bIns="50800" rIns="50800"/>
            <a:lstStyle/>
            <a:p>
              <a:pPr algn="ctr">
                <a:lnSpc>
                  <a:spcPts val="4249"/>
                </a:lnSpc>
              </a:pPr>
            </a:p>
          </p:txBody>
        </p:sp>
      </p:grpSp>
      <p:grpSp>
        <p:nvGrpSpPr>
          <p:cNvPr name="Group 11" id="11"/>
          <p:cNvGrpSpPr/>
          <p:nvPr/>
        </p:nvGrpSpPr>
        <p:grpSpPr>
          <a:xfrm rot="0">
            <a:off x="14117108" y="9258300"/>
            <a:ext cx="353140" cy="353140"/>
            <a:chOff x="0" y="0"/>
            <a:chExt cx="406400" cy="406400"/>
          </a:xfrm>
        </p:grpSpPr>
        <p:sp>
          <p:nvSpPr>
            <p:cNvPr name="Freeform 12" id="12"/>
            <p:cNvSpPr/>
            <p:nvPr/>
          </p:nvSpPr>
          <p:spPr>
            <a:xfrm flipH="false" flipV="false" rot="0">
              <a:off x="0" y="0"/>
              <a:ext cx="406400" cy="406400"/>
            </a:xfrm>
            <a:custGeom>
              <a:avLst/>
              <a:gdLst/>
              <a:ahLst/>
              <a:cxnLst/>
              <a:rect r="r" b="b" t="t" l="l"/>
              <a:pathLst>
                <a:path h="406400" w="406400">
                  <a:moveTo>
                    <a:pt x="203200" y="0"/>
                  </a:moveTo>
                  <a:cubicBezTo>
                    <a:pt x="90976" y="0"/>
                    <a:pt x="0" y="90976"/>
                    <a:pt x="0" y="203200"/>
                  </a:cubicBezTo>
                  <a:cubicBezTo>
                    <a:pt x="0" y="315424"/>
                    <a:pt x="90976" y="406400"/>
                    <a:pt x="203200" y="406400"/>
                  </a:cubicBezTo>
                  <a:cubicBezTo>
                    <a:pt x="315424" y="406400"/>
                    <a:pt x="406400" y="315424"/>
                    <a:pt x="406400" y="203200"/>
                  </a:cubicBezTo>
                  <a:cubicBezTo>
                    <a:pt x="406400" y="90976"/>
                    <a:pt x="315424" y="0"/>
                    <a:pt x="203200" y="0"/>
                  </a:cubicBezTo>
                  <a:close/>
                </a:path>
              </a:pathLst>
            </a:custGeom>
            <a:solidFill>
              <a:srgbClr val="000000">
                <a:alpha val="0"/>
              </a:srgbClr>
            </a:solidFill>
            <a:ln w="38100" cap="sq">
              <a:solidFill>
                <a:srgbClr val="FCD739"/>
              </a:solidFill>
              <a:prstDash val="solid"/>
              <a:miter/>
            </a:ln>
          </p:spPr>
        </p:sp>
        <p:sp>
          <p:nvSpPr>
            <p:cNvPr name="TextBox 13" id="13"/>
            <p:cNvSpPr txBox="true"/>
            <p:nvPr/>
          </p:nvSpPr>
          <p:spPr>
            <a:xfrm>
              <a:off x="38100" y="-95250"/>
              <a:ext cx="330200" cy="463550"/>
            </a:xfrm>
            <a:prstGeom prst="rect">
              <a:avLst/>
            </a:prstGeom>
          </p:spPr>
          <p:txBody>
            <a:bodyPr anchor="ctr" rtlCol="false" tIns="50800" lIns="50800" bIns="50800" rIns="50800"/>
            <a:lstStyle/>
            <a:p>
              <a:pPr algn="ctr">
                <a:lnSpc>
                  <a:spcPts val="4249"/>
                </a:lnSpc>
              </a:pPr>
            </a:p>
          </p:txBody>
        </p:sp>
      </p:grpSp>
      <p:sp>
        <p:nvSpPr>
          <p:cNvPr name="Freeform 14" id="14"/>
          <p:cNvSpPr/>
          <p:nvPr/>
        </p:nvSpPr>
        <p:spPr>
          <a:xfrm flipH="false" flipV="false" rot="0">
            <a:off x="16406791" y="6097722"/>
            <a:ext cx="1469539" cy="1469539"/>
          </a:xfrm>
          <a:custGeom>
            <a:avLst/>
            <a:gdLst/>
            <a:ahLst/>
            <a:cxnLst/>
            <a:rect r="r" b="b" t="t" l="l"/>
            <a:pathLst>
              <a:path h="1469539" w="1469539">
                <a:moveTo>
                  <a:pt x="0" y="0"/>
                </a:moveTo>
                <a:lnTo>
                  <a:pt x="1469538" y="0"/>
                </a:lnTo>
                <a:lnTo>
                  <a:pt x="1469538" y="1469539"/>
                </a:lnTo>
                <a:lnTo>
                  <a:pt x="0" y="146953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52238"/>
        </a:solidFill>
      </p:bgPr>
    </p:bg>
    <p:spTree>
      <p:nvGrpSpPr>
        <p:cNvPr id="1" name=""/>
        <p:cNvGrpSpPr/>
        <p:nvPr/>
      </p:nvGrpSpPr>
      <p:grpSpPr>
        <a:xfrm>
          <a:off x="0" y="0"/>
          <a:ext cx="0" cy="0"/>
          <a:chOff x="0" y="0"/>
          <a:chExt cx="0" cy="0"/>
        </a:xfrm>
      </p:grpSpPr>
      <p:sp>
        <p:nvSpPr>
          <p:cNvPr name="Freeform 2" id="2"/>
          <p:cNvSpPr/>
          <p:nvPr/>
        </p:nvSpPr>
        <p:spPr>
          <a:xfrm flipH="true" flipV="false" rot="0">
            <a:off x="16047304" y="1028700"/>
            <a:ext cx="1211996" cy="4114800"/>
          </a:xfrm>
          <a:custGeom>
            <a:avLst/>
            <a:gdLst/>
            <a:ahLst/>
            <a:cxnLst/>
            <a:rect r="r" b="b" t="t" l="l"/>
            <a:pathLst>
              <a:path h="4114800" w="1211996">
                <a:moveTo>
                  <a:pt x="1211996" y="0"/>
                </a:moveTo>
                <a:lnTo>
                  <a:pt x="0" y="0"/>
                </a:lnTo>
                <a:lnTo>
                  <a:pt x="0" y="4114800"/>
                </a:lnTo>
                <a:lnTo>
                  <a:pt x="1211996" y="4114800"/>
                </a:lnTo>
                <a:lnTo>
                  <a:pt x="121199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0" y="0"/>
            <a:ext cx="3294222" cy="3471115"/>
          </a:xfrm>
          <a:custGeom>
            <a:avLst/>
            <a:gdLst/>
            <a:ahLst/>
            <a:cxnLst/>
            <a:rect r="r" b="b" t="t" l="l"/>
            <a:pathLst>
              <a:path h="3471115" w="3294222">
                <a:moveTo>
                  <a:pt x="3294222" y="0"/>
                </a:moveTo>
                <a:lnTo>
                  <a:pt x="0" y="0"/>
                </a:lnTo>
                <a:lnTo>
                  <a:pt x="0" y="3471115"/>
                </a:lnTo>
                <a:lnTo>
                  <a:pt x="3294222" y="3471115"/>
                </a:lnTo>
                <a:lnTo>
                  <a:pt x="329422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5454578" y="2096976"/>
            <a:ext cx="8839100" cy="2614929"/>
          </a:xfrm>
          <a:prstGeom prst="rect">
            <a:avLst/>
          </a:prstGeom>
        </p:spPr>
        <p:txBody>
          <a:bodyPr anchor="t" rtlCol="false" tIns="0" lIns="0" bIns="0" rIns="0">
            <a:spAutoFit/>
          </a:bodyPr>
          <a:lstStyle/>
          <a:p>
            <a:pPr algn="l">
              <a:lnSpc>
                <a:spcPts val="8400"/>
              </a:lnSpc>
            </a:pPr>
            <a:r>
              <a:rPr lang="en-US" sz="6000">
                <a:solidFill>
                  <a:srgbClr val="FFFFFF"/>
                </a:solidFill>
                <a:latin typeface="Glacial Indifference Bold"/>
              </a:rPr>
              <a:t>EDUCATION AND SKILLS</a:t>
            </a:r>
          </a:p>
          <a:p>
            <a:pPr algn="l">
              <a:lnSpc>
                <a:spcPts val="8400"/>
              </a:lnSpc>
            </a:pPr>
          </a:p>
          <a:p>
            <a:pPr algn="l">
              <a:lnSpc>
                <a:spcPts val="3640"/>
              </a:lnSpc>
              <a:spcBef>
                <a:spcPct val="0"/>
              </a:spcBef>
            </a:pPr>
            <a:r>
              <a:rPr lang="en-US" sz="2600">
                <a:solidFill>
                  <a:srgbClr val="FFFFFF"/>
                </a:solidFill>
                <a:latin typeface="Glacial Indifference Bold"/>
              </a:rPr>
              <a:t>THE EDUCATION AND SKILLS  SECTION HIGLIGHTS:</a:t>
            </a:r>
          </a:p>
        </p:txBody>
      </p:sp>
      <p:sp>
        <p:nvSpPr>
          <p:cNvPr name="Freeform 5" id="5"/>
          <p:cNvSpPr/>
          <p:nvPr/>
        </p:nvSpPr>
        <p:spPr>
          <a:xfrm flipH="true" flipV="true" rot="0">
            <a:off x="2428551" y="2230326"/>
            <a:ext cx="2419714" cy="3456735"/>
          </a:xfrm>
          <a:custGeom>
            <a:avLst/>
            <a:gdLst/>
            <a:ahLst/>
            <a:cxnLst/>
            <a:rect r="r" b="b" t="t" l="l"/>
            <a:pathLst>
              <a:path h="3456735" w="2419714">
                <a:moveTo>
                  <a:pt x="2419715" y="3456735"/>
                </a:moveTo>
                <a:lnTo>
                  <a:pt x="0" y="3456735"/>
                </a:lnTo>
                <a:lnTo>
                  <a:pt x="0" y="0"/>
                </a:lnTo>
                <a:lnTo>
                  <a:pt x="2419715" y="0"/>
                </a:lnTo>
                <a:lnTo>
                  <a:pt x="2419715" y="3456735"/>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028700" y="8263682"/>
            <a:ext cx="4114800" cy="994618"/>
          </a:xfrm>
          <a:custGeom>
            <a:avLst/>
            <a:gdLst/>
            <a:ahLst/>
            <a:cxnLst/>
            <a:rect r="r" b="b" t="t" l="l"/>
            <a:pathLst>
              <a:path h="994618" w="4114800">
                <a:moveTo>
                  <a:pt x="0" y="0"/>
                </a:moveTo>
                <a:lnTo>
                  <a:pt x="4114800" y="0"/>
                </a:lnTo>
                <a:lnTo>
                  <a:pt x="4114800" y="994618"/>
                </a:lnTo>
                <a:lnTo>
                  <a:pt x="0" y="994618"/>
                </a:lnTo>
                <a:lnTo>
                  <a:pt x="0" y="0"/>
                </a:lnTo>
                <a:close/>
              </a:path>
            </a:pathLst>
          </a:custGeom>
          <a:blipFill>
            <a:blip r:embed="rId8">
              <a:extLst>
                <a:ext uri="{96DAC541-7B7A-43D3-8B79-37D633B846F1}">
                  <asvg:svgBlip xmlns:asvg="http://schemas.microsoft.com/office/drawing/2016/SVG/main" r:embed="rId9"/>
                </a:ext>
              </a:extLst>
            </a:blip>
            <a:stretch>
              <a:fillRect l="0" t="0" r="0" b="-126410"/>
            </a:stretch>
          </a:blipFill>
        </p:spPr>
      </p:sp>
      <p:sp>
        <p:nvSpPr>
          <p:cNvPr name="Freeform 7" id="7"/>
          <p:cNvSpPr/>
          <p:nvPr/>
        </p:nvSpPr>
        <p:spPr>
          <a:xfrm flipH="false" flipV="false" rot="1112337">
            <a:off x="12088507" y="5926697"/>
            <a:ext cx="8270521" cy="7353245"/>
          </a:xfrm>
          <a:custGeom>
            <a:avLst/>
            <a:gdLst/>
            <a:ahLst/>
            <a:cxnLst/>
            <a:rect r="r" b="b" t="t" l="l"/>
            <a:pathLst>
              <a:path h="7353245" w="8270521">
                <a:moveTo>
                  <a:pt x="0" y="0"/>
                </a:moveTo>
                <a:lnTo>
                  <a:pt x="8270521" y="0"/>
                </a:lnTo>
                <a:lnTo>
                  <a:pt x="8270521" y="7353245"/>
                </a:lnTo>
                <a:lnTo>
                  <a:pt x="0" y="735324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3594286" y="8021575"/>
            <a:ext cx="3059016" cy="739417"/>
          </a:xfrm>
          <a:custGeom>
            <a:avLst/>
            <a:gdLst/>
            <a:ahLst/>
            <a:cxnLst/>
            <a:rect r="r" b="b" t="t" l="l"/>
            <a:pathLst>
              <a:path h="739417" w="3059016">
                <a:moveTo>
                  <a:pt x="0" y="0"/>
                </a:moveTo>
                <a:lnTo>
                  <a:pt x="3059016" y="0"/>
                </a:lnTo>
                <a:lnTo>
                  <a:pt x="3059016" y="739416"/>
                </a:lnTo>
                <a:lnTo>
                  <a:pt x="0" y="739416"/>
                </a:lnTo>
                <a:lnTo>
                  <a:pt x="0" y="0"/>
                </a:lnTo>
                <a:close/>
              </a:path>
            </a:pathLst>
          </a:custGeom>
          <a:blipFill>
            <a:blip r:embed="rId8">
              <a:extLst>
                <a:ext uri="{96DAC541-7B7A-43D3-8B79-37D633B846F1}">
                  <asvg:svgBlip xmlns:asvg="http://schemas.microsoft.com/office/drawing/2016/SVG/main" r:embed="rId9"/>
                </a:ext>
              </a:extLst>
            </a:blip>
            <a:stretch>
              <a:fillRect l="0" t="0" r="0" b="-126410"/>
            </a:stretch>
          </a:blipFill>
        </p:spPr>
      </p:sp>
      <p:grpSp>
        <p:nvGrpSpPr>
          <p:cNvPr name="Group 9" id="9"/>
          <p:cNvGrpSpPr/>
          <p:nvPr/>
        </p:nvGrpSpPr>
        <p:grpSpPr>
          <a:xfrm rot="0">
            <a:off x="17082730" y="9258300"/>
            <a:ext cx="353140" cy="353140"/>
            <a:chOff x="0" y="0"/>
            <a:chExt cx="406400" cy="406400"/>
          </a:xfrm>
        </p:grpSpPr>
        <p:sp>
          <p:nvSpPr>
            <p:cNvPr name="Freeform 10" id="10"/>
            <p:cNvSpPr/>
            <p:nvPr/>
          </p:nvSpPr>
          <p:spPr>
            <a:xfrm flipH="false" flipV="false" rot="0">
              <a:off x="0" y="0"/>
              <a:ext cx="406400" cy="406400"/>
            </a:xfrm>
            <a:custGeom>
              <a:avLst/>
              <a:gdLst/>
              <a:ahLst/>
              <a:cxnLst/>
              <a:rect r="r" b="b" t="t" l="l"/>
              <a:pathLst>
                <a:path h="406400" w="406400">
                  <a:moveTo>
                    <a:pt x="203200" y="0"/>
                  </a:moveTo>
                  <a:cubicBezTo>
                    <a:pt x="90976" y="0"/>
                    <a:pt x="0" y="90976"/>
                    <a:pt x="0" y="203200"/>
                  </a:cubicBezTo>
                  <a:cubicBezTo>
                    <a:pt x="0" y="315424"/>
                    <a:pt x="90976" y="406400"/>
                    <a:pt x="203200" y="406400"/>
                  </a:cubicBezTo>
                  <a:cubicBezTo>
                    <a:pt x="315424" y="406400"/>
                    <a:pt x="406400" y="315424"/>
                    <a:pt x="406400" y="203200"/>
                  </a:cubicBezTo>
                  <a:cubicBezTo>
                    <a:pt x="406400" y="90976"/>
                    <a:pt x="315424" y="0"/>
                    <a:pt x="203200" y="0"/>
                  </a:cubicBezTo>
                  <a:close/>
                </a:path>
              </a:pathLst>
            </a:custGeom>
            <a:solidFill>
              <a:srgbClr val="FCD739"/>
            </a:solidFill>
          </p:spPr>
        </p:sp>
        <p:sp>
          <p:nvSpPr>
            <p:cNvPr name="TextBox 11" id="11"/>
            <p:cNvSpPr txBox="true"/>
            <p:nvPr/>
          </p:nvSpPr>
          <p:spPr>
            <a:xfrm>
              <a:off x="38100" y="-95250"/>
              <a:ext cx="330200" cy="463550"/>
            </a:xfrm>
            <a:prstGeom prst="rect">
              <a:avLst/>
            </a:prstGeom>
          </p:spPr>
          <p:txBody>
            <a:bodyPr anchor="ctr" rtlCol="false" tIns="50800" lIns="50800" bIns="50800" rIns="50800"/>
            <a:lstStyle/>
            <a:p>
              <a:pPr algn="ctr">
                <a:lnSpc>
                  <a:spcPts val="4249"/>
                </a:lnSpc>
              </a:pPr>
            </a:p>
          </p:txBody>
        </p:sp>
      </p:grpSp>
      <p:grpSp>
        <p:nvGrpSpPr>
          <p:cNvPr name="Group 12" id="12"/>
          <p:cNvGrpSpPr/>
          <p:nvPr/>
        </p:nvGrpSpPr>
        <p:grpSpPr>
          <a:xfrm rot="0">
            <a:off x="14117108" y="9258300"/>
            <a:ext cx="353140" cy="353140"/>
            <a:chOff x="0" y="0"/>
            <a:chExt cx="406400" cy="406400"/>
          </a:xfrm>
        </p:grpSpPr>
        <p:sp>
          <p:nvSpPr>
            <p:cNvPr name="Freeform 13" id="13"/>
            <p:cNvSpPr/>
            <p:nvPr/>
          </p:nvSpPr>
          <p:spPr>
            <a:xfrm flipH="false" flipV="false" rot="0">
              <a:off x="0" y="0"/>
              <a:ext cx="406400" cy="406400"/>
            </a:xfrm>
            <a:custGeom>
              <a:avLst/>
              <a:gdLst/>
              <a:ahLst/>
              <a:cxnLst/>
              <a:rect r="r" b="b" t="t" l="l"/>
              <a:pathLst>
                <a:path h="406400" w="406400">
                  <a:moveTo>
                    <a:pt x="203200" y="0"/>
                  </a:moveTo>
                  <a:cubicBezTo>
                    <a:pt x="90976" y="0"/>
                    <a:pt x="0" y="90976"/>
                    <a:pt x="0" y="203200"/>
                  </a:cubicBezTo>
                  <a:cubicBezTo>
                    <a:pt x="0" y="315424"/>
                    <a:pt x="90976" y="406400"/>
                    <a:pt x="203200" y="406400"/>
                  </a:cubicBezTo>
                  <a:cubicBezTo>
                    <a:pt x="315424" y="406400"/>
                    <a:pt x="406400" y="315424"/>
                    <a:pt x="406400" y="203200"/>
                  </a:cubicBezTo>
                  <a:cubicBezTo>
                    <a:pt x="406400" y="90976"/>
                    <a:pt x="315424" y="0"/>
                    <a:pt x="203200" y="0"/>
                  </a:cubicBezTo>
                  <a:close/>
                </a:path>
              </a:pathLst>
            </a:custGeom>
            <a:solidFill>
              <a:srgbClr val="000000">
                <a:alpha val="0"/>
              </a:srgbClr>
            </a:solidFill>
            <a:ln w="38100" cap="sq">
              <a:solidFill>
                <a:srgbClr val="FCD739"/>
              </a:solidFill>
              <a:prstDash val="solid"/>
              <a:miter/>
            </a:ln>
          </p:spPr>
        </p:sp>
        <p:sp>
          <p:nvSpPr>
            <p:cNvPr name="TextBox 14" id="14"/>
            <p:cNvSpPr txBox="true"/>
            <p:nvPr/>
          </p:nvSpPr>
          <p:spPr>
            <a:xfrm>
              <a:off x="38100" y="-95250"/>
              <a:ext cx="330200" cy="463550"/>
            </a:xfrm>
            <a:prstGeom prst="rect">
              <a:avLst/>
            </a:prstGeom>
          </p:spPr>
          <p:txBody>
            <a:bodyPr anchor="ctr" rtlCol="false" tIns="50800" lIns="50800" bIns="50800" rIns="50800"/>
            <a:lstStyle/>
            <a:p>
              <a:pPr algn="ctr">
                <a:lnSpc>
                  <a:spcPts val="4249"/>
                </a:lnSpc>
              </a:pPr>
            </a:p>
          </p:txBody>
        </p:sp>
      </p:grpSp>
      <p:sp>
        <p:nvSpPr>
          <p:cNvPr name="Freeform 15" id="15"/>
          <p:cNvSpPr/>
          <p:nvPr/>
        </p:nvSpPr>
        <p:spPr>
          <a:xfrm flipH="false" flipV="false" rot="0">
            <a:off x="16406791" y="6097722"/>
            <a:ext cx="1469539" cy="1469539"/>
          </a:xfrm>
          <a:custGeom>
            <a:avLst/>
            <a:gdLst/>
            <a:ahLst/>
            <a:cxnLst/>
            <a:rect r="r" b="b" t="t" l="l"/>
            <a:pathLst>
              <a:path h="1469539" w="1469539">
                <a:moveTo>
                  <a:pt x="0" y="0"/>
                </a:moveTo>
                <a:lnTo>
                  <a:pt x="1469538" y="0"/>
                </a:lnTo>
                <a:lnTo>
                  <a:pt x="1469538" y="1469539"/>
                </a:lnTo>
                <a:lnTo>
                  <a:pt x="0" y="146953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6" id="16"/>
          <p:cNvSpPr txBox="true"/>
          <p:nvPr/>
        </p:nvSpPr>
        <p:spPr>
          <a:xfrm rot="0">
            <a:off x="5454578" y="5076825"/>
            <a:ext cx="8839100" cy="2730500"/>
          </a:xfrm>
          <a:prstGeom prst="rect">
            <a:avLst/>
          </a:prstGeom>
        </p:spPr>
        <p:txBody>
          <a:bodyPr anchor="t" rtlCol="false" tIns="0" lIns="0" bIns="0" rIns="0">
            <a:spAutoFit/>
          </a:bodyPr>
          <a:lstStyle/>
          <a:p>
            <a:pPr algn="l" marL="539749" indent="-269875" lvl="1">
              <a:lnSpc>
                <a:spcPts val="3624"/>
              </a:lnSpc>
              <a:buFont typeface="Arial"/>
              <a:buChar char="•"/>
            </a:pPr>
            <a:r>
              <a:rPr lang="en-US" sz="2499">
                <a:solidFill>
                  <a:srgbClr val="FCD739"/>
                </a:solidFill>
                <a:latin typeface="Glacial Indifference Bold"/>
              </a:rPr>
              <a:t>EDUCATIONAL BACKGROUND: LISTS SCHOOLS, DEGREES, AND YEARS ATTENDED.</a:t>
            </a:r>
          </a:p>
          <a:p>
            <a:pPr algn="l" marL="539749" indent="-269875" lvl="1">
              <a:lnSpc>
                <a:spcPts val="3624"/>
              </a:lnSpc>
              <a:buFont typeface="Arial"/>
              <a:buChar char="•"/>
            </a:pPr>
            <a:r>
              <a:rPr lang="en-US" sz="2499">
                <a:solidFill>
                  <a:srgbClr val="FCD739"/>
                </a:solidFill>
                <a:latin typeface="Glacial Indifference Bold"/>
              </a:rPr>
              <a:t>SKILLS AND COURSEWORK: PROVIDES A LIST OF KEY SKILLS AND RELEVANT COURSEWORK.</a:t>
            </a:r>
          </a:p>
          <a:p>
            <a:pPr algn="l" marL="539749" indent="-269875" lvl="1">
              <a:lnSpc>
                <a:spcPts val="3624"/>
              </a:lnSpc>
              <a:buFont typeface="Arial"/>
              <a:buChar char="•"/>
            </a:pPr>
            <a:r>
              <a:rPr lang="en-US" sz="2499">
                <a:solidFill>
                  <a:srgbClr val="FCD739"/>
                </a:solidFill>
                <a:latin typeface="Glacial Indifference Bold"/>
              </a:rPr>
              <a:t>LIST FORMATTING: USES BULLET POINTS FOR CLARITY AND READABILITY.</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52238"/>
        </a:solidFill>
      </p:bgPr>
    </p:bg>
    <p:spTree>
      <p:nvGrpSpPr>
        <p:cNvPr id="1" name=""/>
        <p:cNvGrpSpPr/>
        <p:nvPr/>
      </p:nvGrpSpPr>
      <p:grpSpPr>
        <a:xfrm>
          <a:off x="0" y="0"/>
          <a:ext cx="0" cy="0"/>
          <a:chOff x="0" y="0"/>
          <a:chExt cx="0" cy="0"/>
        </a:xfrm>
      </p:grpSpPr>
      <p:sp>
        <p:nvSpPr>
          <p:cNvPr name="Freeform 2" id="2"/>
          <p:cNvSpPr/>
          <p:nvPr/>
        </p:nvSpPr>
        <p:spPr>
          <a:xfrm flipH="false" flipV="false" rot="0">
            <a:off x="0" y="1028700"/>
            <a:ext cx="18288000" cy="8153400"/>
          </a:xfrm>
          <a:custGeom>
            <a:avLst/>
            <a:gdLst/>
            <a:ahLst/>
            <a:cxnLst/>
            <a:rect r="r" b="b" t="t" l="l"/>
            <a:pathLst>
              <a:path h="8153400" w="18288000">
                <a:moveTo>
                  <a:pt x="0" y="0"/>
                </a:moveTo>
                <a:lnTo>
                  <a:pt x="18288000" y="0"/>
                </a:lnTo>
                <a:lnTo>
                  <a:pt x="18288000" y="8153400"/>
                </a:lnTo>
                <a:lnTo>
                  <a:pt x="0" y="8153400"/>
                </a:lnTo>
                <a:lnTo>
                  <a:pt x="0" y="0"/>
                </a:lnTo>
                <a:close/>
              </a:path>
            </a:pathLst>
          </a:custGeom>
          <a:blipFill>
            <a:blip r:embed="rId2"/>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52238"/>
        </a:solidFill>
      </p:bgPr>
    </p:bg>
    <p:spTree>
      <p:nvGrpSpPr>
        <p:cNvPr id="1" name=""/>
        <p:cNvGrpSpPr/>
        <p:nvPr/>
      </p:nvGrpSpPr>
      <p:grpSpPr>
        <a:xfrm>
          <a:off x="0" y="0"/>
          <a:ext cx="0" cy="0"/>
          <a:chOff x="0" y="0"/>
          <a:chExt cx="0" cy="0"/>
        </a:xfrm>
      </p:grpSpPr>
      <p:sp>
        <p:nvSpPr>
          <p:cNvPr name="Freeform 2" id="2"/>
          <p:cNvSpPr/>
          <p:nvPr/>
        </p:nvSpPr>
        <p:spPr>
          <a:xfrm flipH="true" flipV="false" rot="0">
            <a:off x="16047304" y="1028700"/>
            <a:ext cx="1211996" cy="4114800"/>
          </a:xfrm>
          <a:custGeom>
            <a:avLst/>
            <a:gdLst/>
            <a:ahLst/>
            <a:cxnLst/>
            <a:rect r="r" b="b" t="t" l="l"/>
            <a:pathLst>
              <a:path h="4114800" w="1211996">
                <a:moveTo>
                  <a:pt x="1211996" y="0"/>
                </a:moveTo>
                <a:lnTo>
                  <a:pt x="0" y="0"/>
                </a:lnTo>
                <a:lnTo>
                  <a:pt x="0" y="4114800"/>
                </a:lnTo>
                <a:lnTo>
                  <a:pt x="1211996" y="4114800"/>
                </a:lnTo>
                <a:lnTo>
                  <a:pt x="121199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0" y="0"/>
            <a:ext cx="3294222" cy="3471115"/>
          </a:xfrm>
          <a:custGeom>
            <a:avLst/>
            <a:gdLst/>
            <a:ahLst/>
            <a:cxnLst/>
            <a:rect r="r" b="b" t="t" l="l"/>
            <a:pathLst>
              <a:path h="3471115" w="3294222">
                <a:moveTo>
                  <a:pt x="3294222" y="0"/>
                </a:moveTo>
                <a:lnTo>
                  <a:pt x="0" y="0"/>
                </a:lnTo>
                <a:lnTo>
                  <a:pt x="0" y="3471115"/>
                </a:lnTo>
                <a:lnTo>
                  <a:pt x="3294222" y="3471115"/>
                </a:lnTo>
                <a:lnTo>
                  <a:pt x="329422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28700" y="8263682"/>
            <a:ext cx="4114800" cy="994618"/>
          </a:xfrm>
          <a:custGeom>
            <a:avLst/>
            <a:gdLst/>
            <a:ahLst/>
            <a:cxnLst/>
            <a:rect r="r" b="b" t="t" l="l"/>
            <a:pathLst>
              <a:path h="994618" w="4114800">
                <a:moveTo>
                  <a:pt x="0" y="0"/>
                </a:moveTo>
                <a:lnTo>
                  <a:pt x="4114800" y="0"/>
                </a:lnTo>
                <a:lnTo>
                  <a:pt x="4114800" y="994618"/>
                </a:lnTo>
                <a:lnTo>
                  <a:pt x="0" y="994618"/>
                </a:lnTo>
                <a:lnTo>
                  <a:pt x="0" y="0"/>
                </a:lnTo>
                <a:close/>
              </a:path>
            </a:pathLst>
          </a:custGeom>
          <a:blipFill>
            <a:blip r:embed="rId6">
              <a:extLst>
                <a:ext uri="{96DAC541-7B7A-43D3-8B79-37D633B846F1}">
                  <asvg:svgBlip xmlns:asvg="http://schemas.microsoft.com/office/drawing/2016/SVG/main" r:embed="rId7"/>
                </a:ext>
              </a:extLst>
            </a:blip>
            <a:stretch>
              <a:fillRect l="0" t="0" r="0" b="-126410"/>
            </a:stretch>
          </a:blipFill>
        </p:spPr>
      </p:sp>
      <p:sp>
        <p:nvSpPr>
          <p:cNvPr name="TextBox 5" id="5"/>
          <p:cNvSpPr txBox="true"/>
          <p:nvPr/>
        </p:nvSpPr>
        <p:spPr>
          <a:xfrm rot="0">
            <a:off x="4587770" y="1888490"/>
            <a:ext cx="7278645" cy="2290444"/>
          </a:xfrm>
          <a:prstGeom prst="rect">
            <a:avLst/>
          </a:prstGeom>
        </p:spPr>
        <p:txBody>
          <a:bodyPr anchor="t" rtlCol="false" tIns="0" lIns="0" bIns="0" rIns="0">
            <a:spAutoFit/>
          </a:bodyPr>
          <a:lstStyle/>
          <a:p>
            <a:pPr algn="l">
              <a:lnSpc>
                <a:spcPts val="7000"/>
              </a:lnSpc>
            </a:pPr>
            <a:r>
              <a:rPr lang="en-US" sz="5000">
                <a:solidFill>
                  <a:srgbClr val="FFFFFF"/>
                </a:solidFill>
                <a:latin typeface="Glacial Indifference Bold"/>
              </a:rPr>
              <a:t>PROJECTS SECTION</a:t>
            </a:r>
          </a:p>
          <a:p>
            <a:pPr algn="l">
              <a:lnSpc>
                <a:spcPts val="7000"/>
              </a:lnSpc>
            </a:pPr>
          </a:p>
          <a:p>
            <a:pPr algn="l">
              <a:lnSpc>
                <a:spcPts val="4060"/>
              </a:lnSpc>
              <a:spcBef>
                <a:spcPct val="0"/>
              </a:spcBef>
            </a:pPr>
            <a:r>
              <a:rPr lang="en-US" sz="2900">
                <a:solidFill>
                  <a:srgbClr val="FFFFFF"/>
                </a:solidFill>
                <a:latin typeface="Glacial Indifference Bold"/>
              </a:rPr>
              <a:t>THE PROJECT SECTION DESCRIBES</a:t>
            </a:r>
          </a:p>
        </p:txBody>
      </p:sp>
      <p:sp>
        <p:nvSpPr>
          <p:cNvPr name="Freeform 6" id="6"/>
          <p:cNvSpPr/>
          <p:nvPr/>
        </p:nvSpPr>
        <p:spPr>
          <a:xfrm flipH="false" flipV="false" rot="1112337">
            <a:off x="12088507" y="5926697"/>
            <a:ext cx="8270521" cy="7353245"/>
          </a:xfrm>
          <a:custGeom>
            <a:avLst/>
            <a:gdLst/>
            <a:ahLst/>
            <a:cxnLst/>
            <a:rect r="r" b="b" t="t" l="l"/>
            <a:pathLst>
              <a:path h="7353245" w="8270521">
                <a:moveTo>
                  <a:pt x="0" y="0"/>
                </a:moveTo>
                <a:lnTo>
                  <a:pt x="8270521" y="0"/>
                </a:lnTo>
                <a:lnTo>
                  <a:pt x="8270521" y="7353245"/>
                </a:lnTo>
                <a:lnTo>
                  <a:pt x="0" y="735324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3594286" y="8021575"/>
            <a:ext cx="3059016" cy="739417"/>
          </a:xfrm>
          <a:custGeom>
            <a:avLst/>
            <a:gdLst/>
            <a:ahLst/>
            <a:cxnLst/>
            <a:rect r="r" b="b" t="t" l="l"/>
            <a:pathLst>
              <a:path h="739417" w="3059016">
                <a:moveTo>
                  <a:pt x="0" y="0"/>
                </a:moveTo>
                <a:lnTo>
                  <a:pt x="3059016" y="0"/>
                </a:lnTo>
                <a:lnTo>
                  <a:pt x="3059016" y="739416"/>
                </a:lnTo>
                <a:lnTo>
                  <a:pt x="0" y="739416"/>
                </a:lnTo>
                <a:lnTo>
                  <a:pt x="0" y="0"/>
                </a:lnTo>
                <a:close/>
              </a:path>
            </a:pathLst>
          </a:custGeom>
          <a:blipFill>
            <a:blip r:embed="rId6">
              <a:extLst>
                <a:ext uri="{96DAC541-7B7A-43D3-8B79-37D633B846F1}">
                  <asvg:svgBlip xmlns:asvg="http://schemas.microsoft.com/office/drawing/2016/SVG/main" r:embed="rId7"/>
                </a:ext>
              </a:extLst>
            </a:blip>
            <a:stretch>
              <a:fillRect l="0" t="0" r="0" b="-126410"/>
            </a:stretch>
          </a:blipFill>
        </p:spPr>
      </p:sp>
      <p:grpSp>
        <p:nvGrpSpPr>
          <p:cNvPr name="Group 8" id="8"/>
          <p:cNvGrpSpPr/>
          <p:nvPr/>
        </p:nvGrpSpPr>
        <p:grpSpPr>
          <a:xfrm rot="0">
            <a:off x="17082730" y="9258300"/>
            <a:ext cx="353140" cy="353140"/>
            <a:chOff x="0" y="0"/>
            <a:chExt cx="406400" cy="406400"/>
          </a:xfrm>
        </p:grpSpPr>
        <p:sp>
          <p:nvSpPr>
            <p:cNvPr name="Freeform 9" id="9"/>
            <p:cNvSpPr/>
            <p:nvPr/>
          </p:nvSpPr>
          <p:spPr>
            <a:xfrm flipH="false" flipV="false" rot="0">
              <a:off x="0" y="0"/>
              <a:ext cx="406400" cy="406400"/>
            </a:xfrm>
            <a:custGeom>
              <a:avLst/>
              <a:gdLst/>
              <a:ahLst/>
              <a:cxnLst/>
              <a:rect r="r" b="b" t="t" l="l"/>
              <a:pathLst>
                <a:path h="406400" w="406400">
                  <a:moveTo>
                    <a:pt x="203200" y="0"/>
                  </a:moveTo>
                  <a:cubicBezTo>
                    <a:pt x="90976" y="0"/>
                    <a:pt x="0" y="90976"/>
                    <a:pt x="0" y="203200"/>
                  </a:cubicBezTo>
                  <a:cubicBezTo>
                    <a:pt x="0" y="315424"/>
                    <a:pt x="90976" y="406400"/>
                    <a:pt x="203200" y="406400"/>
                  </a:cubicBezTo>
                  <a:cubicBezTo>
                    <a:pt x="315424" y="406400"/>
                    <a:pt x="406400" y="315424"/>
                    <a:pt x="406400" y="203200"/>
                  </a:cubicBezTo>
                  <a:cubicBezTo>
                    <a:pt x="406400" y="90976"/>
                    <a:pt x="315424" y="0"/>
                    <a:pt x="203200" y="0"/>
                  </a:cubicBezTo>
                  <a:close/>
                </a:path>
              </a:pathLst>
            </a:custGeom>
            <a:solidFill>
              <a:srgbClr val="FCD739"/>
            </a:solidFill>
          </p:spPr>
        </p:sp>
        <p:sp>
          <p:nvSpPr>
            <p:cNvPr name="TextBox 10" id="10"/>
            <p:cNvSpPr txBox="true"/>
            <p:nvPr/>
          </p:nvSpPr>
          <p:spPr>
            <a:xfrm>
              <a:off x="38100" y="-95250"/>
              <a:ext cx="330200" cy="463550"/>
            </a:xfrm>
            <a:prstGeom prst="rect">
              <a:avLst/>
            </a:prstGeom>
          </p:spPr>
          <p:txBody>
            <a:bodyPr anchor="ctr" rtlCol="false" tIns="50800" lIns="50800" bIns="50800" rIns="50800"/>
            <a:lstStyle/>
            <a:p>
              <a:pPr algn="ctr">
                <a:lnSpc>
                  <a:spcPts val="4249"/>
                </a:lnSpc>
              </a:pPr>
            </a:p>
          </p:txBody>
        </p:sp>
      </p:grpSp>
      <p:grpSp>
        <p:nvGrpSpPr>
          <p:cNvPr name="Group 11" id="11"/>
          <p:cNvGrpSpPr/>
          <p:nvPr/>
        </p:nvGrpSpPr>
        <p:grpSpPr>
          <a:xfrm rot="0">
            <a:off x="14117108" y="9258300"/>
            <a:ext cx="353140" cy="353140"/>
            <a:chOff x="0" y="0"/>
            <a:chExt cx="406400" cy="406400"/>
          </a:xfrm>
        </p:grpSpPr>
        <p:sp>
          <p:nvSpPr>
            <p:cNvPr name="Freeform 12" id="12"/>
            <p:cNvSpPr/>
            <p:nvPr/>
          </p:nvSpPr>
          <p:spPr>
            <a:xfrm flipH="false" flipV="false" rot="0">
              <a:off x="0" y="0"/>
              <a:ext cx="406400" cy="406400"/>
            </a:xfrm>
            <a:custGeom>
              <a:avLst/>
              <a:gdLst/>
              <a:ahLst/>
              <a:cxnLst/>
              <a:rect r="r" b="b" t="t" l="l"/>
              <a:pathLst>
                <a:path h="406400" w="406400">
                  <a:moveTo>
                    <a:pt x="203200" y="0"/>
                  </a:moveTo>
                  <a:cubicBezTo>
                    <a:pt x="90976" y="0"/>
                    <a:pt x="0" y="90976"/>
                    <a:pt x="0" y="203200"/>
                  </a:cubicBezTo>
                  <a:cubicBezTo>
                    <a:pt x="0" y="315424"/>
                    <a:pt x="90976" y="406400"/>
                    <a:pt x="203200" y="406400"/>
                  </a:cubicBezTo>
                  <a:cubicBezTo>
                    <a:pt x="315424" y="406400"/>
                    <a:pt x="406400" y="315424"/>
                    <a:pt x="406400" y="203200"/>
                  </a:cubicBezTo>
                  <a:cubicBezTo>
                    <a:pt x="406400" y="90976"/>
                    <a:pt x="315424" y="0"/>
                    <a:pt x="203200" y="0"/>
                  </a:cubicBezTo>
                  <a:close/>
                </a:path>
              </a:pathLst>
            </a:custGeom>
            <a:solidFill>
              <a:srgbClr val="000000">
                <a:alpha val="0"/>
              </a:srgbClr>
            </a:solidFill>
            <a:ln w="38100" cap="sq">
              <a:solidFill>
                <a:srgbClr val="FCD739"/>
              </a:solidFill>
              <a:prstDash val="solid"/>
              <a:miter/>
            </a:ln>
          </p:spPr>
        </p:sp>
        <p:sp>
          <p:nvSpPr>
            <p:cNvPr name="TextBox 13" id="13"/>
            <p:cNvSpPr txBox="true"/>
            <p:nvPr/>
          </p:nvSpPr>
          <p:spPr>
            <a:xfrm>
              <a:off x="38100" y="-95250"/>
              <a:ext cx="330200" cy="463550"/>
            </a:xfrm>
            <a:prstGeom prst="rect">
              <a:avLst/>
            </a:prstGeom>
          </p:spPr>
          <p:txBody>
            <a:bodyPr anchor="ctr" rtlCol="false" tIns="50800" lIns="50800" bIns="50800" rIns="50800"/>
            <a:lstStyle/>
            <a:p>
              <a:pPr algn="ctr">
                <a:lnSpc>
                  <a:spcPts val="4249"/>
                </a:lnSpc>
              </a:pPr>
            </a:p>
          </p:txBody>
        </p:sp>
      </p:grpSp>
      <p:sp>
        <p:nvSpPr>
          <p:cNvPr name="Freeform 14" id="14"/>
          <p:cNvSpPr/>
          <p:nvPr/>
        </p:nvSpPr>
        <p:spPr>
          <a:xfrm flipH="false" flipV="false" rot="0">
            <a:off x="16406791" y="6097722"/>
            <a:ext cx="1469539" cy="1469539"/>
          </a:xfrm>
          <a:custGeom>
            <a:avLst/>
            <a:gdLst/>
            <a:ahLst/>
            <a:cxnLst/>
            <a:rect r="r" b="b" t="t" l="l"/>
            <a:pathLst>
              <a:path h="1469539" w="1469539">
                <a:moveTo>
                  <a:pt x="0" y="0"/>
                </a:moveTo>
                <a:lnTo>
                  <a:pt x="1469538" y="0"/>
                </a:lnTo>
                <a:lnTo>
                  <a:pt x="1469538" y="1469539"/>
                </a:lnTo>
                <a:lnTo>
                  <a:pt x="0" y="146953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5" id="15"/>
          <p:cNvSpPr txBox="true"/>
          <p:nvPr/>
        </p:nvSpPr>
        <p:spPr>
          <a:xfrm rot="0">
            <a:off x="4587770" y="4822721"/>
            <a:ext cx="7950935" cy="2730500"/>
          </a:xfrm>
          <a:prstGeom prst="rect">
            <a:avLst/>
          </a:prstGeom>
        </p:spPr>
        <p:txBody>
          <a:bodyPr anchor="t" rtlCol="false" tIns="0" lIns="0" bIns="0" rIns="0">
            <a:spAutoFit/>
          </a:bodyPr>
          <a:lstStyle/>
          <a:p>
            <a:pPr algn="l" marL="539749" indent="-269875" lvl="1">
              <a:lnSpc>
                <a:spcPts val="3624"/>
              </a:lnSpc>
              <a:buFont typeface="Arial"/>
              <a:buChar char="•"/>
            </a:pPr>
            <a:r>
              <a:rPr lang="en-US" sz="2499">
                <a:solidFill>
                  <a:srgbClr val="FCD739"/>
                </a:solidFill>
                <a:latin typeface="Glacial Indifference Bold"/>
              </a:rPr>
              <a:t>PROJECT DETAILS: LISTS PROJECTS WITH BRIEF DESCRIPTIONS.</a:t>
            </a:r>
          </a:p>
          <a:p>
            <a:pPr algn="l" marL="539749" indent="-269875" lvl="1">
              <a:lnSpc>
                <a:spcPts val="3624"/>
              </a:lnSpc>
              <a:buFont typeface="Arial"/>
              <a:buChar char="•"/>
            </a:pPr>
            <a:r>
              <a:rPr lang="en-US" sz="2499">
                <a:solidFill>
                  <a:srgbClr val="FCD739"/>
                </a:solidFill>
                <a:latin typeface="Glacial Indifference Bold"/>
              </a:rPr>
              <a:t>RELEVANCE: EXPLAINS THE IMPORTANCE OF EACH PROJECT.</a:t>
            </a:r>
          </a:p>
          <a:p>
            <a:pPr algn="l" marL="539749" indent="-269875" lvl="1">
              <a:lnSpc>
                <a:spcPts val="3624"/>
              </a:lnSpc>
              <a:buFont typeface="Arial"/>
              <a:buChar char="•"/>
            </a:pPr>
            <a:r>
              <a:rPr lang="en-US" sz="2499">
                <a:solidFill>
                  <a:srgbClr val="FCD739"/>
                </a:solidFill>
                <a:latin typeface="Glacial Indifference Bold"/>
              </a:rPr>
              <a:t>FORMATTING: ENSURES EACH PROJECT IS CLEARLY SEPARATED AND EASY TO READ.</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52238"/>
        </a:solidFill>
      </p:bgPr>
    </p:bg>
    <p:spTree>
      <p:nvGrpSpPr>
        <p:cNvPr id="1" name=""/>
        <p:cNvGrpSpPr/>
        <p:nvPr/>
      </p:nvGrpSpPr>
      <p:grpSpPr>
        <a:xfrm>
          <a:off x="0" y="0"/>
          <a:ext cx="0" cy="0"/>
          <a:chOff x="0" y="0"/>
          <a:chExt cx="0" cy="0"/>
        </a:xfrm>
      </p:grpSpPr>
      <p:sp>
        <p:nvSpPr>
          <p:cNvPr name="Freeform 2" id="2"/>
          <p:cNvSpPr/>
          <p:nvPr/>
        </p:nvSpPr>
        <p:spPr>
          <a:xfrm flipH="true" flipV="false" rot="0">
            <a:off x="16047304" y="1028700"/>
            <a:ext cx="1211996" cy="4114800"/>
          </a:xfrm>
          <a:custGeom>
            <a:avLst/>
            <a:gdLst/>
            <a:ahLst/>
            <a:cxnLst/>
            <a:rect r="r" b="b" t="t" l="l"/>
            <a:pathLst>
              <a:path h="4114800" w="1211996">
                <a:moveTo>
                  <a:pt x="1211996" y="0"/>
                </a:moveTo>
                <a:lnTo>
                  <a:pt x="0" y="0"/>
                </a:lnTo>
                <a:lnTo>
                  <a:pt x="0" y="4114800"/>
                </a:lnTo>
                <a:lnTo>
                  <a:pt x="1211996" y="4114800"/>
                </a:lnTo>
                <a:lnTo>
                  <a:pt x="121199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865945" y="2640987"/>
            <a:ext cx="2419714" cy="3456735"/>
          </a:xfrm>
          <a:custGeom>
            <a:avLst/>
            <a:gdLst/>
            <a:ahLst/>
            <a:cxnLst/>
            <a:rect r="r" b="b" t="t" l="l"/>
            <a:pathLst>
              <a:path h="3456735" w="2419714">
                <a:moveTo>
                  <a:pt x="2419714" y="3456735"/>
                </a:moveTo>
                <a:lnTo>
                  <a:pt x="0" y="3456735"/>
                </a:lnTo>
                <a:lnTo>
                  <a:pt x="0" y="0"/>
                </a:lnTo>
                <a:lnTo>
                  <a:pt x="2419714" y="0"/>
                </a:lnTo>
                <a:lnTo>
                  <a:pt x="2419714" y="345673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0" y="0"/>
            <a:ext cx="3294222" cy="3471115"/>
          </a:xfrm>
          <a:custGeom>
            <a:avLst/>
            <a:gdLst/>
            <a:ahLst/>
            <a:cxnLst/>
            <a:rect r="r" b="b" t="t" l="l"/>
            <a:pathLst>
              <a:path h="3471115" w="3294222">
                <a:moveTo>
                  <a:pt x="3294222" y="0"/>
                </a:moveTo>
                <a:lnTo>
                  <a:pt x="0" y="0"/>
                </a:lnTo>
                <a:lnTo>
                  <a:pt x="0" y="3471115"/>
                </a:lnTo>
                <a:lnTo>
                  <a:pt x="3294222" y="3471115"/>
                </a:lnTo>
                <a:lnTo>
                  <a:pt x="3294222"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028700" y="8263682"/>
            <a:ext cx="4114800" cy="994618"/>
          </a:xfrm>
          <a:custGeom>
            <a:avLst/>
            <a:gdLst/>
            <a:ahLst/>
            <a:cxnLst/>
            <a:rect r="r" b="b" t="t" l="l"/>
            <a:pathLst>
              <a:path h="994618" w="4114800">
                <a:moveTo>
                  <a:pt x="0" y="0"/>
                </a:moveTo>
                <a:lnTo>
                  <a:pt x="4114800" y="0"/>
                </a:lnTo>
                <a:lnTo>
                  <a:pt x="4114800" y="994618"/>
                </a:lnTo>
                <a:lnTo>
                  <a:pt x="0" y="994618"/>
                </a:lnTo>
                <a:lnTo>
                  <a:pt x="0" y="0"/>
                </a:lnTo>
                <a:close/>
              </a:path>
            </a:pathLst>
          </a:custGeom>
          <a:blipFill>
            <a:blip r:embed="rId8">
              <a:extLst>
                <a:ext uri="{96DAC541-7B7A-43D3-8B79-37D633B846F1}">
                  <asvg:svgBlip xmlns:asvg="http://schemas.microsoft.com/office/drawing/2016/SVG/main" r:embed="rId9"/>
                </a:ext>
              </a:extLst>
            </a:blip>
            <a:stretch>
              <a:fillRect l="0" t="0" r="0" b="-126410"/>
            </a:stretch>
          </a:blipFill>
        </p:spPr>
      </p:sp>
      <p:sp>
        <p:nvSpPr>
          <p:cNvPr name="TextBox 6" id="6"/>
          <p:cNvSpPr txBox="true"/>
          <p:nvPr/>
        </p:nvSpPr>
        <p:spPr>
          <a:xfrm rot="0">
            <a:off x="4220363" y="2507637"/>
            <a:ext cx="5408367" cy="1047750"/>
          </a:xfrm>
          <a:prstGeom prst="rect">
            <a:avLst/>
          </a:prstGeom>
        </p:spPr>
        <p:txBody>
          <a:bodyPr anchor="t" rtlCol="false" tIns="0" lIns="0" bIns="0" rIns="0">
            <a:spAutoFit/>
          </a:bodyPr>
          <a:lstStyle/>
          <a:p>
            <a:pPr algn="l">
              <a:lnSpc>
                <a:spcPts val="8400"/>
              </a:lnSpc>
              <a:spcBef>
                <a:spcPct val="0"/>
              </a:spcBef>
            </a:pPr>
            <a:r>
              <a:rPr lang="en-US" sz="6000">
                <a:solidFill>
                  <a:srgbClr val="FFFFFF"/>
                </a:solidFill>
                <a:latin typeface="Glacial Indifference Bold"/>
              </a:rPr>
              <a:t>CONCLUSION</a:t>
            </a:r>
          </a:p>
        </p:txBody>
      </p:sp>
      <p:sp>
        <p:nvSpPr>
          <p:cNvPr name="Freeform 7" id="7"/>
          <p:cNvSpPr/>
          <p:nvPr/>
        </p:nvSpPr>
        <p:spPr>
          <a:xfrm flipH="false" flipV="false" rot="1112337">
            <a:off x="12088507" y="5926697"/>
            <a:ext cx="8270521" cy="7353245"/>
          </a:xfrm>
          <a:custGeom>
            <a:avLst/>
            <a:gdLst/>
            <a:ahLst/>
            <a:cxnLst/>
            <a:rect r="r" b="b" t="t" l="l"/>
            <a:pathLst>
              <a:path h="7353245" w="8270521">
                <a:moveTo>
                  <a:pt x="0" y="0"/>
                </a:moveTo>
                <a:lnTo>
                  <a:pt x="8270521" y="0"/>
                </a:lnTo>
                <a:lnTo>
                  <a:pt x="8270521" y="7353245"/>
                </a:lnTo>
                <a:lnTo>
                  <a:pt x="0" y="735324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3594286" y="8021575"/>
            <a:ext cx="3059016" cy="739417"/>
          </a:xfrm>
          <a:custGeom>
            <a:avLst/>
            <a:gdLst/>
            <a:ahLst/>
            <a:cxnLst/>
            <a:rect r="r" b="b" t="t" l="l"/>
            <a:pathLst>
              <a:path h="739417" w="3059016">
                <a:moveTo>
                  <a:pt x="0" y="0"/>
                </a:moveTo>
                <a:lnTo>
                  <a:pt x="3059016" y="0"/>
                </a:lnTo>
                <a:lnTo>
                  <a:pt x="3059016" y="739416"/>
                </a:lnTo>
                <a:lnTo>
                  <a:pt x="0" y="739416"/>
                </a:lnTo>
                <a:lnTo>
                  <a:pt x="0" y="0"/>
                </a:lnTo>
                <a:close/>
              </a:path>
            </a:pathLst>
          </a:custGeom>
          <a:blipFill>
            <a:blip r:embed="rId8">
              <a:extLst>
                <a:ext uri="{96DAC541-7B7A-43D3-8B79-37D633B846F1}">
                  <asvg:svgBlip xmlns:asvg="http://schemas.microsoft.com/office/drawing/2016/SVG/main" r:embed="rId9"/>
                </a:ext>
              </a:extLst>
            </a:blip>
            <a:stretch>
              <a:fillRect l="0" t="0" r="0" b="-126410"/>
            </a:stretch>
          </a:blipFill>
        </p:spPr>
      </p:sp>
      <p:grpSp>
        <p:nvGrpSpPr>
          <p:cNvPr name="Group 9" id="9"/>
          <p:cNvGrpSpPr/>
          <p:nvPr/>
        </p:nvGrpSpPr>
        <p:grpSpPr>
          <a:xfrm rot="0">
            <a:off x="17082730" y="9258300"/>
            <a:ext cx="353140" cy="353140"/>
            <a:chOff x="0" y="0"/>
            <a:chExt cx="406400" cy="406400"/>
          </a:xfrm>
        </p:grpSpPr>
        <p:sp>
          <p:nvSpPr>
            <p:cNvPr name="Freeform 10" id="10"/>
            <p:cNvSpPr/>
            <p:nvPr/>
          </p:nvSpPr>
          <p:spPr>
            <a:xfrm flipH="false" flipV="false" rot="0">
              <a:off x="0" y="0"/>
              <a:ext cx="406400" cy="406400"/>
            </a:xfrm>
            <a:custGeom>
              <a:avLst/>
              <a:gdLst/>
              <a:ahLst/>
              <a:cxnLst/>
              <a:rect r="r" b="b" t="t" l="l"/>
              <a:pathLst>
                <a:path h="406400" w="406400">
                  <a:moveTo>
                    <a:pt x="203200" y="0"/>
                  </a:moveTo>
                  <a:cubicBezTo>
                    <a:pt x="90976" y="0"/>
                    <a:pt x="0" y="90976"/>
                    <a:pt x="0" y="203200"/>
                  </a:cubicBezTo>
                  <a:cubicBezTo>
                    <a:pt x="0" y="315424"/>
                    <a:pt x="90976" y="406400"/>
                    <a:pt x="203200" y="406400"/>
                  </a:cubicBezTo>
                  <a:cubicBezTo>
                    <a:pt x="315424" y="406400"/>
                    <a:pt x="406400" y="315424"/>
                    <a:pt x="406400" y="203200"/>
                  </a:cubicBezTo>
                  <a:cubicBezTo>
                    <a:pt x="406400" y="90976"/>
                    <a:pt x="315424" y="0"/>
                    <a:pt x="203200" y="0"/>
                  </a:cubicBezTo>
                  <a:close/>
                </a:path>
              </a:pathLst>
            </a:custGeom>
            <a:solidFill>
              <a:srgbClr val="FCD739"/>
            </a:solidFill>
          </p:spPr>
        </p:sp>
        <p:sp>
          <p:nvSpPr>
            <p:cNvPr name="TextBox 11" id="11"/>
            <p:cNvSpPr txBox="true"/>
            <p:nvPr/>
          </p:nvSpPr>
          <p:spPr>
            <a:xfrm>
              <a:off x="38100" y="-95250"/>
              <a:ext cx="330200" cy="463550"/>
            </a:xfrm>
            <a:prstGeom prst="rect">
              <a:avLst/>
            </a:prstGeom>
          </p:spPr>
          <p:txBody>
            <a:bodyPr anchor="ctr" rtlCol="false" tIns="50800" lIns="50800" bIns="50800" rIns="50800"/>
            <a:lstStyle/>
            <a:p>
              <a:pPr algn="ctr">
                <a:lnSpc>
                  <a:spcPts val="4249"/>
                </a:lnSpc>
              </a:pPr>
            </a:p>
          </p:txBody>
        </p:sp>
      </p:grpSp>
      <p:grpSp>
        <p:nvGrpSpPr>
          <p:cNvPr name="Group 12" id="12"/>
          <p:cNvGrpSpPr/>
          <p:nvPr/>
        </p:nvGrpSpPr>
        <p:grpSpPr>
          <a:xfrm rot="0">
            <a:off x="14117108" y="9258300"/>
            <a:ext cx="353140" cy="353140"/>
            <a:chOff x="0" y="0"/>
            <a:chExt cx="406400" cy="406400"/>
          </a:xfrm>
        </p:grpSpPr>
        <p:sp>
          <p:nvSpPr>
            <p:cNvPr name="Freeform 13" id="13"/>
            <p:cNvSpPr/>
            <p:nvPr/>
          </p:nvSpPr>
          <p:spPr>
            <a:xfrm flipH="false" flipV="false" rot="0">
              <a:off x="0" y="0"/>
              <a:ext cx="406400" cy="406400"/>
            </a:xfrm>
            <a:custGeom>
              <a:avLst/>
              <a:gdLst/>
              <a:ahLst/>
              <a:cxnLst/>
              <a:rect r="r" b="b" t="t" l="l"/>
              <a:pathLst>
                <a:path h="406400" w="406400">
                  <a:moveTo>
                    <a:pt x="203200" y="0"/>
                  </a:moveTo>
                  <a:cubicBezTo>
                    <a:pt x="90976" y="0"/>
                    <a:pt x="0" y="90976"/>
                    <a:pt x="0" y="203200"/>
                  </a:cubicBezTo>
                  <a:cubicBezTo>
                    <a:pt x="0" y="315424"/>
                    <a:pt x="90976" y="406400"/>
                    <a:pt x="203200" y="406400"/>
                  </a:cubicBezTo>
                  <a:cubicBezTo>
                    <a:pt x="315424" y="406400"/>
                    <a:pt x="406400" y="315424"/>
                    <a:pt x="406400" y="203200"/>
                  </a:cubicBezTo>
                  <a:cubicBezTo>
                    <a:pt x="406400" y="90976"/>
                    <a:pt x="315424" y="0"/>
                    <a:pt x="203200" y="0"/>
                  </a:cubicBezTo>
                  <a:close/>
                </a:path>
              </a:pathLst>
            </a:custGeom>
            <a:solidFill>
              <a:srgbClr val="000000">
                <a:alpha val="0"/>
              </a:srgbClr>
            </a:solidFill>
            <a:ln w="38100" cap="sq">
              <a:solidFill>
                <a:srgbClr val="FCD739"/>
              </a:solidFill>
              <a:prstDash val="solid"/>
              <a:miter/>
            </a:ln>
          </p:spPr>
        </p:sp>
        <p:sp>
          <p:nvSpPr>
            <p:cNvPr name="TextBox 14" id="14"/>
            <p:cNvSpPr txBox="true"/>
            <p:nvPr/>
          </p:nvSpPr>
          <p:spPr>
            <a:xfrm>
              <a:off x="38100" y="-95250"/>
              <a:ext cx="330200" cy="463550"/>
            </a:xfrm>
            <a:prstGeom prst="rect">
              <a:avLst/>
            </a:prstGeom>
          </p:spPr>
          <p:txBody>
            <a:bodyPr anchor="ctr" rtlCol="false" tIns="50800" lIns="50800" bIns="50800" rIns="50800"/>
            <a:lstStyle/>
            <a:p>
              <a:pPr algn="ctr">
                <a:lnSpc>
                  <a:spcPts val="4249"/>
                </a:lnSpc>
              </a:pPr>
            </a:p>
          </p:txBody>
        </p:sp>
      </p:grpSp>
      <p:sp>
        <p:nvSpPr>
          <p:cNvPr name="Freeform 15" id="15"/>
          <p:cNvSpPr/>
          <p:nvPr/>
        </p:nvSpPr>
        <p:spPr>
          <a:xfrm flipH="false" flipV="false" rot="0">
            <a:off x="16406791" y="6097722"/>
            <a:ext cx="1469539" cy="1469539"/>
          </a:xfrm>
          <a:custGeom>
            <a:avLst/>
            <a:gdLst/>
            <a:ahLst/>
            <a:cxnLst/>
            <a:rect r="r" b="b" t="t" l="l"/>
            <a:pathLst>
              <a:path h="1469539" w="1469539">
                <a:moveTo>
                  <a:pt x="0" y="0"/>
                </a:moveTo>
                <a:lnTo>
                  <a:pt x="1469538" y="0"/>
                </a:lnTo>
                <a:lnTo>
                  <a:pt x="1469538" y="1469539"/>
                </a:lnTo>
                <a:lnTo>
                  <a:pt x="0" y="146953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6" id="16"/>
          <p:cNvSpPr txBox="true"/>
          <p:nvPr/>
        </p:nvSpPr>
        <p:spPr>
          <a:xfrm rot="0">
            <a:off x="4220363" y="4283630"/>
            <a:ext cx="8839100" cy="2838450"/>
          </a:xfrm>
          <a:prstGeom prst="rect">
            <a:avLst/>
          </a:prstGeom>
        </p:spPr>
        <p:txBody>
          <a:bodyPr anchor="t" rtlCol="false" tIns="0" lIns="0" bIns="0" rIns="0">
            <a:spAutoFit/>
          </a:bodyPr>
          <a:lstStyle/>
          <a:p>
            <a:pPr algn="l">
              <a:lnSpc>
                <a:spcPts val="3824"/>
              </a:lnSpc>
            </a:pPr>
            <a:r>
              <a:rPr lang="en-US" sz="2499">
                <a:solidFill>
                  <a:srgbClr val="FCD739"/>
                </a:solidFill>
                <a:latin typeface="Glacial Indifference Bold"/>
              </a:rPr>
              <a:t>IN CONCLUSION, THE PERSONAL PORTFOLIO EFFECTIVELY PRESENTS MY PROFESSIONAL BACKGROUND AND SKILLS. THE USE OF HTML AND CSS ENSURES A VISUALLY APPEALING AND USER-FRIENDLY LAYOUT, PROVIDING A COMPREHENSIVE OVERVIEW OF MY EXPERIENCE AND CAPABILITIES.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9705109"/>
            <a:ext cx="18288000" cy="1163782"/>
            <a:chOff x="0" y="0"/>
            <a:chExt cx="24384000" cy="1551709"/>
          </a:xfrm>
        </p:grpSpPr>
        <p:sp>
          <p:nvSpPr>
            <p:cNvPr name="Freeform 4" id="4"/>
            <p:cNvSpPr/>
            <p:nvPr/>
          </p:nvSpPr>
          <p:spPr>
            <a:xfrm flipH="false" flipV="false" rot="0">
              <a:off x="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128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256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7" id="7"/>
          <p:cNvGrpSpPr/>
          <p:nvPr/>
        </p:nvGrpSpPr>
        <p:grpSpPr>
          <a:xfrm rot="0">
            <a:off x="1509980" y="1509980"/>
            <a:ext cx="15268040" cy="6685149"/>
            <a:chOff x="0" y="0"/>
            <a:chExt cx="4021212" cy="1760698"/>
          </a:xfrm>
        </p:grpSpPr>
        <p:sp>
          <p:nvSpPr>
            <p:cNvPr name="Freeform 8" id="8"/>
            <p:cNvSpPr/>
            <p:nvPr/>
          </p:nvSpPr>
          <p:spPr>
            <a:xfrm flipH="false" flipV="false" rot="0">
              <a:off x="0" y="0"/>
              <a:ext cx="4021212" cy="1760698"/>
            </a:xfrm>
            <a:custGeom>
              <a:avLst/>
              <a:gdLst/>
              <a:ahLst/>
              <a:cxnLst/>
              <a:rect r="r" b="b" t="t" l="l"/>
              <a:pathLst>
                <a:path h="1760698" w="4021212">
                  <a:moveTo>
                    <a:pt x="24846" y="0"/>
                  </a:moveTo>
                  <a:lnTo>
                    <a:pt x="3996366" y="0"/>
                  </a:lnTo>
                  <a:cubicBezTo>
                    <a:pt x="4010088" y="0"/>
                    <a:pt x="4021212" y="11124"/>
                    <a:pt x="4021212" y="24846"/>
                  </a:cubicBezTo>
                  <a:lnTo>
                    <a:pt x="4021212" y="1735851"/>
                  </a:lnTo>
                  <a:cubicBezTo>
                    <a:pt x="4021212" y="1749574"/>
                    <a:pt x="4010088" y="1760698"/>
                    <a:pt x="3996366" y="1760698"/>
                  </a:cubicBezTo>
                  <a:lnTo>
                    <a:pt x="24846" y="1760698"/>
                  </a:lnTo>
                  <a:cubicBezTo>
                    <a:pt x="11124" y="1760698"/>
                    <a:pt x="0" y="1749574"/>
                    <a:pt x="0" y="1735851"/>
                  </a:cubicBezTo>
                  <a:lnTo>
                    <a:pt x="0" y="24846"/>
                  </a:lnTo>
                  <a:cubicBezTo>
                    <a:pt x="0" y="11124"/>
                    <a:pt x="11124" y="0"/>
                    <a:pt x="24846" y="0"/>
                  </a:cubicBezTo>
                  <a:close/>
                </a:path>
              </a:pathLst>
            </a:custGeom>
            <a:solidFill>
              <a:srgbClr val="000000"/>
            </a:solidFill>
            <a:ln w="47625" cap="rnd">
              <a:solidFill>
                <a:srgbClr val="21EF80"/>
              </a:solidFill>
              <a:prstDash val="solid"/>
              <a:round/>
            </a:ln>
          </p:spPr>
        </p:sp>
        <p:sp>
          <p:nvSpPr>
            <p:cNvPr name="TextBox 9" id="9"/>
            <p:cNvSpPr txBox="true"/>
            <p:nvPr/>
          </p:nvSpPr>
          <p:spPr>
            <a:xfrm>
              <a:off x="0" y="-28575"/>
              <a:ext cx="4021212" cy="1789273"/>
            </a:xfrm>
            <a:prstGeom prst="rect">
              <a:avLst/>
            </a:prstGeom>
          </p:spPr>
          <p:txBody>
            <a:bodyPr anchor="ctr" rtlCol="false" tIns="254000" lIns="254000" bIns="254000" rIns="254000"/>
            <a:lstStyle/>
            <a:p>
              <a:pPr algn="ctr">
                <a:lnSpc>
                  <a:spcPts val="2100"/>
                </a:lnSpc>
              </a:pPr>
            </a:p>
          </p:txBody>
        </p:sp>
      </p:grpSp>
      <p:sp>
        <p:nvSpPr>
          <p:cNvPr name="Freeform 10" id="10"/>
          <p:cNvSpPr/>
          <p:nvPr/>
        </p:nvSpPr>
        <p:spPr>
          <a:xfrm flipH="false" flipV="false" rot="0">
            <a:off x="15341087" y="6151992"/>
            <a:ext cx="3370555" cy="3571879"/>
          </a:xfrm>
          <a:custGeom>
            <a:avLst/>
            <a:gdLst/>
            <a:ahLst/>
            <a:cxnLst/>
            <a:rect r="r" b="b" t="t" l="l"/>
            <a:pathLst>
              <a:path h="3571879" w="3370555">
                <a:moveTo>
                  <a:pt x="0" y="0"/>
                </a:moveTo>
                <a:lnTo>
                  <a:pt x="3370556" y="0"/>
                </a:lnTo>
                <a:lnTo>
                  <a:pt x="3370556" y="3571879"/>
                </a:lnTo>
                <a:lnTo>
                  <a:pt x="0" y="357187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true" flipV="false" rot="0">
            <a:off x="6457336" y="8762719"/>
            <a:ext cx="335928" cy="313329"/>
          </a:xfrm>
          <a:custGeom>
            <a:avLst/>
            <a:gdLst/>
            <a:ahLst/>
            <a:cxnLst/>
            <a:rect r="r" b="b" t="t" l="l"/>
            <a:pathLst>
              <a:path h="313329" w="335928">
                <a:moveTo>
                  <a:pt x="335928" y="0"/>
                </a:moveTo>
                <a:lnTo>
                  <a:pt x="0" y="0"/>
                </a:lnTo>
                <a:lnTo>
                  <a:pt x="0" y="313329"/>
                </a:lnTo>
                <a:lnTo>
                  <a:pt x="335928" y="313329"/>
                </a:lnTo>
                <a:lnTo>
                  <a:pt x="335928"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375433" y="6228904"/>
            <a:ext cx="2319577" cy="3476205"/>
          </a:xfrm>
          <a:custGeom>
            <a:avLst/>
            <a:gdLst/>
            <a:ahLst/>
            <a:cxnLst/>
            <a:rect r="r" b="b" t="t" l="l"/>
            <a:pathLst>
              <a:path h="3476205" w="2319577">
                <a:moveTo>
                  <a:pt x="0" y="0"/>
                </a:moveTo>
                <a:lnTo>
                  <a:pt x="2319576" y="0"/>
                </a:lnTo>
                <a:lnTo>
                  <a:pt x="2319576" y="3476205"/>
                </a:lnTo>
                <a:lnTo>
                  <a:pt x="0" y="347620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pic>
        <p:nvPicPr>
          <p:cNvPr name="Picture 13" id="13"/>
          <p:cNvPicPr>
            <a:picLocks noChangeAspect="true"/>
          </p:cNvPicPr>
          <p:nvPr/>
        </p:nvPicPr>
        <p:blipFill>
          <a:blip r:embed="rId12">
            <a:alphaModFix amt="71000"/>
          </a:blip>
          <a:srcRect l="0" t="0" r="0" b="0"/>
          <a:stretch>
            <a:fillRect/>
          </a:stretch>
        </p:blipFill>
        <p:spPr>
          <a:xfrm flipH="false" flipV="false" rot="604890">
            <a:off x="17509575" y="4896612"/>
            <a:ext cx="554300" cy="577396"/>
          </a:xfrm>
          <a:prstGeom prst="rect">
            <a:avLst/>
          </a:prstGeom>
        </p:spPr>
      </p:pic>
      <p:pic>
        <p:nvPicPr>
          <p:cNvPr name="Picture 14" id="14"/>
          <p:cNvPicPr>
            <a:picLocks noChangeAspect="true"/>
          </p:cNvPicPr>
          <p:nvPr/>
        </p:nvPicPr>
        <p:blipFill>
          <a:blip r:embed="rId12">
            <a:alphaModFix amt="71000"/>
          </a:blip>
          <a:srcRect l="0" t="0" r="0" b="0"/>
          <a:stretch>
            <a:fillRect/>
          </a:stretch>
        </p:blipFill>
        <p:spPr>
          <a:xfrm flipH="false" flipV="false" rot="-1221735">
            <a:off x="17085962" y="3338385"/>
            <a:ext cx="397359" cy="413915"/>
          </a:xfrm>
          <a:prstGeom prst="rect">
            <a:avLst/>
          </a:prstGeom>
        </p:spPr>
      </p:pic>
      <p:pic>
        <p:nvPicPr>
          <p:cNvPr name="Picture 15" id="15"/>
          <p:cNvPicPr>
            <a:picLocks noChangeAspect="true"/>
          </p:cNvPicPr>
          <p:nvPr/>
        </p:nvPicPr>
        <p:blipFill>
          <a:blip r:embed="rId12">
            <a:alphaModFix amt="71000"/>
          </a:blip>
          <a:srcRect l="0" t="0" r="0" b="0"/>
          <a:stretch>
            <a:fillRect/>
          </a:stretch>
        </p:blipFill>
        <p:spPr>
          <a:xfrm flipH="false" flipV="false" rot="0">
            <a:off x="17517576" y="1957766"/>
            <a:ext cx="269149" cy="280364"/>
          </a:xfrm>
          <a:prstGeom prst="rect">
            <a:avLst/>
          </a:prstGeom>
        </p:spPr>
      </p:pic>
      <p:pic>
        <p:nvPicPr>
          <p:cNvPr name="Picture 16" id="16"/>
          <p:cNvPicPr>
            <a:picLocks noChangeAspect="true"/>
          </p:cNvPicPr>
          <p:nvPr/>
        </p:nvPicPr>
        <p:blipFill>
          <a:blip r:embed="rId12">
            <a:alphaModFix amt="71000"/>
          </a:blip>
          <a:srcRect l="0" t="0" r="0" b="0"/>
          <a:stretch>
            <a:fillRect/>
          </a:stretch>
        </p:blipFill>
        <p:spPr>
          <a:xfrm flipH="false" flipV="false" rot="-599390">
            <a:off x="421312" y="5056909"/>
            <a:ext cx="554300" cy="577396"/>
          </a:xfrm>
          <a:prstGeom prst="rect">
            <a:avLst/>
          </a:prstGeom>
        </p:spPr>
      </p:pic>
      <p:pic>
        <p:nvPicPr>
          <p:cNvPr name="Picture 17" id="17"/>
          <p:cNvPicPr>
            <a:picLocks noChangeAspect="true"/>
          </p:cNvPicPr>
          <p:nvPr/>
        </p:nvPicPr>
        <p:blipFill>
          <a:blip r:embed="rId12">
            <a:alphaModFix amt="71000"/>
          </a:blip>
          <a:srcRect l="0" t="0" r="0" b="0"/>
          <a:stretch>
            <a:fillRect/>
          </a:stretch>
        </p:blipFill>
        <p:spPr>
          <a:xfrm flipH="false" flipV="false" rot="368085">
            <a:off x="788009" y="3418711"/>
            <a:ext cx="397359" cy="413915"/>
          </a:xfrm>
          <a:prstGeom prst="rect">
            <a:avLst/>
          </a:prstGeom>
        </p:spPr>
      </p:pic>
      <p:pic>
        <p:nvPicPr>
          <p:cNvPr name="Picture 18" id="18"/>
          <p:cNvPicPr>
            <a:picLocks noChangeAspect="true"/>
          </p:cNvPicPr>
          <p:nvPr/>
        </p:nvPicPr>
        <p:blipFill>
          <a:blip r:embed="rId12">
            <a:alphaModFix amt="71000"/>
          </a:blip>
          <a:srcRect l="0" t="0" r="0" b="0"/>
          <a:stretch>
            <a:fillRect/>
          </a:stretch>
        </p:blipFill>
        <p:spPr>
          <a:xfrm flipH="false" flipV="false" rot="-980286">
            <a:off x="463881" y="1925570"/>
            <a:ext cx="269149" cy="280364"/>
          </a:xfrm>
          <a:prstGeom prst="rect">
            <a:avLst/>
          </a:prstGeom>
        </p:spPr>
      </p:pic>
      <p:sp>
        <p:nvSpPr>
          <p:cNvPr name="TextBox 19" id="19"/>
          <p:cNvSpPr txBox="true"/>
          <p:nvPr/>
        </p:nvSpPr>
        <p:spPr>
          <a:xfrm rot="0">
            <a:off x="6197778" y="6576610"/>
            <a:ext cx="5892443" cy="474344"/>
          </a:xfrm>
          <a:prstGeom prst="rect">
            <a:avLst/>
          </a:prstGeom>
        </p:spPr>
        <p:txBody>
          <a:bodyPr anchor="t" rtlCol="false" tIns="0" lIns="0" bIns="0" rIns="0">
            <a:spAutoFit/>
          </a:bodyPr>
          <a:lstStyle/>
          <a:p>
            <a:pPr algn="l">
              <a:lnSpc>
                <a:spcPts val="3780"/>
              </a:lnSpc>
              <a:spcBef>
                <a:spcPct val="0"/>
              </a:spcBef>
            </a:pPr>
            <a:r>
              <a:rPr lang="en-US" sz="2700">
                <a:solidFill>
                  <a:srgbClr val="FFFFFF"/>
                </a:solidFill>
                <a:latin typeface="Disket Mono"/>
              </a:rPr>
              <a:t>overview and explanation</a:t>
            </a:r>
          </a:p>
        </p:txBody>
      </p:sp>
      <p:sp>
        <p:nvSpPr>
          <p:cNvPr name="TextBox 20" id="20"/>
          <p:cNvSpPr txBox="true"/>
          <p:nvPr/>
        </p:nvSpPr>
        <p:spPr>
          <a:xfrm rot="0">
            <a:off x="2361856" y="2470934"/>
            <a:ext cx="13564288" cy="3088003"/>
          </a:xfrm>
          <a:prstGeom prst="rect">
            <a:avLst/>
          </a:prstGeom>
        </p:spPr>
        <p:txBody>
          <a:bodyPr anchor="t" rtlCol="false" tIns="0" lIns="0" bIns="0" rIns="0">
            <a:spAutoFit/>
          </a:bodyPr>
          <a:lstStyle/>
          <a:p>
            <a:pPr algn="ctr">
              <a:lnSpc>
                <a:spcPts val="11759"/>
              </a:lnSpc>
            </a:pPr>
            <a:r>
              <a:rPr lang="en-US" sz="10499">
                <a:solidFill>
                  <a:srgbClr val="FF63D8"/>
                </a:solidFill>
                <a:latin typeface="Arcade Gamer"/>
              </a:rPr>
              <a:t>LANDING PAGE OF TBATE</a:t>
            </a:r>
          </a:p>
        </p:txBody>
      </p:sp>
      <p:sp>
        <p:nvSpPr>
          <p:cNvPr name="TextBox 21" id="21"/>
          <p:cNvSpPr txBox="true"/>
          <p:nvPr/>
        </p:nvSpPr>
        <p:spPr>
          <a:xfrm rot="0">
            <a:off x="7428469" y="8589618"/>
            <a:ext cx="3431062" cy="336677"/>
          </a:xfrm>
          <a:prstGeom prst="rect">
            <a:avLst/>
          </a:prstGeom>
        </p:spPr>
        <p:txBody>
          <a:bodyPr anchor="t" rtlCol="false" tIns="0" lIns="0" bIns="0" rIns="0">
            <a:spAutoFit/>
          </a:bodyPr>
          <a:lstStyle/>
          <a:p>
            <a:pPr algn="l">
              <a:lnSpc>
                <a:spcPts val="2463"/>
              </a:lnSpc>
            </a:pPr>
            <a:r>
              <a:rPr lang="en-US" sz="2199">
                <a:solidFill>
                  <a:srgbClr val="585EFF"/>
                </a:solidFill>
                <a:latin typeface="Arcade Gamer"/>
              </a:rPr>
              <a:t>BY VARSHINI A</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85970" y="2934751"/>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807632" y="1949135"/>
            <a:ext cx="6451668" cy="10752781"/>
          </a:xfrm>
          <a:custGeom>
            <a:avLst/>
            <a:gdLst/>
            <a:ahLst/>
            <a:cxnLst/>
            <a:rect r="r" b="b" t="t" l="l"/>
            <a:pathLst>
              <a:path h="10752781" w="6451668">
                <a:moveTo>
                  <a:pt x="0" y="0"/>
                </a:moveTo>
                <a:lnTo>
                  <a:pt x="6451668" y="0"/>
                </a:lnTo>
                <a:lnTo>
                  <a:pt x="6451668" y="10752780"/>
                </a:lnTo>
                <a:lnTo>
                  <a:pt x="0" y="1075278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028700" y="5269834"/>
            <a:ext cx="8560485" cy="4255465"/>
            <a:chOff x="0" y="0"/>
            <a:chExt cx="2254613" cy="1120781"/>
          </a:xfrm>
        </p:grpSpPr>
        <p:sp>
          <p:nvSpPr>
            <p:cNvPr name="Freeform 5" id="5"/>
            <p:cNvSpPr/>
            <p:nvPr/>
          </p:nvSpPr>
          <p:spPr>
            <a:xfrm flipH="false" flipV="false" rot="0">
              <a:off x="0" y="0"/>
              <a:ext cx="2254613" cy="1120781"/>
            </a:xfrm>
            <a:custGeom>
              <a:avLst/>
              <a:gdLst/>
              <a:ahLst/>
              <a:cxnLst/>
              <a:rect r="r" b="b" t="t" l="l"/>
              <a:pathLst>
                <a:path h="1120781" w="2254613">
                  <a:moveTo>
                    <a:pt x="44315" y="0"/>
                  </a:moveTo>
                  <a:lnTo>
                    <a:pt x="2210299" y="0"/>
                  </a:lnTo>
                  <a:cubicBezTo>
                    <a:pt x="2222052" y="0"/>
                    <a:pt x="2233323" y="4669"/>
                    <a:pt x="2241634" y="12979"/>
                  </a:cubicBezTo>
                  <a:cubicBezTo>
                    <a:pt x="2249944" y="21290"/>
                    <a:pt x="2254613" y="32562"/>
                    <a:pt x="2254613" y="44315"/>
                  </a:cubicBezTo>
                  <a:lnTo>
                    <a:pt x="2254613" y="1076466"/>
                  </a:lnTo>
                  <a:cubicBezTo>
                    <a:pt x="2254613" y="1100941"/>
                    <a:pt x="2234773" y="1120781"/>
                    <a:pt x="2210299" y="1120781"/>
                  </a:cubicBezTo>
                  <a:lnTo>
                    <a:pt x="44315" y="1120781"/>
                  </a:lnTo>
                  <a:cubicBezTo>
                    <a:pt x="32562" y="1120781"/>
                    <a:pt x="21290" y="1116112"/>
                    <a:pt x="12979" y="1107801"/>
                  </a:cubicBezTo>
                  <a:cubicBezTo>
                    <a:pt x="4669" y="1099491"/>
                    <a:pt x="0" y="1088219"/>
                    <a:pt x="0" y="1076466"/>
                  </a:cubicBezTo>
                  <a:lnTo>
                    <a:pt x="0" y="44315"/>
                  </a:lnTo>
                  <a:cubicBezTo>
                    <a:pt x="0" y="32562"/>
                    <a:pt x="4669" y="21290"/>
                    <a:pt x="12979" y="12979"/>
                  </a:cubicBezTo>
                  <a:cubicBezTo>
                    <a:pt x="21290" y="4669"/>
                    <a:pt x="32562" y="0"/>
                    <a:pt x="44315" y="0"/>
                  </a:cubicBezTo>
                  <a:close/>
                </a:path>
              </a:pathLst>
            </a:custGeom>
            <a:solidFill>
              <a:srgbClr val="000000"/>
            </a:solidFill>
            <a:ln w="47625" cap="rnd">
              <a:solidFill>
                <a:srgbClr val="21EF80"/>
              </a:solidFill>
              <a:prstDash val="solid"/>
              <a:round/>
            </a:ln>
          </p:spPr>
        </p:sp>
        <p:sp>
          <p:nvSpPr>
            <p:cNvPr name="TextBox 6" id="6"/>
            <p:cNvSpPr txBox="true"/>
            <p:nvPr/>
          </p:nvSpPr>
          <p:spPr>
            <a:xfrm>
              <a:off x="0" y="-57150"/>
              <a:ext cx="2254613" cy="1177931"/>
            </a:xfrm>
            <a:prstGeom prst="rect">
              <a:avLst/>
            </a:prstGeom>
          </p:spPr>
          <p:txBody>
            <a:bodyPr anchor="t" rtlCol="false" tIns="254000" lIns="254000" bIns="254000" rIns="254000"/>
            <a:lstStyle/>
            <a:p>
              <a:pPr algn="l">
                <a:lnSpc>
                  <a:spcPts val="3359"/>
                </a:lnSpc>
              </a:pPr>
            </a:p>
            <a:p>
              <a:pPr algn="l">
                <a:lnSpc>
                  <a:spcPts val="3359"/>
                </a:lnSpc>
              </a:pPr>
              <a:r>
                <a:rPr lang="en-US" sz="2399">
                  <a:solidFill>
                    <a:srgbClr val="FFFFFF"/>
                  </a:solidFill>
                  <a:latin typeface="Disket Mono"/>
                </a:rPr>
                <a:t>     purpose of the tbate landing page</a:t>
              </a:r>
            </a:p>
            <a:p>
              <a:pPr algn="l">
                <a:lnSpc>
                  <a:spcPts val="3359"/>
                </a:lnSpc>
              </a:pPr>
            </a:p>
            <a:p>
              <a:pPr algn="l">
                <a:lnSpc>
                  <a:spcPts val="3359"/>
                </a:lnSpc>
              </a:pPr>
              <a:r>
                <a:rPr lang="en-US" sz="2399">
                  <a:solidFill>
                    <a:srgbClr val="FFFFFF"/>
                  </a:solidFill>
                  <a:latin typeface="Disket Mono"/>
                </a:rPr>
                <a:t>     KEY features - summary,</a:t>
              </a:r>
            </a:p>
            <a:p>
              <a:pPr algn="l">
                <a:lnSpc>
                  <a:spcPts val="3359"/>
                </a:lnSpc>
              </a:pPr>
              <a:r>
                <a:rPr lang="en-US" sz="2399">
                  <a:solidFill>
                    <a:srgbClr val="FFFFFF"/>
                  </a:solidFill>
                  <a:latin typeface="Disket Mono"/>
                </a:rPr>
                <a:t>    characters, comincs, download </a:t>
              </a:r>
            </a:p>
            <a:p>
              <a:pPr algn="l">
                <a:lnSpc>
                  <a:spcPts val="3359"/>
                </a:lnSpc>
              </a:pPr>
              <a:r>
                <a:rPr lang="en-US" sz="2399">
                  <a:solidFill>
                    <a:srgbClr val="FFFFFF"/>
                  </a:solidFill>
                  <a:latin typeface="Disket Mono"/>
                </a:rPr>
                <a:t>    links, fan art.</a:t>
              </a:r>
            </a:p>
            <a:p>
              <a:pPr algn="l">
                <a:lnSpc>
                  <a:spcPts val="3359"/>
                </a:lnSpc>
              </a:pPr>
              <a:r>
                <a:rPr lang="en-US" sz="2399">
                  <a:solidFill>
                    <a:srgbClr val="FFFFFF"/>
                  </a:solidFill>
                  <a:latin typeface="Disket Mono"/>
                </a:rPr>
                <a:t> </a:t>
              </a:r>
            </a:p>
            <a:p>
              <a:pPr algn="l">
                <a:lnSpc>
                  <a:spcPts val="3359"/>
                </a:lnSpc>
              </a:pPr>
              <a:r>
                <a:rPr lang="en-US" sz="2399">
                  <a:solidFill>
                    <a:srgbClr val="FFFFFF"/>
                  </a:solidFill>
                  <a:latin typeface="Disket Mono"/>
                </a:rPr>
                <a:t> </a:t>
              </a:r>
            </a:p>
            <a:p>
              <a:pPr algn="l">
                <a:lnSpc>
                  <a:spcPts val="3359"/>
                </a:lnSpc>
              </a:pPr>
            </a:p>
          </p:txBody>
        </p:sp>
      </p:grpSp>
      <p:grpSp>
        <p:nvGrpSpPr>
          <p:cNvPr name="Group 7" id="7"/>
          <p:cNvGrpSpPr>
            <a:grpSpLocks noChangeAspect="true"/>
          </p:cNvGrpSpPr>
          <p:nvPr/>
        </p:nvGrpSpPr>
        <p:grpSpPr>
          <a:xfrm rot="0">
            <a:off x="11050460" y="2191889"/>
            <a:ext cx="5966012" cy="3579607"/>
            <a:chOff x="0" y="0"/>
            <a:chExt cx="6350000" cy="3810000"/>
          </a:xfrm>
        </p:grpSpPr>
        <p:sp>
          <p:nvSpPr>
            <p:cNvPr name="Freeform 8" id="8"/>
            <p:cNvSpPr/>
            <p:nvPr/>
          </p:nvSpPr>
          <p:spPr>
            <a:xfrm flipH="false" flipV="false" rot="0">
              <a:off x="0" y="0"/>
              <a:ext cx="6350000" cy="3810000"/>
            </a:xfrm>
            <a:custGeom>
              <a:avLst/>
              <a:gdLst/>
              <a:ahLst/>
              <a:cxnLst/>
              <a:rect r="r" b="b" t="t" l="l"/>
              <a:pathLst>
                <a:path h="3810000" w="6350000">
                  <a:moveTo>
                    <a:pt x="0" y="3175000"/>
                  </a:moveTo>
                  <a:lnTo>
                    <a:pt x="0" y="635000"/>
                  </a:lnTo>
                  <a:cubicBezTo>
                    <a:pt x="0" y="284480"/>
                    <a:pt x="284480" y="0"/>
                    <a:pt x="635000" y="0"/>
                  </a:cubicBezTo>
                  <a:lnTo>
                    <a:pt x="5715000" y="0"/>
                  </a:lnTo>
                  <a:cubicBezTo>
                    <a:pt x="6065520" y="0"/>
                    <a:pt x="6350000" y="284480"/>
                    <a:pt x="6350000" y="635000"/>
                  </a:cubicBezTo>
                  <a:lnTo>
                    <a:pt x="6350000" y="3175000"/>
                  </a:lnTo>
                  <a:cubicBezTo>
                    <a:pt x="6350000" y="3525520"/>
                    <a:pt x="6065520" y="3810000"/>
                    <a:pt x="5715000" y="3810000"/>
                  </a:cubicBezTo>
                  <a:lnTo>
                    <a:pt x="635000" y="3810000"/>
                  </a:lnTo>
                  <a:cubicBezTo>
                    <a:pt x="284480" y="3810000"/>
                    <a:pt x="0" y="3525520"/>
                    <a:pt x="0" y="3175000"/>
                  </a:cubicBezTo>
                  <a:close/>
                </a:path>
              </a:pathLst>
            </a:custGeom>
            <a:blipFill>
              <a:blip r:embed="rId6"/>
              <a:stretch>
                <a:fillRect l="-18742" t="0" r="-18742" b="0"/>
              </a:stretch>
            </a:blipFill>
          </p:spPr>
        </p:sp>
        <p:sp>
          <p:nvSpPr>
            <p:cNvPr name="Freeform 9" id="9"/>
            <p:cNvSpPr/>
            <p:nvPr/>
          </p:nvSpPr>
          <p:spPr>
            <a:xfrm flipH="false" flipV="false" rot="0">
              <a:off x="0" y="0"/>
              <a:ext cx="6350000" cy="3810000"/>
            </a:xfrm>
            <a:custGeom>
              <a:avLst/>
              <a:gdLst/>
              <a:ahLst/>
              <a:cxnLst/>
              <a:rect r="r" b="b" t="t" l="l"/>
              <a:pathLst>
                <a:path h="3810000" w="6350000">
                  <a:moveTo>
                    <a:pt x="5715000" y="19050"/>
                  </a:moveTo>
                  <a:cubicBezTo>
                    <a:pt x="6054090" y="19050"/>
                    <a:pt x="6330950" y="295910"/>
                    <a:pt x="6330950" y="635000"/>
                  </a:cubicBezTo>
                  <a:lnTo>
                    <a:pt x="6330950" y="3175000"/>
                  </a:lnTo>
                  <a:cubicBezTo>
                    <a:pt x="6330950" y="3514090"/>
                    <a:pt x="6054090" y="3790950"/>
                    <a:pt x="5715000" y="3790950"/>
                  </a:cubicBezTo>
                  <a:lnTo>
                    <a:pt x="635000" y="3790950"/>
                  </a:lnTo>
                  <a:cubicBezTo>
                    <a:pt x="295910" y="3790950"/>
                    <a:pt x="19050" y="3514090"/>
                    <a:pt x="19050" y="3175000"/>
                  </a:cubicBezTo>
                  <a:lnTo>
                    <a:pt x="19050" y="635000"/>
                  </a:lnTo>
                  <a:cubicBezTo>
                    <a:pt x="19050" y="295910"/>
                    <a:pt x="295910" y="19050"/>
                    <a:pt x="635000" y="19050"/>
                  </a:cubicBezTo>
                  <a:lnTo>
                    <a:pt x="5715000" y="19050"/>
                  </a:lnTo>
                  <a:moveTo>
                    <a:pt x="5715000" y="0"/>
                  </a:moveTo>
                  <a:lnTo>
                    <a:pt x="635000" y="0"/>
                  </a:lnTo>
                  <a:cubicBezTo>
                    <a:pt x="284480" y="0"/>
                    <a:pt x="0" y="284480"/>
                    <a:pt x="0" y="635000"/>
                  </a:cubicBezTo>
                  <a:lnTo>
                    <a:pt x="0" y="3175000"/>
                  </a:lnTo>
                  <a:cubicBezTo>
                    <a:pt x="0" y="3525520"/>
                    <a:pt x="284480" y="3810000"/>
                    <a:pt x="635000" y="3810000"/>
                  </a:cubicBezTo>
                  <a:lnTo>
                    <a:pt x="5715000" y="3810000"/>
                  </a:lnTo>
                  <a:cubicBezTo>
                    <a:pt x="6065520" y="3810000"/>
                    <a:pt x="6350000" y="3525520"/>
                    <a:pt x="6350000" y="3175000"/>
                  </a:cubicBezTo>
                  <a:lnTo>
                    <a:pt x="6350000" y="635000"/>
                  </a:lnTo>
                  <a:cubicBezTo>
                    <a:pt x="6350000" y="284480"/>
                    <a:pt x="6065520" y="0"/>
                    <a:pt x="5715000" y="0"/>
                  </a:cubicBezTo>
                  <a:lnTo>
                    <a:pt x="5715000" y="0"/>
                  </a:lnTo>
                  <a:close/>
                </a:path>
              </a:pathLst>
            </a:custGeom>
            <a:solidFill>
              <a:srgbClr val="CB34A5"/>
            </a:solidFill>
          </p:spPr>
        </p:sp>
      </p:grpSp>
      <p:sp>
        <p:nvSpPr>
          <p:cNvPr name="Freeform 10" id="10"/>
          <p:cNvSpPr/>
          <p:nvPr/>
        </p:nvSpPr>
        <p:spPr>
          <a:xfrm flipH="true" flipV="false" rot="0">
            <a:off x="1626131" y="6032413"/>
            <a:ext cx="335928" cy="313329"/>
          </a:xfrm>
          <a:custGeom>
            <a:avLst/>
            <a:gdLst/>
            <a:ahLst/>
            <a:cxnLst/>
            <a:rect r="r" b="b" t="t" l="l"/>
            <a:pathLst>
              <a:path h="313329" w="335928">
                <a:moveTo>
                  <a:pt x="335928" y="0"/>
                </a:moveTo>
                <a:lnTo>
                  <a:pt x="0" y="0"/>
                </a:lnTo>
                <a:lnTo>
                  <a:pt x="0" y="313329"/>
                </a:lnTo>
                <a:lnTo>
                  <a:pt x="335928" y="313329"/>
                </a:lnTo>
                <a:lnTo>
                  <a:pt x="335928" y="0"/>
                </a:lnTo>
                <a:close/>
              </a:path>
            </a:pathLst>
          </a:custGeom>
          <a:blipFill>
            <a:blip r:embed="rId7">
              <a:extLst>
                <a:ext uri="{96DAC541-7B7A-43D3-8B79-37D633B846F1}">
                  <asvg:svgBlip xmlns:asvg="http://schemas.microsoft.com/office/drawing/2016/SVG/main" r:embed="rId8"/>
                </a:ext>
              </a:extLst>
            </a:blip>
            <a:stretch>
              <a:fillRect l="0" t="0" r="0" b="0"/>
            </a:stretch>
          </a:blipFill>
        </p:spPr>
      </p:sp>
      <p:pic>
        <p:nvPicPr>
          <p:cNvPr name="Picture 11" id="11"/>
          <p:cNvPicPr>
            <a:picLocks noChangeAspect="true"/>
          </p:cNvPicPr>
          <p:nvPr/>
        </p:nvPicPr>
        <p:blipFill>
          <a:blip r:embed="rId9"/>
          <a:srcRect l="0" t="0" r="0" b="0"/>
          <a:stretch>
            <a:fillRect/>
          </a:stretch>
        </p:blipFill>
        <p:spPr>
          <a:xfrm flipH="false" flipV="false" rot="0">
            <a:off x="16527434" y="5098352"/>
            <a:ext cx="978075" cy="934061"/>
          </a:xfrm>
          <a:prstGeom prst="rect">
            <a:avLst/>
          </a:prstGeom>
        </p:spPr>
      </p:pic>
      <p:sp>
        <p:nvSpPr>
          <p:cNvPr name="Freeform 12" id="12"/>
          <p:cNvSpPr/>
          <p:nvPr/>
        </p:nvSpPr>
        <p:spPr>
          <a:xfrm flipH="true" flipV="false" rot="0">
            <a:off x="1626131" y="6791698"/>
            <a:ext cx="335928" cy="313329"/>
          </a:xfrm>
          <a:custGeom>
            <a:avLst/>
            <a:gdLst/>
            <a:ahLst/>
            <a:cxnLst/>
            <a:rect r="r" b="b" t="t" l="l"/>
            <a:pathLst>
              <a:path h="313329" w="335928">
                <a:moveTo>
                  <a:pt x="335928" y="0"/>
                </a:moveTo>
                <a:lnTo>
                  <a:pt x="0" y="0"/>
                </a:lnTo>
                <a:lnTo>
                  <a:pt x="0" y="313329"/>
                </a:lnTo>
                <a:lnTo>
                  <a:pt x="335928" y="313329"/>
                </a:lnTo>
                <a:lnTo>
                  <a:pt x="335928"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3" id="13"/>
          <p:cNvSpPr txBox="true"/>
          <p:nvPr/>
        </p:nvSpPr>
        <p:spPr>
          <a:xfrm rot="0">
            <a:off x="957140" y="2691588"/>
            <a:ext cx="8632045" cy="1080770"/>
          </a:xfrm>
          <a:prstGeom prst="rect">
            <a:avLst/>
          </a:prstGeom>
        </p:spPr>
        <p:txBody>
          <a:bodyPr anchor="t" rtlCol="false" tIns="0" lIns="0" bIns="0" rIns="0">
            <a:spAutoFit/>
          </a:bodyPr>
          <a:lstStyle/>
          <a:p>
            <a:pPr algn="l">
              <a:lnSpc>
                <a:spcPts val="7839"/>
              </a:lnSpc>
            </a:pPr>
            <a:r>
              <a:rPr lang="en-US" sz="6999">
                <a:solidFill>
                  <a:srgbClr val="FF63D8"/>
                </a:solidFill>
                <a:latin typeface="Arcade Gamer"/>
              </a:rPr>
              <a:t>INTRODUCTION</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2719050" y="1342020"/>
            <a:ext cx="12849901" cy="1296036"/>
          </a:xfrm>
          <a:prstGeom prst="rect">
            <a:avLst/>
          </a:prstGeom>
        </p:spPr>
        <p:txBody>
          <a:bodyPr anchor="t" rtlCol="false" tIns="0" lIns="0" bIns="0" rIns="0">
            <a:spAutoFit/>
          </a:bodyPr>
          <a:lstStyle/>
          <a:p>
            <a:pPr algn="ctr">
              <a:lnSpc>
                <a:spcPts val="9520"/>
              </a:lnSpc>
            </a:pPr>
            <a:r>
              <a:rPr lang="en-US" sz="8500">
                <a:solidFill>
                  <a:srgbClr val="FF63D8"/>
                </a:solidFill>
                <a:latin typeface="Arcade Gamer"/>
              </a:rPr>
              <a:t>HTML STRUCTURE</a:t>
            </a:r>
          </a:p>
        </p:txBody>
      </p:sp>
      <p:grpSp>
        <p:nvGrpSpPr>
          <p:cNvPr name="Group 3" id="3"/>
          <p:cNvGrpSpPr/>
          <p:nvPr/>
        </p:nvGrpSpPr>
        <p:grpSpPr>
          <a:xfrm rot="0">
            <a:off x="2072580" y="3163391"/>
            <a:ext cx="14142840" cy="6094909"/>
            <a:chOff x="0" y="0"/>
            <a:chExt cx="3724863" cy="1605244"/>
          </a:xfrm>
        </p:grpSpPr>
        <p:sp>
          <p:nvSpPr>
            <p:cNvPr name="Freeform 4" id="4"/>
            <p:cNvSpPr/>
            <p:nvPr/>
          </p:nvSpPr>
          <p:spPr>
            <a:xfrm flipH="false" flipV="false" rot="0">
              <a:off x="0" y="0"/>
              <a:ext cx="3724863" cy="1605244"/>
            </a:xfrm>
            <a:custGeom>
              <a:avLst/>
              <a:gdLst/>
              <a:ahLst/>
              <a:cxnLst/>
              <a:rect r="r" b="b" t="t" l="l"/>
              <a:pathLst>
                <a:path h="1605244" w="3724863">
                  <a:moveTo>
                    <a:pt x="11496" y="0"/>
                  </a:moveTo>
                  <a:lnTo>
                    <a:pt x="3713368" y="0"/>
                  </a:lnTo>
                  <a:cubicBezTo>
                    <a:pt x="3716417" y="0"/>
                    <a:pt x="3719340" y="1211"/>
                    <a:pt x="3721496" y="3367"/>
                  </a:cubicBezTo>
                  <a:cubicBezTo>
                    <a:pt x="3723652" y="5523"/>
                    <a:pt x="3724863" y="8447"/>
                    <a:pt x="3724863" y="11496"/>
                  </a:cubicBezTo>
                  <a:lnTo>
                    <a:pt x="3724863" y="1593748"/>
                  </a:lnTo>
                  <a:cubicBezTo>
                    <a:pt x="3724863" y="1596797"/>
                    <a:pt x="3723652" y="1599721"/>
                    <a:pt x="3721496" y="1601877"/>
                  </a:cubicBezTo>
                  <a:cubicBezTo>
                    <a:pt x="3719340" y="1604032"/>
                    <a:pt x="3716417" y="1605244"/>
                    <a:pt x="3713368" y="1605244"/>
                  </a:cubicBezTo>
                  <a:lnTo>
                    <a:pt x="11496" y="1605244"/>
                  </a:lnTo>
                  <a:cubicBezTo>
                    <a:pt x="8447" y="1605244"/>
                    <a:pt x="5523" y="1604032"/>
                    <a:pt x="3367" y="1601877"/>
                  </a:cubicBezTo>
                  <a:cubicBezTo>
                    <a:pt x="1211" y="1599721"/>
                    <a:pt x="0" y="1596797"/>
                    <a:pt x="0" y="1593748"/>
                  </a:cubicBezTo>
                  <a:lnTo>
                    <a:pt x="0" y="11496"/>
                  </a:lnTo>
                  <a:cubicBezTo>
                    <a:pt x="0" y="8447"/>
                    <a:pt x="1211" y="5523"/>
                    <a:pt x="3367" y="3367"/>
                  </a:cubicBezTo>
                  <a:cubicBezTo>
                    <a:pt x="5523" y="1211"/>
                    <a:pt x="8447" y="0"/>
                    <a:pt x="11496" y="0"/>
                  </a:cubicBezTo>
                  <a:close/>
                </a:path>
              </a:pathLst>
            </a:custGeom>
            <a:solidFill>
              <a:srgbClr val="000000"/>
            </a:solidFill>
            <a:ln w="47625" cap="rnd">
              <a:solidFill>
                <a:srgbClr val="21EF80"/>
              </a:solidFill>
              <a:prstDash val="solid"/>
              <a:round/>
            </a:ln>
          </p:spPr>
        </p:sp>
        <p:sp>
          <p:nvSpPr>
            <p:cNvPr name="TextBox 5" id="5"/>
            <p:cNvSpPr txBox="true"/>
            <p:nvPr/>
          </p:nvSpPr>
          <p:spPr>
            <a:xfrm>
              <a:off x="0" y="-57150"/>
              <a:ext cx="3724863" cy="1662394"/>
            </a:xfrm>
            <a:prstGeom prst="rect">
              <a:avLst/>
            </a:prstGeom>
          </p:spPr>
          <p:txBody>
            <a:bodyPr anchor="t" rtlCol="false" tIns="254000" lIns="254000" bIns="254000" rIns="254000"/>
            <a:lstStyle/>
            <a:p>
              <a:pPr algn="l">
                <a:lnSpc>
                  <a:spcPts val="3359"/>
                </a:lnSpc>
              </a:pPr>
            </a:p>
            <a:p>
              <a:pPr algn="l">
                <a:lnSpc>
                  <a:spcPts val="3359"/>
                </a:lnSpc>
              </a:pPr>
              <a:r>
                <a:rPr lang="en-US" sz="2400">
                  <a:solidFill>
                    <a:srgbClr val="FFFFFF"/>
                  </a:solidFill>
                  <a:latin typeface="Disket Mono"/>
                </a:rPr>
                <a:t>  </a:t>
              </a:r>
            </a:p>
          </p:txBody>
        </p:sp>
      </p:grpSp>
      <p:sp>
        <p:nvSpPr>
          <p:cNvPr name="TextBox 6" id="6"/>
          <p:cNvSpPr txBox="true"/>
          <p:nvPr/>
        </p:nvSpPr>
        <p:spPr>
          <a:xfrm rot="0">
            <a:off x="2583996" y="3394710"/>
            <a:ext cx="13120008" cy="5444490"/>
          </a:xfrm>
          <a:prstGeom prst="rect">
            <a:avLst/>
          </a:prstGeom>
        </p:spPr>
        <p:txBody>
          <a:bodyPr anchor="t" rtlCol="false" tIns="0" lIns="0" bIns="0" rIns="0">
            <a:spAutoFit/>
          </a:bodyPr>
          <a:lstStyle/>
          <a:p>
            <a:pPr algn="l">
              <a:lnSpc>
                <a:spcPts val="3360"/>
              </a:lnSpc>
            </a:pPr>
            <a:r>
              <a:rPr lang="en-US" sz="2400">
                <a:solidFill>
                  <a:srgbClr val="FFFFFF"/>
                </a:solidFill>
                <a:latin typeface="Disket Mono"/>
              </a:rPr>
              <a:t>The HTML file is structured into key sections to organize the content effectively. It includes:</a:t>
            </a:r>
          </a:p>
          <a:p>
            <a:pPr algn="l">
              <a:lnSpc>
                <a:spcPts val="3360"/>
              </a:lnSpc>
            </a:pPr>
          </a:p>
          <a:p>
            <a:pPr algn="l" marL="518163" indent="-259082" lvl="1">
              <a:lnSpc>
                <a:spcPts val="3360"/>
              </a:lnSpc>
              <a:buFont typeface="Arial"/>
              <a:buChar char="•"/>
            </a:pPr>
            <a:r>
              <a:rPr lang="en-US" sz="2400">
                <a:solidFill>
                  <a:srgbClr val="FFFFFF"/>
                </a:solidFill>
                <a:latin typeface="Disket Mono"/>
              </a:rPr>
              <a:t>Header: Contains the logo and navigation links.</a:t>
            </a:r>
          </a:p>
          <a:p>
            <a:pPr algn="l" marL="518163" indent="-259082" lvl="1">
              <a:lnSpc>
                <a:spcPts val="3360"/>
              </a:lnSpc>
              <a:buFont typeface="Arial"/>
              <a:buChar char="•"/>
            </a:pPr>
            <a:r>
              <a:rPr lang="en-US" sz="2400">
                <a:solidFill>
                  <a:srgbClr val="FFFFFF"/>
                </a:solidFill>
                <a:latin typeface="Disket Mono"/>
              </a:rPr>
              <a:t>Hero Section: Features a title and a call-to-action button.</a:t>
            </a:r>
          </a:p>
          <a:p>
            <a:pPr algn="l" marL="518163" indent="-259082" lvl="1">
              <a:lnSpc>
                <a:spcPts val="3360"/>
              </a:lnSpc>
              <a:buFont typeface="Arial"/>
              <a:buChar char="•"/>
            </a:pPr>
            <a:r>
              <a:rPr lang="en-US" sz="2400">
                <a:solidFill>
                  <a:srgbClr val="FFFFFF"/>
                </a:solidFill>
                <a:latin typeface="Disket Mono"/>
              </a:rPr>
              <a:t>Summary Section: Provides an overview of the story.</a:t>
            </a:r>
          </a:p>
          <a:p>
            <a:pPr algn="l" marL="518163" indent="-259082" lvl="1">
              <a:lnSpc>
                <a:spcPts val="3360"/>
              </a:lnSpc>
              <a:buFont typeface="Arial"/>
              <a:buChar char="•"/>
            </a:pPr>
            <a:r>
              <a:rPr lang="en-US" sz="2400">
                <a:solidFill>
                  <a:srgbClr val="FFFFFF"/>
                </a:solidFill>
                <a:latin typeface="Disket Mono"/>
              </a:rPr>
              <a:t>Characters Section: Displays the main characters with images and descriptions.</a:t>
            </a:r>
          </a:p>
          <a:p>
            <a:pPr algn="l" marL="518163" indent="-259082" lvl="1">
              <a:lnSpc>
                <a:spcPts val="3360"/>
              </a:lnSpc>
              <a:buFont typeface="Arial"/>
              <a:buChar char="•"/>
            </a:pPr>
            <a:r>
              <a:rPr lang="en-US" sz="2400">
                <a:solidFill>
                  <a:srgbClr val="FFFFFF"/>
                </a:solidFill>
                <a:latin typeface="Disket Mono"/>
              </a:rPr>
              <a:t>Comics Section: Includes a link to the comic adaptation.</a:t>
            </a:r>
          </a:p>
          <a:p>
            <a:pPr algn="l" marL="518163" indent="-259082" lvl="1">
              <a:lnSpc>
                <a:spcPts val="3360"/>
              </a:lnSpc>
              <a:buFont typeface="Arial"/>
              <a:buChar char="•"/>
            </a:pPr>
            <a:r>
              <a:rPr lang="en-US" sz="2400">
                <a:solidFill>
                  <a:srgbClr val="FFFFFF"/>
                </a:solidFill>
                <a:latin typeface="Disket Mono"/>
              </a:rPr>
              <a:t>Download Section: Provides a link to download the ePub version.</a:t>
            </a:r>
          </a:p>
          <a:p>
            <a:pPr algn="l" marL="518163" indent="-259082" lvl="1">
              <a:lnSpc>
                <a:spcPts val="3360"/>
              </a:lnSpc>
              <a:buFont typeface="Arial"/>
              <a:buChar char="•"/>
            </a:pPr>
            <a:r>
              <a:rPr lang="en-US" sz="2400">
                <a:solidFill>
                  <a:srgbClr val="FFFFFF"/>
                </a:solidFill>
                <a:latin typeface="Disket Mono"/>
              </a:rPr>
              <a:t>Fan Art Section: Showcases fan art images.</a:t>
            </a:r>
          </a:p>
          <a:p>
            <a:pPr algn="l" marL="518163" indent="-259082" lvl="1">
              <a:lnSpc>
                <a:spcPts val="3360"/>
              </a:lnSpc>
              <a:buFont typeface="Arial"/>
              <a:buChar char="•"/>
            </a:pPr>
            <a:r>
              <a:rPr lang="en-US" sz="2400">
                <a:solidFill>
                  <a:srgbClr val="FFFFFF"/>
                </a:solidFill>
                <a:latin typeface="Disket Mono"/>
              </a:rPr>
              <a:t>Footer: Contains copyright information.</a:t>
            </a:r>
          </a:p>
        </p:txBody>
      </p:sp>
    </p:spTree>
  </p:cSld>
  <p:clrMapOvr>
    <a:masterClrMapping/>
  </p:clrMapOvr>
</p:sld>
</file>

<file path=ppt/slides/slide17.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2719050" y="1342020"/>
            <a:ext cx="12849901" cy="1296036"/>
          </a:xfrm>
          <a:prstGeom prst="rect">
            <a:avLst/>
          </a:prstGeom>
        </p:spPr>
        <p:txBody>
          <a:bodyPr anchor="t" rtlCol="false" tIns="0" lIns="0" bIns="0" rIns="0">
            <a:spAutoFit/>
          </a:bodyPr>
          <a:lstStyle/>
          <a:p>
            <a:pPr algn="ctr">
              <a:lnSpc>
                <a:spcPts val="9520"/>
              </a:lnSpc>
            </a:pPr>
            <a:r>
              <a:rPr lang="en-US" sz="8500">
                <a:solidFill>
                  <a:srgbClr val="FF63D8"/>
                </a:solidFill>
                <a:latin typeface="Arcade Gamer"/>
              </a:rPr>
              <a:t>CSS STYLING</a:t>
            </a:r>
          </a:p>
        </p:txBody>
      </p:sp>
      <p:grpSp>
        <p:nvGrpSpPr>
          <p:cNvPr name="Group 3" id="3"/>
          <p:cNvGrpSpPr/>
          <p:nvPr/>
        </p:nvGrpSpPr>
        <p:grpSpPr>
          <a:xfrm rot="0">
            <a:off x="2072580" y="3670374"/>
            <a:ext cx="14142840" cy="3999409"/>
            <a:chOff x="0" y="0"/>
            <a:chExt cx="3724863" cy="1053342"/>
          </a:xfrm>
        </p:grpSpPr>
        <p:sp>
          <p:nvSpPr>
            <p:cNvPr name="Freeform 4" id="4"/>
            <p:cNvSpPr/>
            <p:nvPr/>
          </p:nvSpPr>
          <p:spPr>
            <a:xfrm flipH="false" flipV="false" rot="0">
              <a:off x="0" y="0"/>
              <a:ext cx="3724863" cy="1053342"/>
            </a:xfrm>
            <a:custGeom>
              <a:avLst/>
              <a:gdLst/>
              <a:ahLst/>
              <a:cxnLst/>
              <a:rect r="r" b="b" t="t" l="l"/>
              <a:pathLst>
                <a:path h="1053342" w="3724863">
                  <a:moveTo>
                    <a:pt x="11496" y="0"/>
                  </a:moveTo>
                  <a:lnTo>
                    <a:pt x="3713368" y="0"/>
                  </a:lnTo>
                  <a:cubicBezTo>
                    <a:pt x="3716417" y="0"/>
                    <a:pt x="3719340" y="1211"/>
                    <a:pt x="3721496" y="3367"/>
                  </a:cubicBezTo>
                  <a:cubicBezTo>
                    <a:pt x="3723652" y="5523"/>
                    <a:pt x="3724863" y="8447"/>
                    <a:pt x="3724863" y="11496"/>
                  </a:cubicBezTo>
                  <a:lnTo>
                    <a:pt x="3724863" y="1041847"/>
                  </a:lnTo>
                  <a:cubicBezTo>
                    <a:pt x="3724863" y="1044896"/>
                    <a:pt x="3723652" y="1047820"/>
                    <a:pt x="3721496" y="1049975"/>
                  </a:cubicBezTo>
                  <a:cubicBezTo>
                    <a:pt x="3719340" y="1052131"/>
                    <a:pt x="3716417" y="1053342"/>
                    <a:pt x="3713368" y="1053342"/>
                  </a:cubicBezTo>
                  <a:lnTo>
                    <a:pt x="11496" y="1053342"/>
                  </a:lnTo>
                  <a:cubicBezTo>
                    <a:pt x="8447" y="1053342"/>
                    <a:pt x="5523" y="1052131"/>
                    <a:pt x="3367" y="1049975"/>
                  </a:cubicBezTo>
                  <a:cubicBezTo>
                    <a:pt x="1211" y="1047820"/>
                    <a:pt x="0" y="1044896"/>
                    <a:pt x="0" y="1041847"/>
                  </a:cubicBezTo>
                  <a:lnTo>
                    <a:pt x="0" y="11496"/>
                  </a:lnTo>
                  <a:cubicBezTo>
                    <a:pt x="0" y="8447"/>
                    <a:pt x="1211" y="5523"/>
                    <a:pt x="3367" y="3367"/>
                  </a:cubicBezTo>
                  <a:cubicBezTo>
                    <a:pt x="5523" y="1211"/>
                    <a:pt x="8447" y="0"/>
                    <a:pt x="11496" y="0"/>
                  </a:cubicBezTo>
                  <a:close/>
                </a:path>
              </a:pathLst>
            </a:custGeom>
            <a:solidFill>
              <a:srgbClr val="000000"/>
            </a:solidFill>
            <a:ln w="47625" cap="rnd">
              <a:solidFill>
                <a:srgbClr val="21EF80"/>
              </a:solidFill>
              <a:prstDash val="solid"/>
              <a:round/>
            </a:ln>
          </p:spPr>
        </p:sp>
        <p:sp>
          <p:nvSpPr>
            <p:cNvPr name="TextBox 5" id="5"/>
            <p:cNvSpPr txBox="true"/>
            <p:nvPr/>
          </p:nvSpPr>
          <p:spPr>
            <a:xfrm>
              <a:off x="0" y="-57150"/>
              <a:ext cx="3724863" cy="1110492"/>
            </a:xfrm>
            <a:prstGeom prst="rect">
              <a:avLst/>
            </a:prstGeom>
          </p:spPr>
          <p:txBody>
            <a:bodyPr anchor="t" rtlCol="false" tIns="254000" lIns="254000" bIns="254000" rIns="254000"/>
            <a:lstStyle/>
            <a:p>
              <a:pPr algn="l">
                <a:lnSpc>
                  <a:spcPts val="3359"/>
                </a:lnSpc>
              </a:pPr>
            </a:p>
            <a:p>
              <a:pPr algn="l">
                <a:lnSpc>
                  <a:spcPts val="3359"/>
                </a:lnSpc>
              </a:pPr>
              <a:r>
                <a:rPr lang="en-US" sz="2400">
                  <a:solidFill>
                    <a:srgbClr val="FFFFFF"/>
                  </a:solidFill>
                  <a:latin typeface="Disket Mono"/>
                </a:rPr>
                <a:t>  </a:t>
              </a:r>
            </a:p>
          </p:txBody>
        </p:sp>
      </p:grpSp>
      <p:sp>
        <p:nvSpPr>
          <p:cNvPr name="TextBox 6" id="6"/>
          <p:cNvSpPr txBox="true"/>
          <p:nvPr/>
        </p:nvSpPr>
        <p:spPr>
          <a:xfrm rot="0">
            <a:off x="2583996" y="3901694"/>
            <a:ext cx="13120008" cy="3768090"/>
          </a:xfrm>
          <a:prstGeom prst="rect">
            <a:avLst/>
          </a:prstGeom>
        </p:spPr>
        <p:txBody>
          <a:bodyPr anchor="t" rtlCol="false" tIns="0" lIns="0" bIns="0" rIns="0">
            <a:spAutoFit/>
          </a:bodyPr>
          <a:lstStyle/>
          <a:p>
            <a:pPr algn="l">
              <a:lnSpc>
                <a:spcPts val="3360"/>
              </a:lnSpc>
            </a:pPr>
            <a:r>
              <a:rPr lang="en-US" sz="2400">
                <a:solidFill>
                  <a:srgbClr val="FFFFFF"/>
                </a:solidFill>
                <a:latin typeface="Disket Mono"/>
              </a:rPr>
              <a:t>The CSS file defines the styles for layout and design. Key CSS rules include:</a:t>
            </a:r>
          </a:p>
          <a:p>
            <a:pPr algn="l" marL="518163" indent="-259082" lvl="1">
              <a:lnSpc>
                <a:spcPts val="3360"/>
              </a:lnSpc>
              <a:buFont typeface="Arial"/>
              <a:buChar char="•"/>
            </a:pPr>
            <a:r>
              <a:rPr lang="en-US" sz="2400">
                <a:solidFill>
                  <a:srgbClr val="FFFFFF"/>
                </a:solidFill>
                <a:latin typeface="Disket Mono"/>
              </a:rPr>
              <a:t>Fl</a:t>
            </a:r>
            <a:r>
              <a:rPr lang="en-US" sz="2400">
                <a:solidFill>
                  <a:srgbClr val="FFFFFF"/>
                </a:solidFill>
                <a:latin typeface="Disket Mono"/>
              </a:rPr>
              <a:t>exbox: Used for alignment and spacing in various sections.</a:t>
            </a:r>
          </a:p>
          <a:p>
            <a:pPr algn="l" marL="518163" indent="-259082" lvl="1">
              <a:lnSpc>
                <a:spcPts val="3360"/>
              </a:lnSpc>
              <a:buFont typeface="Arial"/>
              <a:buChar char="•"/>
            </a:pPr>
            <a:r>
              <a:rPr lang="en-US" sz="2400">
                <a:solidFill>
                  <a:srgbClr val="FFFFFF"/>
                </a:solidFill>
                <a:latin typeface="Disket Mono"/>
              </a:rPr>
              <a:t>Background Images and Colors: Enhance the visual appeal.</a:t>
            </a:r>
          </a:p>
          <a:p>
            <a:pPr algn="l" marL="518163" indent="-259082" lvl="1">
              <a:lnSpc>
                <a:spcPts val="3360"/>
              </a:lnSpc>
              <a:buFont typeface="Arial"/>
              <a:buChar char="•"/>
            </a:pPr>
            <a:r>
              <a:rPr lang="en-US" sz="2400">
                <a:solidFill>
                  <a:srgbClr val="FFFFFF"/>
                </a:solidFill>
                <a:latin typeface="Disket Mono"/>
              </a:rPr>
              <a:t>Butt</a:t>
            </a:r>
            <a:r>
              <a:rPr lang="en-US" sz="2400">
                <a:solidFill>
                  <a:srgbClr val="FFFFFF"/>
                </a:solidFill>
                <a:latin typeface="Disket Mono"/>
              </a:rPr>
              <a:t>on Styling: Makes the call-to-action buttons stand out.</a:t>
            </a:r>
          </a:p>
          <a:p>
            <a:pPr algn="l" marL="518163" indent="-259082" lvl="1">
              <a:lnSpc>
                <a:spcPts val="3360"/>
              </a:lnSpc>
              <a:buFont typeface="Arial"/>
              <a:buChar char="•"/>
            </a:pPr>
            <a:r>
              <a:rPr lang="en-US" sz="2400">
                <a:solidFill>
                  <a:srgbClr val="FFFFFF"/>
                </a:solidFill>
                <a:latin typeface="Disket Mono"/>
              </a:rPr>
              <a:t>Responsive Design: Ensures the page looks good on different screen sizes.</a:t>
            </a:r>
          </a:p>
          <a:p>
            <a:pPr algn="l">
              <a:lnSpc>
                <a:spcPts val="3360"/>
              </a:lnSpc>
            </a:pPr>
          </a:p>
        </p:txBody>
      </p:sp>
    </p:spTree>
  </p:cSld>
  <p:clrMapOvr>
    <a:masterClrMapping/>
  </p:clrMapOvr>
</p:sld>
</file>

<file path=ppt/slides/slide18.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2719050" y="741945"/>
            <a:ext cx="12849901" cy="2496186"/>
          </a:xfrm>
          <a:prstGeom prst="rect">
            <a:avLst/>
          </a:prstGeom>
        </p:spPr>
        <p:txBody>
          <a:bodyPr anchor="t" rtlCol="false" tIns="0" lIns="0" bIns="0" rIns="0">
            <a:spAutoFit/>
          </a:bodyPr>
          <a:lstStyle/>
          <a:p>
            <a:pPr algn="ctr">
              <a:lnSpc>
                <a:spcPts val="9520"/>
              </a:lnSpc>
            </a:pPr>
            <a:r>
              <a:rPr lang="en-US" sz="8500">
                <a:solidFill>
                  <a:srgbClr val="FF63D8"/>
                </a:solidFill>
                <a:latin typeface="Arcade Gamer"/>
              </a:rPr>
              <a:t>ENHANCEMENTS AND AESTHETICS</a:t>
            </a:r>
          </a:p>
        </p:txBody>
      </p:sp>
      <p:grpSp>
        <p:nvGrpSpPr>
          <p:cNvPr name="Group 3" id="3"/>
          <p:cNvGrpSpPr/>
          <p:nvPr/>
        </p:nvGrpSpPr>
        <p:grpSpPr>
          <a:xfrm rot="0">
            <a:off x="2072580" y="3831502"/>
            <a:ext cx="14424814" cy="5426798"/>
            <a:chOff x="0" y="0"/>
            <a:chExt cx="3799128" cy="1429280"/>
          </a:xfrm>
        </p:grpSpPr>
        <p:sp>
          <p:nvSpPr>
            <p:cNvPr name="Freeform 4" id="4"/>
            <p:cNvSpPr/>
            <p:nvPr/>
          </p:nvSpPr>
          <p:spPr>
            <a:xfrm flipH="false" flipV="false" rot="0">
              <a:off x="0" y="0"/>
              <a:ext cx="3799128" cy="1429280"/>
            </a:xfrm>
            <a:custGeom>
              <a:avLst/>
              <a:gdLst/>
              <a:ahLst/>
              <a:cxnLst/>
              <a:rect r="r" b="b" t="t" l="l"/>
              <a:pathLst>
                <a:path h="1429280" w="3799128">
                  <a:moveTo>
                    <a:pt x="11271" y="0"/>
                  </a:moveTo>
                  <a:lnTo>
                    <a:pt x="3787857" y="0"/>
                  </a:lnTo>
                  <a:cubicBezTo>
                    <a:pt x="3790846" y="0"/>
                    <a:pt x="3793713" y="1187"/>
                    <a:pt x="3795826" y="3301"/>
                  </a:cubicBezTo>
                  <a:cubicBezTo>
                    <a:pt x="3797940" y="5415"/>
                    <a:pt x="3799128" y="8282"/>
                    <a:pt x="3799128" y="11271"/>
                  </a:cubicBezTo>
                  <a:lnTo>
                    <a:pt x="3799128" y="1418009"/>
                  </a:lnTo>
                  <a:cubicBezTo>
                    <a:pt x="3799128" y="1420998"/>
                    <a:pt x="3797940" y="1423865"/>
                    <a:pt x="3795826" y="1425979"/>
                  </a:cubicBezTo>
                  <a:cubicBezTo>
                    <a:pt x="3793713" y="1428093"/>
                    <a:pt x="3790846" y="1429280"/>
                    <a:pt x="3787857" y="1429280"/>
                  </a:cubicBezTo>
                  <a:lnTo>
                    <a:pt x="11271" y="1429280"/>
                  </a:lnTo>
                  <a:cubicBezTo>
                    <a:pt x="8282" y="1429280"/>
                    <a:pt x="5415" y="1428093"/>
                    <a:pt x="3301" y="1425979"/>
                  </a:cubicBezTo>
                  <a:cubicBezTo>
                    <a:pt x="1187" y="1423865"/>
                    <a:pt x="0" y="1420998"/>
                    <a:pt x="0" y="1418009"/>
                  </a:cubicBezTo>
                  <a:lnTo>
                    <a:pt x="0" y="11271"/>
                  </a:lnTo>
                  <a:cubicBezTo>
                    <a:pt x="0" y="8282"/>
                    <a:pt x="1187" y="5415"/>
                    <a:pt x="3301" y="3301"/>
                  </a:cubicBezTo>
                  <a:cubicBezTo>
                    <a:pt x="5415" y="1187"/>
                    <a:pt x="8282" y="0"/>
                    <a:pt x="11271" y="0"/>
                  </a:cubicBezTo>
                  <a:close/>
                </a:path>
              </a:pathLst>
            </a:custGeom>
            <a:solidFill>
              <a:srgbClr val="000000"/>
            </a:solidFill>
            <a:ln w="47625" cap="rnd">
              <a:solidFill>
                <a:srgbClr val="21EF80"/>
              </a:solidFill>
              <a:prstDash val="solid"/>
              <a:round/>
            </a:ln>
          </p:spPr>
        </p:sp>
        <p:sp>
          <p:nvSpPr>
            <p:cNvPr name="TextBox 5" id="5"/>
            <p:cNvSpPr txBox="true"/>
            <p:nvPr/>
          </p:nvSpPr>
          <p:spPr>
            <a:xfrm>
              <a:off x="0" y="-57150"/>
              <a:ext cx="3799128" cy="1486430"/>
            </a:xfrm>
            <a:prstGeom prst="rect">
              <a:avLst/>
            </a:prstGeom>
          </p:spPr>
          <p:txBody>
            <a:bodyPr anchor="t" rtlCol="false" tIns="254000" lIns="254000" bIns="254000" rIns="254000"/>
            <a:lstStyle/>
            <a:p>
              <a:pPr algn="l">
                <a:lnSpc>
                  <a:spcPts val="3359"/>
                </a:lnSpc>
              </a:pPr>
            </a:p>
            <a:p>
              <a:pPr algn="l">
                <a:lnSpc>
                  <a:spcPts val="3359"/>
                </a:lnSpc>
              </a:pPr>
              <a:r>
                <a:rPr lang="en-US" sz="2400">
                  <a:solidFill>
                    <a:srgbClr val="FFFFFF"/>
                  </a:solidFill>
                  <a:latin typeface="Disket Mono"/>
                </a:rPr>
                <a:t>  </a:t>
              </a:r>
            </a:p>
          </p:txBody>
        </p:sp>
      </p:grpSp>
      <p:sp>
        <p:nvSpPr>
          <p:cNvPr name="TextBox 6" id="6"/>
          <p:cNvSpPr txBox="true"/>
          <p:nvPr/>
        </p:nvSpPr>
        <p:spPr>
          <a:xfrm rot="0">
            <a:off x="2583996" y="4271952"/>
            <a:ext cx="13120008" cy="4606290"/>
          </a:xfrm>
          <a:prstGeom prst="rect">
            <a:avLst/>
          </a:prstGeom>
        </p:spPr>
        <p:txBody>
          <a:bodyPr anchor="t" rtlCol="false" tIns="0" lIns="0" bIns="0" rIns="0">
            <a:spAutoFit/>
          </a:bodyPr>
          <a:lstStyle/>
          <a:p>
            <a:pPr algn="l">
              <a:lnSpc>
                <a:spcPts val="3360"/>
              </a:lnSpc>
            </a:pPr>
            <a:r>
              <a:rPr lang="en-US" sz="2400">
                <a:solidFill>
                  <a:srgbClr val="FFFFFF"/>
                </a:solidFill>
                <a:latin typeface="Disket Mono"/>
              </a:rPr>
              <a:t>To enhance the aesthetics of the landing page, several visual improvements were made:</a:t>
            </a:r>
          </a:p>
          <a:p>
            <a:pPr algn="l">
              <a:lnSpc>
                <a:spcPts val="3360"/>
              </a:lnSpc>
            </a:pPr>
          </a:p>
          <a:p>
            <a:pPr algn="l" marL="518163" indent="-259082" lvl="1">
              <a:lnSpc>
                <a:spcPts val="3360"/>
              </a:lnSpc>
              <a:buFont typeface="Arial"/>
              <a:buChar char="•"/>
            </a:pPr>
            <a:r>
              <a:rPr lang="en-US" sz="2400">
                <a:solidFill>
                  <a:srgbClr val="FFFFFF"/>
                </a:solidFill>
                <a:latin typeface="Disket Mono"/>
              </a:rPr>
              <a:t>Background Image: A subtle background image adds depth to the page.</a:t>
            </a:r>
          </a:p>
          <a:p>
            <a:pPr algn="l" marL="518163" indent="-259082" lvl="1">
              <a:lnSpc>
                <a:spcPts val="3360"/>
              </a:lnSpc>
              <a:buFont typeface="Arial"/>
              <a:buChar char="•"/>
            </a:pPr>
            <a:r>
              <a:rPr lang="en-US" sz="2400">
                <a:solidFill>
                  <a:srgbClr val="FFFFFF"/>
                </a:solidFill>
                <a:latin typeface="Disket Mono"/>
              </a:rPr>
              <a:t>Gradient Overlay: Applied to the hero section for a modern and dynamic look.</a:t>
            </a:r>
          </a:p>
          <a:p>
            <a:pPr algn="l" marL="518163" indent="-259082" lvl="1">
              <a:lnSpc>
                <a:spcPts val="3360"/>
              </a:lnSpc>
              <a:buFont typeface="Arial"/>
              <a:buChar char="•"/>
            </a:pPr>
            <a:r>
              <a:rPr lang="en-US" sz="2400">
                <a:solidFill>
                  <a:srgbClr val="FFFFFF"/>
                </a:solidFill>
                <a:latin typeface="Disket Mono"/>
              </a:rPr>
              <a:t>Button Hover Effects: Provide visual feedback when users interact with buttons.</a:t>
            </a:r>
          </a:p>
          <a:p>
            <a:pPr algn="l" marL="518163" indent="-259082" lvl="1">
              <a:lnSpc>
                <a:spcPts val="3360"/>
              </a:lnSpc>
              <a:buFont typeface="Arial"/>
              <a:buChar char="•"/>
            </a:pPr>
            <a:r>
              <a:rPr lang="en-US" sz="2400">
                <a:solidFill>
                  <a:srgbClr val="FFFFFF"/>
                </a:solidFill>
                <a:latin typeface="Disket Mono"/>
              </a:rPr>
              <a:t>Typography: Consistent font styles and sizes improve readability and visual consistency.</a:t>
            </a:r>
          </a:p>
        </p:txBody>
      </p:sp>
    </p:spTree>
  </p:cSld>
  <p:clrMapOvr>
    <a:masterClrMapping/>
  </p:clrMapOvr>
</p:sld>
</file>

<file path=ppt/slides/slide19.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2719050" y="741945"/>
            <a:ext cx="12849901" cy="2496186"/>
          </a:xfrm>
          <a:prstGeom prst="rect">
            <a:avLst/>
          </a:prstGeom>
        </p:spPr>
        <p:txBody>
          <a:bodyPr anchor="t" rtlCol="false" tIns="0" lIns="0" bIns="0" rIns="0">
            <a:spAutoFit/>
          </a:bodyPr>
          <a:lstStyle/>
          <a:p>
            <a:pPr algn="ctr">
              <a:lnSpc>
                <a:spcPts val="9520"/>
              </a:lnSpc>
            </a:pPr>
            <a:r>
              <a:rPr lang="en-US" sz="8500">
                <a:solidFill>
                  <a:srgbClr val="FF63D8"/>
                </a:solidFill>
                <a:latin typeface="Arcade Gamer"/>
              </a:rPr>
              <a:t>INTERACTIVE ELEMENTS</a:t>
            </a:r>
          </a:p>
        </p:txBody>
      </p:sp>
      <p:grpSp>
        <p:nvGrpSpPr>
          <p:cNvPr name="Group 3" id="3"/>
          <p:cNvGrpSpPr/>
          <p:nvPr/>
        </p:nvGrpSpPr>
        <p:grpSpPr>
          <a:xfrm rot="0">
            <a:off x="2072580" y="3670374"/>
            <a:ext cx="14142840" cy="3999409"/>
            <a:chOff x="0" y="0"/>
            <a:chExt cx="3724863" cy="1053342"/>
          </a:xfrm>
        </p:grpSpPr>
        <p:sp>
          <p:nvSpPr>
            <p:cNvPr name="Freeform 4" id="4"/>
            <p:cNvSpPr/>
            <p:nvPr/>
          </p:nvSpPr>
          <p:spPr>
            <a:xfrm flipH="false" flipV="false" rot="0">
              <a:off x="0" y="0"/>
              <a:ext cx="3724863" cy="1053342"/>
            </a:xfrm>
            <a:custGeom>
              <a:avLst/>
              <a:gdLst/>
              <a:ahLst/>
              <a:cxnLst/>
              <a:rect r="r" b="b" t="t" l="l"/>
              <a:pathLst>
                <a:path h="1053342" w="3724863">
                  <a:moveTo>
                    <a:pt x="11496" y="0"/>
                  </a:moveTo>
                  <a:lnTo>
                    <a:pt x="3713368" y="0"/>
                  </a:lnTo>
                  <a:cubicBezTo>
                    <a:pt x="3716417" y="0"/>
                    <a:pt x="3719340" y="1211"/>
                    <a:pt x="3721496" y="3367"/>
                  </a:cubicBezTo>
                  <a:cubicBezTo>
                    <a:pt x="3723652" y="5523"/>
                    <a:pt x="3724863" y="8447"/>
                    <a:pt x="3724863" y="11496"/>
                  </a:cubicBezTo>
                  <a:lnTo>
                    <a:pt x="3724863" y="1041847"/>
                  </a:lnTo>
                  <a:cubicBezTo>
                    <a:pt x="3724863" y="1044896"/>
                    <a:pt x="3723652" y="1047820"/>
                    <a:pt x="3721496" y="1049975"/>
                  </a:cubicBezTo>
                  <a:cubicBezTo>
                    <a:pt x="3719340" y="1052131"/>
                    <a:pt x="3716417" y="1053342"/>
                    <a:pt x="3713368" y="1053342"/>
                  </a:cubicBezTo>
                  <a:lnTo>
                    <a:pt x="11496" y="1053342"/>
                  </a:lnTo>
                  <a:cubicBezTo>
                    <a:pt x="8447" y="1053342"/>
                    <a:pt x="5523" y="1052131"/>
                    <a:pt x="3367" y="1049975"/>
                  </a:cubicBezTo>
                  <a:cubicBezTo>
                    <a:pt x="1211" y="1047820"/>
                    <a:pt x="0" y="1044896"/>
                    <a:pt x="0" y="1041847"/>
                  </a:cubicBezTo>
                  <a:lnTo>
                    <a:pt x="0" y="11496"/>
                  </a:lnTo>
                  <a:cubicBezTo>
                    <a:pt x="0" y="8447"/>
                    <a:pt x="1211" y="5523"/>
                    <a:pt x="3367" y="3367"/>
                  </a:cubicBezTo>
                  <a:cubicBezTo>
                    <a:pt x="5523" y="1211"/>
                    <a:pt x="8447" y="0"/>
                    <a:pt x="11496" y="0"/>
                  </a:cubicBezTo>
                  <a:close/>
                </a:path>
              </a:pathLst>
            </a:custGeom>
            <a:solidFill>
              <a:srgbClr val="000000"/>
            </a:solidFill>
            <a:ln w="47625" cap="rnd">
              <a:solidFill>
                <a:srgbClr val="21EF80"/>
              </a:solidFill>
              <a:prstDash val="solid"/>
              <a:round/>
            </a:ln>
          </p:spPr>
        </p:sp>
        <p:sp>
          <p:nvSpPr>
            <p:cNvPr name="TextBox 5" id="5"/>
            <p:cNvSpPr txBox="true"/>
            <p:nvPr/>
          </p:nvSpPr>
          <p:spPr>
            <a:xfrm>
              <a:off x="0" y="-57150"/>
              <a:ext cx="3724863" cy="1110492"/>
            </a:xfrm>
            <a:prstGeom prst="rect">
              <a:avLst/>
            </a:prstGeom>
          </p:spPr>
          <p:txBody>
            <a:bodyPr anchor="t" rtlCol="false" tIns="254000" lIns="254000" bIns="254000" rIns="254000"/>
            <a:lstStyle/>
            <a:p>
              <a:pPr algn="l">
                <a:lnSpc>
                  <a:spcPts val="3359"/>
                </a:lnSpc>
              </a:pPr>
            </a:p>
            <a:p>
              <a:pPr algn="l">
                <a:lnSpc>
                  <a:spcPts val="3359"/>
                </a:lnSpc>
              </a:pPr>
              <a:r>
                <a:rPr lang="en-US" sz="2400">
                  <a:solidFill>
                    <a:srgbClr val="FFFFFF"/>
                  </a:solidFill>
                  <a:latin typeface="Disket Mono"/>
                </a:rPr>
                <a:t>  </a:t>
              </a:r>
            </a:p>
          </p:txBody>
        </p:sp>
      </p:grpSp>
      <p:sp>
        <p:nvSpPr>
          <p:cNvPr name="TextBox 6" id="6"/>
          <p:cNvSpPr txBox="true"/>
          <p:nvPr/>
        </p:nvSpPr>
        <p:spPr>
          <a:xfrm rot="0">
            <a:off x="2583996" y="3901694"/>
            <a:ext cx="13120008" cy="3348990"/>
          </a:xfrm>
          <a:prstGeom prst="rect">
            <a:avLst/>
          </a:prstGeom>
        </p:spPr>
        <p:txBody>
          <a:bodyPr anchor="t" rtlCol="false" tIns="0" lIns="0" bIns="0" rIns="0">
            <a:spAutoFit/>
          </a:bodyPr>
          <a:lstStyle/>
          <a:p>
            <a:pPr algn="l">
              <a:lnSpc>
                <a:spcPts val="3360"/>
              </a:lnSpc>
            </a:pPr>
            <a:r>
              <a:rPr lang="en-US" sz="2400">
                <a:solidFill>
                  <a:srgbClr val="FFFFFF"/>
                </a:solidFill>
                <a:latin typeface="Disket Mono"/>
              </a:rPr>
              <a:t>Interactive elements improve user experience:</a:t>
            </a:r>
          </a:p>
          <a:p>
            <a:pPr algn="l">
              <a:lnSpc>
                <a:spcPts val="3360"/>
              </a:lnSpc>
            </a:pPr>
          </a:p>
          <a:p>
            <a:pPr algn="l" marL="518163" indent="-259082" lvl="1">
              <a:lnSpc>
                <a:spcPts val="3360"/>
              </a:lnSpc>
              <a:buFont typeface="Arial"/>
              <a:buChar char="•"/>
            </a:pPr>
            <a:r>
              <a:rPr lang="en-US" sz="2400">
                <a:solidFill>
                  <a:srgbClr val="FFFFFF"/>
                </a:solidFill>
                <a:latin typeface="Disket Mono"/>
              </a:rPr>
              <a:t>New Tab Links: External links open in new tabs for convenience.</a:t>
            </a:r>
          </a:p>
          <a:p>
            <a:pPr algn="l" marL="518163" indent="-259082" lvl="1">
              <a:lnSpc>
                <a:spcPts val="3360"/>
              </a:lnSpc>
              <a:buFont typeface="Arial"/>
              <a:buChar char="•"/>
            </a:pPr>
            <a:r>
              <a:rPr lang="en-US" sz="2400">
                <a:solidFill>
                  <a:srgbClr val="FFFFFF"/>
                </a:solidFill>
                <a:latin typeface="Disket Mono"/>
              </a:rPr>
              <a:t>Hover Effects: Buttons and links change color on hover to indicate interactivity.</a:t>
            </a:r>
          </a:p>
          <a:p>
            <a:pPr algn="l" marL="518163" indent="-259082" lvl="1">
              <a:lnSpc>
                <a:spcPts val="3360"/>
              </a:lnSpc>
              <a:buFont typeface="Arial"/>
              <a:buChar char="•"/>
            </a:pPr>
            <a:r>
              <a:rPr lang="en-US" sz="2400">
                <a:solidFill>
                  <a:srgbClr val="FFFFFF"/>
                </a:solidFill>
                <a:latin typeface="Disket Mono"/>
              </a:rPr>
              <a:t>Responsive Navigation: Navigation links adjust based on screen size.</a:t>
            </a:r>
          </a:p>
        </p:txBody>
      </p:sp>
    </p:spTree>
  </p:cSld>
  <p:clrMapOvr>
    <a:masterClrMapping/>
  </p:clrMapOvr>
</p:sld>
</file>

<file path=ppt/slides/slide20.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2719050" y="741945"/>
            <a:ext cx="12849901" cy="2496186"/>
          </a:xfrm>
          <a:prstGeom prst="rect">
            <a:avLst/>
          </a:prstGeom>
        </p:spPr>
        <p:txBody>
          <a:bodyPr anchor="t" rtlCol="false" tIns="0" lIns="0" bIns="0" rIns="0">
            <a:spAutoFit/>
          </a:bodyPr>
          <a:lstStyle/>
          <a:p>
            <a:pPr algn="ctr">
              <a:lnSpc>
                <a:spcPts val="9520"/>
              </a:lnSpc>
            </a:pPr>
            <a:r>
              <a:rPr lang="en-US" sz="8500">
                <a:solidFill>
                  <a:srgbClr val="FF63D8"/>
                </a:solidFill>
                <a:latin typeface="Arcade Gamer"/>
              </a:rPr>
              <a:t>CHARACTER SECTION</a:t>
            </a:r>
          </a:p>
        </p:txBody>
      </p:sp>
      <p:grpSp>
        <p:nvGrpSpPr>
          <p:cNvPr name="Group 3" id="3"/>
          <p:cNvGrpSpPr/>
          <p:nvPr/>
        </p:nvGrpSpPr>
        <p:grpSpPr>
          <a:xfrm rot="0">
            <a:off x="2072580" y="3670374"/>
            <a:ext cx="14142840" cy="3999409"/>
            <a:chOff x="0" y="0"/>
            <a:chExt cx="3724863" cy="1053342"/>
          </a:xfrm>
        </p:grpSpPr>
        <p:sp>
          <p:nvSpPr>
            <p:cNvPr name="Freeform 4" id="4"/>
            <p:cNvSpPr/>
            <p:nvPr/>
          </p:nvSpPr>
          <p:spPr>
            <a:xfrm flipH="false" flipV="false" rot="0">
              <a:off x="0" y="0"/>
              <a:ext cx="3724863" cy="1053342"/>
            </a:xfrm>
            <a:custGeom>
              <a:avLst/>
              <a:gdLst/>
              <a:ahLst/>
              <a:cxnLst/>
              <a:rect r="r" b="b" t="t" l="l"/>
              <a:pathLst>
                <a:path h="1053342" w="3724863">
                  <a:moveTo>
                    <a:pt x="11496" y="0"/>
                  </a:moveTo>
                  <a:lnTo>
                    <a:pt x="3713368" y="0"/>
                  </a:lnTo>
                  <a:cubicBezTo>
                    <a:pt x="3716417" y="0"/>
                    <a:pt x="3719340" y="1211"/>
                    <a:pt x="3721496" y="3367"/>
                  </a:cubicBezTo>
                  <a:cubicBezTo>
                    <a:pt x="3723652" y="5523"/>
                    <a:pt x="3724863" y="8447"/>
                    <a:pt x="3724863" y="11496"/>
                  </a:cubicBezTo>
                  <a:lnTo>
                    <a:pt x="3724863" y="1041847"/>
                  </a:lnTo>
                  <a:cubicBezTo>
                    <a:pt x="3724863" y="1044896"/>
                    <a:pt x="3723652" y="1047820"/>
                    <a:pt x="3721496" y="1049975"/>
                  </a:cubicBezTo>
                  <a:cubicBezTo>
                    <a:pt x="3719340" y="1052131"/>
                    <a:pt x="3716417" y="1053342"/>
                    <a:pt x="3713368" y="1053342"/>
                  </a:cubicBezTo>
                  <a:lnTo>
                    <a:pt x="11496" y="1053342"/>
                  </a:lnTo>
                  <a:cubicBezTo>
                    <a:pt x="8447" y="1053342"/>
                    <a:pt x="5523" y="1052131"/>
                    <a:pt x="3367" y="1049975"/>
                  </a:cubicBezTo>
                  <a:cubicBezTo>
                    <a:pt x="1211" y="1047820"/>
                    <a:pt x="0" y="1044896"/>
                    <a:pt x="0" y="1041847"/>
                  </a:cubicBezTo>
                  <a:lnTo>
                    <a:pt x="0" y="11496"/>
                  </a:lnTo>
                  <a:cubicBezTo>
                    <a:pt x="0" y="8447"/>
                    <a:pt x="1211" y="5523"/>
                    <a:pt x="3367" y="3367"/>
                  </a:cubicBezTo>
                  <a:cubicBezTo>
                    <a:pt x="5523" y="1211"/>
                    <a:pt x="8447" y="0"/>
                    <a:pt x="11496" y="0"/>
                  </a:cubicBezTo>
                  <a:close/>
                </a:path>
              </a:pathLst>
            </a:custGeom>
            <a:solidFill>
              <a:srgbClr val="000000"/>
            </a:solidFill>
            <a:ln w="47625" cap="rnd">
              <a:solidFill>
                <a:srgbClr val="21EF80"/>
              </a:solidFill>
              <a:prstDash val="solid"/>
              <a:round/>
            </a:ln>
          </p:spPr>
        </p:sp>
        <p:sp>
          <p:nvSpPr>
            <p:cNvPr name="TextBox 5" id="5"/>
            <p:cNvSpPr txBox="true"/>
            <p:nvPr/>
          </p:nvSpPr>
          <p:spPr>
            <a:xfrm>
              <a:off x="0" y="-57150"/>
              <a:ext cx="3724863" cy="1110492"/>
            </a:xfrm>
            <a:prstGeom prst="rect">
              <a:avLst/>
            </a:prstGeom>
          </p:spPr>
          <p:txBody>
            <a:bodyPr anchor="t" rtlCol="false" tIns="254000" lIns="254000" bIns="254000" rIns="254000"/>
            <a:lstStyle/>
            <a:p>
              <a:pPr algn="l">
                <a:lnSpc>
                  <a:spcPts val="3359"/>
                </a:lnSpc>
              </a:pPr>
            </a:p>
            <a:p>
              <a:pPr algn="l">
                <a:lnSpc>
                  <a:spcPts val="3359"/>
                </a:lnSpc>
              </a:pPr>
              <a:r>
                <a:rPr lang="en-US" sz="2400">
                  <a:solidFill>
                    <a:srgbClr val="FFFFFF"/>
                  </a:solidFill>
                  <a:latin typeface="Disket Mono"/>
                </a:rPr>
                <a:t>  </a:t>
              </a:r>
            </a:p>
          </p:txBody>
        </p:sp>
      </p:grpSp>
      <p:sp>
        <p:nvSpPr>
          <p:cNvPr name="TextBox 6" id="6"/>
          <p:cNvSpPr txBox="true"/>
          <p:nvPr/>
        </p:nvSpPr>
        <p:spPr>
          <a:xfrm rot="0">
            <a:off x="2583996" y="3901694"/>
            <a:ext cx="13120008" cy="3348990"/>
          </a:xfrm>
          <a:prstGeom prst="rect">
            <a:avLst/>
          </a:prstGeom>
        </p:spPr>
        <p:txBody>
          <a:bodyPr anchor="t" rtlCol="false" tIns="0" lIns="0" bIns="0" rIns="0">
            <a:spAutoFit/>
          </a:bodyPr>
          <a:lstStyle/>
          <a:p>
            <a:pPr algn="l">
              <a:lnSpc>
                <a:spcPts val="3360"/>
              </a:lnSpc>
            </a:pPr>
            <a:r>
              <a:rPr lang="en-US" sz="2400">
                <a:solidFill>
                  <a:srgbClr val="FFFFFF"/>
                </a:solidFill>
                <a:latin typeface="Disket Mono"/>
              </a:rPr>
              <a:t>The character section is designed to showcase the main characters:</a:t>
            </a:r>
          </a:p>
          <a:p>
            <a:pPr algn="l" marL="518163" indent="-259082" lvl="1">
              <a:lnSpc>
                <a:spcPts val="3360"/>
              </a:lnSpc>
              <a:buFont typeface="Arial"/>
              <a:buChar char="•"/>
            </a:pPr>
            <a:r>
              <a:rPr lang="en-US" sz="2400">
                <a:solidFill>
                  <a:srgbClr val="FFFFFF"/>
                </a:solidFill>
                <a:latin typeface="Disket Mono"/>
              </a:rPr>
              <a:t>Charact</a:t>
            </a:r>
            <a:r>
              <a:rPr lang="en-US" sz="2400">
                <a:solidFill>
                  <a:srgbClr val="FFFFFF"/>
                </a:solidFill>
                <a:latin typeface="Disket Mono"/>
              </a:rPr>
              <a:t>er Cards: Each character is displayed in a card format with an image, name, and description.</a:t>
            </a:r>
          </a:p>
          <a:p>
            <a:pPr algn="l" marL="518163" indent="-259082" lvl="1">
              <a:lnSpc>
                <a:spcPts val="3360"/>
              </a:lnSpc>
              <a:buFont typeface="Arial"/>
              <a:buChar char="•"/>
            </a:pPr>
            <a:r>
              <a:rPr lang="en-US" sz="2400">
                <a:solidFill>
                  <a:srgbClr val="FFFFFF"/>
                </a:solidFill>
                <a:latin typeface="Disket Mono"/>
              </a:rPr>
              <a:t>Flexb</a:t>
            </a:r>
            <a:r>
              <a:rPr lang="en-US" sz="2400">
                <a:solidFill>
                  <a:srgbClr val="FFFFFF"/>
                </a:solidFill>
                <a:latin typeface="Disket Mono"/>
              </a:rPr>
              <a:t>ox Layout: Ensures characters are well-aligned and spaced evenly.</a:t>
            </a:r>
          </a:p>
          <a:p>
            <a:pPr algn="l" marL="518163" indent="-259082" lvl="1">
              <a:lnSpc>
                <a:spcPts val="3360"/>
              </a:lnSpc>
              <a:buFont typeface="Arial"/>
              <a:buChar char="•"/>
            </a:pPr>
            <a:r>
              <a:rPr lang="en-US" sz="2400">
                <a:solidFill>
                  <a:srgbClr val="FFFFFF"/>
                </a:solidFill>
                <a:latin typeface="Disket Mono"/>
              </a:rPr>
              <a:t>Im</a:t>
            </a:r>
            <a:r>
              <a:rPr lang="en-US" sz="2400">
                <a:solidFill>
                  <a:srgbClr val="FFFFFF"/>
                </a:solidFill>
                <a:latin typeface="Disket Mono"/>
              </a:rPr>
              <a:t>age Styling: Rounded corners and shadows add a polished look to character images.</a:t>
            </a:r>
          </a:p>
        </p:txBody>
      </p:sp>
    </p:spTree>
  </p:cSld>
  <p:clrMapOvr>
    <a:masterClrMapping/>
  </p:clrMapOvr>
</p:sld>
</file>

<file path=ppt/slides/slide21.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2719050" y="1342020"/>
            <a:ext cx="12849901" cy="1296036"/>
          </a:xfrm>
          <a:prstGeom prst="rect">
            <a:avLst/>
          </a:prstGeom>
        </p:spPr>
        <p:txBody>
          <a:bodyPr anchor="t" rtlCol="false" tIns="0" lIns="0" bIns="0" rIns="0">
            <a:spAutoFit/>
          </a:bodyPr>
          <a:lstStyle/>
          <a:p>
            <a:pPr algn="ctr">
              <a:lnSpc>
                <a:spcPts val="9520"/>
              </a:lnSpc>
            </a:pPr>
            <a:r>
              <a:rPr lang="en-US" sz="8500">
                <a:solidFill>
                  <a:srgbClr val="FF63D8"/>
                </a:solidFill>
                <a:latin typeface="Arcade Gamer"/>
              </a:rPr>
              <a:t>FAN ART GALLERY</a:t>
            </a:r>
          </a:p>
        </p:txBody>
      </p:sp>
      <p:grpSp>
        <p:nvGrpSpPr>
          <p:cNvPr name="Group 3" id="3"/>
          <p:cNvGrpSpPr/>
          <p:nvPr/>
        </p:nvGrpSpPr>
        <p:grpSpPr>
          <a:xfrm rot="0">
            <a:off x="2072580" y="3670374"/>
            <a:ext cx="14142840" cy="3999409"/>
            <a:chOff x="0" y="0"/>
            <a:chExt cx="3724863" cy="1053342"/>
          </a:xfrm>
        </p:grpSpPr>
        <p:sp>
          <p:nvSpPr>
            <p:cNvPr name="Freeform 4" id="4"/>
            <p:cNvSpPr/>
            <p:nvPr/>
          </p:nvSpPr>
          <p:spPr>
            <a:xfrm flipH="false" flipV="false" rot="0">
              <a:off x="0" y="0"/>
              <a:ext cx="3724863" cy="1053342"/>
            </a:xfrm>
            <a:custGeom>
              <a:avLst/>
              <a:gdLst/>
              <a:ahLst/>
              <a:cxnLst/>
              <a:rect r="r" b="b" t="t" l="l"/>
              <a:pathLst>
                <a:path h="1053342" w="3724863">
                  <a:moveTo>
                    <a:pt x="11496" y="0"/>
                  </a:moveTo>
                  <a:lnTo>
                    <a:pt x="3713368" y="0"/>
                  </a:lnTo>
                  <a:cubicBezTo>
                    <a:pt x="3716417" y="0"/>
                    <a:pt x="3719340" y="1211"/>
                    <a:pt x="3721496" y="3367"/>
                  </a:cubicBezTo>
                  <a:cubicBezTo>
                    <a:pt x="3723652" y="5523"/>
                    <a:pt x="3724863" y="8447"/>
                    <a:pt x="3724863" y="11496"/>
                  </a:cubicBezTo>
                  <a:lnTo>
                    <a:pt x="3724863" y="1041847"/>
                  </a:lnTo>
                  <a:cubicBezTo>
                    <a:pt x="3724863" y="1044896"/>
                    <a:pt x="3723652" y="1047820"/>
                    <a:pt x="3721496" y="1049975"/>
                  </a:cubicBezTo>
                  <a:cubicBezTo>
                    <a:pt x="3719340" y="1052131"/>
                    <a:pt x="3716417" y="1053342"/>
                    <a:pt x="3713368" y="1053342"/>
                  </a:cubicBezTo>
                  <a:lnTo>
                    <a:pt x="11496" y="1053342"/>
                  </a:lnTo>
                  <a:cubicBezTo>
                    <a:pt x="8447" y="1053342"/>
                    <a:pt x="5523" y="1052131"/>
                    <a:pt x="3367" y="1049975"/>
                  </a:cubicBezTo>
                  <a:cubicBezTo>
                    <a:pt x="1211" y="1047820"/>
                    <a:pt x="0" y="1044896"/>
                    <a:pt x="0" y="1041847"/>
                  </a:cubicBezTo>
                  <a:lnTo>
                    <a:pt x="0" y="11496"/>
                  </a:lnTo>
                  <a:cubicBezTo>
                    <a:pt x="0" y="8447"/>
                    <a:pt x="1211" y="5523"/>
                    <a:pt x="3367" y="3367"/>
                  </a:cubicBezTo>
                  <a:cubicBezTo>
                    <a:pt x="5523" y="1211"/>
                    <a:pt x="8447" y="0"/>
                    <a:pt x="11496" y="0"/>
                  </a:cubicBezTo>
                  <a:close/>
                </a:path>
              </a:pathLst>
            </a:custGeom>
            <a:solidFill>
              <a:srgbClr val="000000"/>
            </a:solidFill>
            <a:ln w="47625" cap="rnd">
              <a:solidFill>
                <a:srgbClr val="21EF80"/>
              </a:solidFill>
              <a:prstDash val="solid"/>
              <a:round/>
            </a:ln>
          </p:spPr>
        </p:sp>
        <p:sp>
          <p:nvSpPr>
            <p:cNvPr name="TextBox 5" id="5"/>
            <p:cNvSpPr txBox="true"/>
            <p:nvPr/>
          </p:nvSpPr>
          <p:spPr>
            <a:xfrm>
              <a:off x="0" y="-57150"/>
              <a:ext cx="3724863" cy="1110492"/>
            </a:xfrm>
            <a:prstGeom prst="rect">
              <a:avLst/>
            </a:prstGeom>
          </p:spPr>
          <p:txBody>
            <a:bodyPr anchor="t" rtlCol="false" tIns="254000" lIns="254000" bIns="254000" rIns="254000"/>
            <a:lstStyle/>
            <a:p>
              <a:pPr algn="l">
                <a:lnSpc>
                  <a:spcPts val="3359"/>
                </a:lnSpc>
              </a:pPr>
            </a:p>
            <a:p>
              <a:pPr algn="l">
                <a:lnSpc>
                  <a:spcPts val="3359"/>
                </a:lnSpc>
              </a:pPr>
              <a:r>
                <a:rPr lang="en-US" sz="2400">
                  <a:solidFill>
                    <a:srgbClr val="FFFFFF"/>
                  </a:solidFill>
                  <a:latin typeface="Disket Mono"/>
                </a:rPr>
                <a:t>  </a:t>
              </a:r>
            </a:p>
          </p:txBody>
        </p:sp>
      </p:grpSp>
      <p:sp>
        <p:nvSpPr>
          <p:cNvPr name="TextBox 6" id="6"/>
          <p:cNvSpPr txBox="true"/>
          <p:nvPr/>
        </p:nvSpPr>
        <p:spPr>
          <a:xfrm rot="0">
            <a:off x="2583996" y="3901694"/>
            <a:ext cx="13120008" cy="3348990"/>
          </a:xfrm>
          <a:prstGeom prst="rect">
            <a:avLst/>
          </a:prstGeom>
        </p:spPr>
        <p:txBody>
          <a:bodyPr anchor="t" rtlCol="false" tIns="0" lIns="0" bIns="0" rIns="0">
            <a:spAutoFit/>
          </a:bodyPr>
          <a:lstStyle/>
          <a:p>
            <a:pPr algn="l">
              <a:lnSpc>
                <a:spcPts val="3360"/>
              </a:lnSpc>
            </a:pPr>
            <a:r>
              <a:rPr lang="en-US" sz="2400">
                <a:solidFill>
                  <a:srgbClr val="FFFFFF"/>
                </a:solidFill>
                <a:latin typeface="Disket Mono"/>
              </a:rPr>
              <a:t>The fan art gallery section showcases fan creations:</a:t>
            </a:r>
          </a:p>
          <a:p>
            <a:pPr algn="l">
              <a:lnSpc>
                <a:spcPts val="3360"/>
              </a:lnSpc>
            </a:pPr>
          </a:p>
          <a:p>
            <a:pPr algn="l" marL="518163" indent="-259082" lvl="1">
              <a:lnSpc>
                <a:spcPts val="3360"/>
              </a:lnSpc>
              <a:buFont typeface="Arial"/>
              <a:buChar char="•"/>
            </a:pPr>
            <a:r>
              <a:rPr lang="en-US" sz="2400">
                <a:solidFill>
                  <a:srgbClr val="FFFFFF"/>
                </a:solidFill>
                <a:latin typeface="Disket Mono"/>
              </a:rPr>
              <a:t>Cent</a:t>
            </a:r>
            <a:r>
              <a:rPr lang="en-US" sz="2400">
                <a:solidFill>
                  <a:srgbClr val="FFFFFF"/>
                </a:solidFill>
                <a:latin typeface="Disket Mono"/>
              </a:rPr>
              <a:t>er Alignment: Images are center-aligned for a balanced layout.</a:t>
            </a:r>
          </a:p>
          <a:p>
            <a:pPr algn="l" marL="518163" indent="-259082" lvl="1">
              <a:lnSpc>
                <a:spcPts val="3360"/>
              </a:lnSpc>
              <a:buFont typeface="Arial"/>
              <a:buChar char="•"/>
            </a:pPr>
            <a:r>
              <a:rPr lang="en-US" sz="2400">
                <a:solidFill>
                  <a:srgbClr val="FFFFFF"/>
                </a:solidFill>
                <a:latin typeface="Disket Mono"/>
              </a:rPr>
              <a:t>Flexb</a:t>
            </a:r>
            <a:r>
              <a:rPr lang="en-US" sz="2400">
                <a:solidFill>
                  <a:srgbClr val="FFFFFF"/>
                </a:solidFill>
                <a:latin typeface="Disket Mono"/>
              </a:rPr>
              <a:t>ox Gallery: Flexbox is used to create a responsive and visually appealing gallery.</a:t>
            </a:r>
          </a:p>
          <a:p>
            <a:pPr algn="l" marL="518163" indent="-259082" lvl="1">
              <a:lnSpc>
                <a:spcPts val="3360"/>
              </a:lnSpc>
              <a:buFont typeface="Arial"/>
              <a:buChar char="•"/>
            </a:pPr>
            <a:r>
              <a:rPr lang="en-US" sz="2400">
                <a:solidFill>
                  <a:srgbClr val="FFFFFF"/>
                </a:solidFill>
                <a:latin typeface="Disket Mono"/>
              </a:rPr>
              <a:t>Im</a:t>
            </a:r>
            <a:r>
              <a:rPr lang="en-US" sz="2400">
                <a:solidFill>
                  <a:srgbClr val="FFFFFF"/>
                </a:solidFill>
                <a:latin typeface="Disket Mono"/>
              </a:rPr>
              <a:t>age Spacing: Adequate spacing between images ensures a clean look.</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2032704"/>
            <a:ext cx="18288000" cy="6221591"/>
          </a:xfrm>
          <a:custGeom>
            <a:avLst/>
            <a:gdLst/>
            <a:ahLst/>
            <a:cxnLst/>
            <a:rect r="r" b="b" t="t" l="l"/>
            <a:pathLst>
              <a:path h="6221591" w="18288000">
                <a:moveTo>
                  <a:pt x="0" y="0"/>
                </a:moveTo>
                <a:lnTo>
                  <a:pt x="18288000" y="0"/>
                </a:lnTo>
                <a:lnTo>
                  <a:pt x="18288000" y="6221592"/>
                </a:lnTo>
                <a:lnTo>
                  <a:pt x="0" y="6221592"/>
                </a:lnTo>
                <a:lnTo>
                  <a:pt x="0" y="0"/>
                </a:lnTo>
                <a:close/>
              </a:path>
            </a:pathLst>
          </a:custGeom>
          <a:blipFill>
            <a:blip r:embed="rId2"/>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1474464"/>
            <a:ext cx="18288000" cy="7338072"/>
          </a:xfrm>
          <a:custGeom>
            <a:avLst/>
            <a:gdLst/>
            <a:ahLst/>
            <a:cxnLst/>
            <a:rect r="r" b="b" t="t" l="l"/>
            <a:pathLst>
              <a:path h="7338072" w="18288000">
                <a:moveTo>
                  <a:pt x="0" y="0"/>
                </a:moveTo>
                <a:lnTo>
                  <a:pt x="18288000" y="0"/>
                </a:lnTo>
                <a:lnTo>
                  <a:pt x="18288000" y="7338072"/>
                </a:lnTo>
                <a:lnTo>
                  <a:pt x="0" y="7338072"/>
                </a:lnTo>
                <a:lnTo>
                  <a:pt x="0" y="0"/>
                </a:lnTo>
                <a:close/>
              </a:path>
            </a:pathLst>
          </a:custGeom>
          <a:blipFill>
            <a:blip r:embed="rId2"/>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1202860"/>
            <a:ext cx="18288000" cy="7881280"/>
          </a:xfrm>
          <a:custGeom>
            <a:avLst/>
            <a:gdLst/>
            <a:ahLst/>
            <a:cxnLst/>
            <a:rect r="r" b="b" t="t" l="l"/>
            <a:pathLst>
              <a:path h="7881280" w="18288000">
                <a:moveTo>
                  <a:pt x="0" y="0"/>
                </a:moveTo>
                <a:lnTo>
                  <a:pt x="18288000" y="0"/>
                </a:lnTo>
                <a:lnTo>
                  <a:pt x="18288000" y="7881280"/>
                </a:lnTo>
                <a:lnTo>
                  <a:pt x="0" y="7881280"/>
                </a:lnTo>
                <a:lnTo>
                  <a:pt x="0" y="0"/>
                </a:lnTo>
                <a:close/>
              </a:path>
            </a:pathLst>
          </a:custGeom>
          <a:blipFill>
            <a:blip r:embed="rId2"/>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1156376"/>
            <a:ext cx="18288000" cy="7974248"/>
          </a:xfrm>
          <a:custGeom>
            <a:avLst/>
            <a:gdLst/>
            <a:ahLst/>
            <a:cxnLst/>
            <a:rect r="r" b="b" t="t" l="l"/>
            <a:pathLst>
              <a:path h="7974248" w="18288000">
                <a:moveTo>
                  <a:pt x="0" y="0"/>
                </a:moveTo>
                <a:lnTo>
                  <a:pt x="18288000" y="0"/>
                </a:lnTo>
                <a:lnTo>
                  <a:pt x="18288000" y="7974248"/>
                </a:lnTo>
                <a:lnTo>
                  <a:pt x="0" y="7974248"/>
                </a:lnTo>
                <a:lnTo>
                  <a:pt x="0" y="0"/>
                </a:lnTo>
                <a:close/>
              </a:path>
            </a:pathLst>
          </a:custGeom>
          <a:blipFill>
            <a:blip r:embed="rId2"/>
            <a:stretch>
              <a:fillRect l="0" t="-148"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1321985"/>
            <a:ext cx="18288000" cy="7643031"/>
          </a:xfrm>
          <a:custGeom>
            <a:avLst/>
            <a:gdLst/>
            <a:ahLst/>
            <a:cxnLst/>
            <a:rect r="r" b="b" t="t" l="l"/>
            <a:pathLst>
              <a:path h="7643031" w="18288000">
                <a:moveTo>
                  <a:pt x="0" y="0"/>
                </a:moveTo>
                <a:lnTo>
                  <a:pt x="18288000" y="0"/>
                </a:lnTo>
                <a:lnTo>
                  <a:pt x="18288000" y="7643030"/>
                </a:lnTo>
                <a:lnTo>
                  <a:pt x="0" y="7643030"/>
                </a:lnTo>
                <a:lnTo>
                  <a:pt x="0" y="0"/>
                </a:lnTo>
                <a:close/>
              </a:path>
            </a:pathLst>
          </a:custGeom>
          <a:blipFill>
            <a:blip r:embed="rId2"/>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1977903"/>
            <a:ext cx="18288000" cy="6331195"/>
          </a:xfrm>
          <a:custGeom>
            <a:avLst/>
            <a:gdLst/>
            <a:ahLst/>
            <a:cxnLst/>
            <a:rect r="r" b="b" t="t" l="l"/>
            <a:pathLst>
              <a:path h="6331195" w="18288000">
                <a:moveTo>
                  <a:pt x="0" y="0"/>
                </a:moveTo>
                <a:lnTo>
                  <a:pt x="18288000" y="0"/>
                </a:lnTo>
                <a:lnTo>
                  <a:pt x="18288000" y="6331194"/>
                </a:lnTo>
                <a:lnTo>
                  <a:pt x="0" y="6331194"/>
                </a:lnTo>
                <a:lnTo>
                  <a:pt x="0" y="0"/>
                </a:lnTo>
                <a:close/>
              </a:path>
            </a:pathLst>
          </a:custGeom>
          <a:blipFill>
            <a:blip r:embed="rId2"/>
            <a:stretch>
              <a:fillRect l="0" t="0" r="0" b="0"/>
            </a:stretch>
          </a:blipFill>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85970" y="1971213"/>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99006" y="-1298925"/>
            <a:ext cx="5271418" cy="10244805"/>
          </a:xfrm>
          <a:custGeom>
            <a:avLst/>
            <a:gdLst/>
            <a:ahLst/>
            <a:cxnLst/>
            <a:rect r="r" b="b" t="t" l="l"/>
            <a:pathLst>
              <a:path h="10244805" w="5271418">
                <a:moveTo>
                  <a:pt x="0" y="0"/>
                </a:moveTo>
                <a:lnTo>
                  <a:pt x="5271417" y="0"/>
                </a:lnTo>
                <a:lnTo>
                  <a:pt x="5271417" y="10244805"/>
                </a:lnTo>
                <a:lnTo>
                  <a:pt x="0" y="10244805"/>
                </a:lnTo>
                <a:lnTo>
                  <a:pt x="0" y="0"/>
                </a:lnTo>
                <a:close/>
              </a:path>
            </a:pathLst>
          </a:custGeom>
          <a:blipFill>
            <a:blip r:embed="rId4">
              <a:alphaModFix amt="29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182049" y="2934751"/>
            <a:ext cx="2828812" cy="987513"/>
          </a:xfrm>
          <a:custGeom>
            <a:avLst/>
            <a:gdLst/>
            <a:ahLst/>
            <a:cxnLst/>
            <a:rect r="r" b="b" t="t" l="l"/>
            <a:pathLst>
              <a:path h="987513" w="2828812">
                <a:moveTo>
                  <a:pt x="0" y="0"/>
                </a:moveTo>
                <a:lnTo>
                  <a:pt x="2828813" y="0"/>
                </a:lnTo>
                <a:lnTo>
                  <a:pt x="2828813" y="987512"/>
                </a:lnTo>
                <a:lnTo>
                  <a:pt x="0" y="987512"/>
                </a:lnTo>
                <a:lnTo>
                  <a:pt x="0" y="0"/>
                </a:lnTo>
                <a:close/>
              </a:path>
            </a:pathLst>
          </a:custGeom>
          <a:blipFill>
            <a:blip r:embed="rId6">
              <a:alphaModFix amt="18999"/>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5190678" y="230851"/>
            <a:ext cx="2828812" cy="987513"/>
          </a:xfrm>
          <a:custGeom>
            <a:avLst/>
            <a:gdLst/>
            <a:ahLst/>
            <a:cxnLst/>
            <a:rect r="r" b="b" t="t" l="l"/>
            <a:pathLst>
              <a:path h="987513" w="2828812">
                <a:moveTo>
                  <a:pt x="2828813" y="0"/>
                </a:moveTo>
                <a:lnTo>
                  <a:pt x="0" y="0"/>
                </a:lnTo>
                <a:lnTo>
                  <a:pt x="0" y="987512"/>
                </a:lnTo>
                <a:lnTo>
                  <a:pt x="2828813" y="987512"/>
                </a:lnTo>
                <a:lnTo>
                  <a:pt x="2828813" y="0"/>
                </a:lnTo>
                <a:close/>
              </a:path>
            </a:pathLst>
          </a:custGeom>
          <a:blipFill>
            <a:blip r:embed="rId6">
              <a:alphaModFix amt="18999"/>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7521607" y="1028700"/>
            <a:ext cx="9737693" cy="6960536"/>
            <a:chOff x="0" y="0"/>
            <a:chExt cx="2564660" cy="1833228"/>
          </a:xfrm>
        </p:grpSpPr>
        <p:sp>
          <p:nvSpPr>
            <p:cNvPr name="Freeform 7" id="7"/>
            <p:cNvSpPr/>
            <p:nvPr/>
          </p:nvSpPr>
          <p:spPr>
            <a:xfrm flipH="false" flipV="false" rot="0">
              <a:off x="0" y="0"/>
              <a:ext cx="2564660" cy="1833228"/>
            </a:xfrm>
            <a:custGeom>
              <a:avLst/>
              <a:gdLst/>
              <a:ahLst/>
              <a:cxnLst/>
              <a:rect r="r" b="b" t="t" l="l"/>
              <a:pathLst>
                <a:path h="1833228" w="2564660">
                  <a:moveTo>
                    <a:pt x="38957" y="0"/>
                  </a:moveTo>
                  <a:lnTo>
                    <a:pt x="2525702" y="0"/>
                  </a:lnTo>
                  <a:cubicBezTo>
                    <a:pt x="2536035" y="0"/>
                    <a:pt x="2545943" y="4104"/>
                    <a:pt x="2553249" y="11410"/>
                  </a:cubicBezTo>
                  <a:cubicBezTo>
                    <a:pt x="2560555" y="18716"/>
                    <a:pt x="2564660" y="28625"/>
                    <a:pt x="2564660" y="38957"/>
                  </a:cubicBezTo>
                  <a:lnTo>
                    <a:pt x="2564660" y="1794270"/>
                  </a:lnTo>
                  <a:cubicBezTo>
                    <a:pt x="2564660" y="1804602"/>
                    <a:pt x="2560555" y="1814511"/>
                    <a:pt x="2553249" y="1821817"/>
                  </a:cubicBezTo>
                  <a:cubicBezTo>
                    <a:pt x="2545943" y="1829123"/>
                    <a:pt x="2536035" y="1833228"/>
                    <a:pt x="2525702" y="1833228"/>
                  </a:cubicBezTo>
                  <a:lnTo>
                    <a:pt x="38957" y="1833228"/>
                  </a:lnTo>
                  <a:cubicBezTo>
                    <a:pt x="28625" y="1833228"/>
                    <a:pt x="18716" y="1829123"/>
                    <a:pt x="11410" y="1821817"/>
                  </a:cubicBezTo>
                  <a:cubicBezTo>
                    <a:pt x="4104" y="1814511"/>
                    <a:pt x="0" y="1804602"/>
                    <a:pt x="0" y="1794270"/>
                  </a:cubicBezTo>
                  <a:lnTo>
                    <a:pt x="0" y="38957"/>
                  </a:lnTo>
                  <a:cubicBezTo>
                    <a:pt x="0" y="28625"/>
                    <a:pt x="4104" y="18716"/>
                    <a:pt x="11410" y="11410"/>
                  </a:cubicBezTo>
                  <a:cubicBezTo>
                    <a:pt x="18716" y="4104"/>
                    <a:pt x="28625" y="0"/>
                    <a:pt x="38957" y="0"/>
                  </a:cubicBezTo>
                  <a:close/>
                </a:path>
              </a:pathLst>
            </a:custGeom>
            <a:solidFill>
              <a:srgbClr val="000000"/>
            </a:solidFill>
            <a:ln w="47625" cap="rnd">
              <a:solidFill>
                <a:srgbClr val="21EF80"/>
              </a:solidFill>
              <a:prstDash val="solid"/>
              <a:round/>
            </a:ln>
          </p:spPr>
        </p:sp>
        <p:sp>
          <p:nvSpPr>
            <p:cNvPr name="TextBox 8" id="8"/>
            <p:cNvSpPr txBox="true"/>
            <p:nvPr/>
          </p:nvSpPr>
          <p:spPr>
            <a:xfrm>
              <a:off x="0" y="-28575"/>
              <a:ext cx="2564660" cy="1861803"/>
            </a:xfrm>
            <a:prstGeom prst="rect">
              <a:avLst/>
            </a:prstGeom>
          </p:spPr>
          <p:txBody>
            <a:bodyPr anchor="ctr" rtlCol="false" tIns="254000" lIns="254000" bIns="254000" rIns="254000"/>
            <a:lstStyle/>
            <a:p>
              <a:pPr algn="ctr">
                <a:lnSpc>
                  <a:spcPts val="2100"/>
                </a:lnSpc>
              </a:pPr>
            </a:p>
          </p:txBody>
        </p:sp>
      </p:grpSp>
      <p:sp>
        <p:nvSpPr>
          <p:cNvPr name="Freeform 9" id="9"/>
          <p:cNvSpPr/>
          <p:nvPr/>
        </p:nvSpPr>
        <p:spPr>
          <a:xfrm flipH="false" flipV="false" rot="0">
            <a:off x="7191297" y="7989236"/>
            <a:ext cx="3615824" cy="1715873"/>
          </a:xfrm>
          <a:custGeom>
            <a:avLst/>
            <a:gdLst/>
            <a:ahLst/>
            <a:cxnLst/>
            <a:rect r="r" b="b" t="t" l="l"/>
            <a:pathLst>
              <a:path h="1715873" w="3615824">
                <a:moveTo>
                  <a:pt x="0" y="0"/>
                </a:moveTo>
                <a:lnTo>
                  <a:pt x="3615823" y="0"/>
                </a:lnTo>
                <a:lnTo>
                  <a:pt x="3615823" y="1715873"/>
                </a:lnTo>
                <a:lnTo>
                  <a:pt x="0" y="171587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211930" y="4567873"/>
            <a:ext cx="6808385" cy="5137236"/>
          </a:xfrm>
          <a:custGeom>
            <a:avLst/>
            <a:gdLst/>
            <a:ahLst/>
            <a:cxnLst/>
            <a:rect r="r" b="b" t="t" l="l"/>
            <a:pathLst>
              <a:path h="5137236" w="6808385">
                <a:moveTo>
                  <a:pt x="0" y="0"/>
                </a:moveTo>
                <a:lnTo>
                  <a:pt x="6808386" y="0"/>
                </a:lnTo>
                <a:lnTo>
                  <a:pt x="6808386" y="5137236"/>
                </a:lnTo>
                <a:lnTo>
                  <a:pt x="0" y="513723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641278" y="7099525"/>
            <a:ext cx="7237734" cy="2605584"/>
          </a:xfrm>
          <a:custGeom>
            <a:avLst/>
            <a:gdLst/>
            <a:ahLst/>
            <a:cxnLst/>
            <a:rect r="r" b="b" t="t" l="l"/>
            <a:pathLst>
              <a:path h="2605584" w="7237734">
                <a:moveTo>
                  <a:pt x="0" y="0"/>
                </a:moveTo>
                <a:lnTo>
                  <a:pt x="7237734" y="0"/>
                </a:lnTo>
                <a:lnTo>
                  <a:pt x="7237734" y="2605584"/>
                </a:lnTo>
                <a:lnTo>
                  <a:pt x="0" y="260558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12" id="12"/>
          <p:cNvGrpSpPr/>
          <p:nvPr/>
        </p:nvGrpSpPr>
        <p:grpSpPr>
          <a:xfrm rot="0">
            <a:off x="0" y="9705109"/>
            <a:ext cx="18288000" cy="1163782"/>
            <a:chOff x="0" y="0"/>
            <a:chExt cx="24384000" cy="1551709"/>
          </a:xfrm>
        </p:grpSpPr>
        <p:sp>
          <p:nvSpPr>
            <p:cNvPr name="Freeform 13" id="13"/>
            <p:cNvSpPr/>
            <p:nvPr/>
          </p:nvSpPr>
          <p:spPr>
            <a:xfrm flipH="false" flipV="false" rot="0">
              <a:off x="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4" id="14"/>
            <p:cNvSpPr/>
            <p:nvPr/>
          </p:nvSpPr>
          <p:spPr>
            <a:xfrm flipH="false" flipV="false" rot="0">
              <a:off x="8128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16256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sp>
        <p:nvSpPr>
          <p:cNvPr name="Freeform 16" id="16"/>
          <p:cNvSpPr/>
          <p:nvPr/>
        </p:nvSpPr>
        <p:spPr>
          <a:xfrm flipH="false" flipV="false" rot="0">
            <a:off x="11602934" y="8186651"/>
            <a:ext cx="5219700" cy="1518458"/>
          </a:xfrm>
          <a:custGeom>
            <a:avLst/>
            <a:gdLst/>
            <a:ahLst/>
            <a:cxnLst/>
            <a:rect r="r" b="b" t="t" l="l"/>
            <a:pathLst>
              <a:path h="1518458" w="5219700">
                <a:moveTo>
                  <a:pt x="0" y="0"/>
                </a:moveTo>
                <a:lnTo>
                  <a:pt x="5219700" y="0"/>
                </a:lnTo>
                <a:lnTo>
                  <a:pt x="5219700" y="1518458"/>
                </a:lnTo>
                <a:lnTo>
                  <a:pt x="0" y="151845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7" id="17"/>
          <p:cNvSpPr/>
          <p:nvPr/>
        </p:nvSpPr>
        <p:spPr>
          <a:xfrm flipH="false" flipV="false" rot="0">
            <a:off x="15950489" y="8186651"/>
            <a:ext cx="5219700" cy="1518458"/>
          </a:xfrm>
          <a:custGeom>
            <a:avLst/>
            <a:gdLst/>
            <a:ahLst/>
            <a:cxnLst/>
            <a:rect r="r" b="b" t="t" l="l"/>
            <a:pathLst>
              <a:path h="1518458" w="5219700">
                <a:moveTo>
                  <a:pt x="0" y="0"/>
                </a:moveTo>
                <a:lnTo>
                  <a:pt x="5219701" y="0"/>
                </a:lnTo>
                <a:lnTo>
                  <a:pt x="5219701" y="1518458"/>
                </a:lnTo>
                <a:lnTo>
                  <a:pt x="0" y="151845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8" id="18"/>
          <p:cNvSpPr txBox="true"/>
          <p:nvPr/>
        </p:nvSpPr>
        <p:spPr>
          <a:xfrm rot="0">
            <a:off x="8175823" y="2590800"/>
            <a:ext cx="8429262" cy="5067300"/>
          </a:xfrm>
          <a:prstGeom prst="rect">
            <a:avLst/>
          </a:prstGeom>
        </p:spPr>
        <p:txBody>
          <a:bodyPr anchor="t" rtlCol="false" tIns="0" lIns="0" bIns="0" rIns="0">
            <a:spAutoFit/>
          </a:bodyPr>
          <a:lstStyle/>
          <a:p>
            <a:pPr algn="just" marL="0" indent="0" lvl="0">
              <a:lnSpc>
                <a:spcPts val="3600"/>
              </a:lnSpc>
              <a:spcBef>
                <a:spcPct val="0"/>
              </a:spcBef>
            </a:pPr>
            <a:r>
              <a:rPr lang="en-US" sz="3000">
                <a:solidFill>
                  <a:srgbClr val="FFFFFF"/>
                </a:solidFill>
                <a:latin typeface="Arcade Gamer"/>
              </a:rPr>
              <a:t>IN CONCLUSION, THE TBATE LANDING PAGE EFFECTIVELY SHOWCASES THE STORY AND ITS CHARACTERS WHILE PROVIDING INTERACTIVE ELEMENTS AND AESTHETIC ENHANCEMENTS TO ENGAGE USERS. THE USE OF HTML, CSS, AND RESPONSIVE DESIGN PRINCIPLES ENSURES A SMOOTH USER EXPERIENCE ACROSS DEVICES.</a:t>
            </a:r>
          </a:p>
        </p:txBody>
      </p:sp>
      <p:sp>
        <p:nvSpPr>
          <p:cNvPr name="TextBox 19" id="19"/>
          <p:cNvSpPr txBox="true"/>
          <p:nvPr/>
        </p:nvSpPr>
        <p:spPr>
          <a:xfrm rot="0">
            <a:off x="8335632" y="1205723"/>
            <a:ext cx="7614857" cy="938279"/>
          </a:xfrm>
          <a:prstGeom prst="rect">
            <a:avLst/>
          </a:prstGeom>
        </p:spPr>
        <p:txBody>
          <a:bodyPr anchor="t" rtlCol="false" tIns="0" lIns="0" bIns="0" rIns="0">
            <a:spAutoFit/>
          </a:bodyPr>
          <a:lstStyle/>
          <a:p>
            <a:pPr algn="ctr">
              <a:lnSpc>
                <a:spcPts val="6832"/>
              </a:lnSpc>
            </a:pPr>
            <a:r>
              <a:rPr lang="en-US" sz="6100">
                <a:solidFill>
                  <a:srgbClr val="FF63D8"/>
                </a:solidFill>
                <a:latin typeface="Arcade Gamer"/>
              </a:rPr>
              <a:t>CONCLUSION</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0F1C91"/>
        </a:solidFill>
      </p:bgPr>
    </p:bg>
    <p:spTree>
      <p:nvGrpSpPr>
        <p:cNvPr id="1" name=""/>
        <p:cNvGrpSpPr/>
        <p:nvPr/>
      </p:nvGrpSpPr>
      <p:grpSpPr>
        <a:xfrm>
          <a:off x="0" y="0"/>
          <a:ext cx="0" cy="0"/>
          <a:chOff x="0" y="0"/>
          <a:chExt cx="0" cy="0"/>
        </a:xfrm>
      </p:grpSpPr>
      <p:grpSp>
        <p:nvGrpSpPr>
          <p:cNvPr name="Group 2" id="2"/>
          <p:cNvGrpSpPr/>
          <p:nvPr/>
        </p:nvGrpSpPr>
        <p:grpSpPr>
          <a:xfrm rot="0">
            <a:off x="66675" y="80294"/>
            <a:ext cx="18288000" cy="10206706"/>
            <a:chOff x="0" y="0"/>
            <a:chExt cx="2036572" cy="2050923"/>
          </a:xfrm>
        </p:grpSpPr>
        <p:sp>
          <p:nvSpPr>
            <p:cNvPr name="Freeform 3" id="3"/>
            <p:cNvSpPr/>
            <p:nvPr/>
          </p:nvSpPr>
          <p:spPr>
            <a:xfrm flipH="false" flipV="false" rot="0">
              <a:off x="0" y="0"/>
              <a:ext cx="30809226" cy="17189070"/>
            </a:xfrm>
            <a:custGeom>
              <a:avLst/>
              <a:gdLst/>
              <a:ahLst/>
              <a:cxnLst/>
              <a:rect r="r" b="b" t="t" l="l"/>
              <a:pathLst>
                <a:path h="17189070" w="30809226">
                  <a:moveTo>
                    <a:pt x="1584322" y="439019"/>
                  </a:moveTo>
                  <a:cubicBezTo>
                    <a:pt x="1584322" y="681422"/>
                    <a:pt x="1229550" y="878038"/>
                    <a:pt x="792161" y="878038"/>
                  </a:cubicBezTo>
                  <a:cubicBezTo>
                    <a:pt x="354771" y="878038"/>
                    <a:pt x="0" y="681422"/>
                    <a:pt x="0" y="439019"/>
                  </a:cubicBezTo>
                  <a:cubicBezTo>
                    <a:pt x="0" y="196616"/>
                    <a:pt x="354771" y="0"/>
                    <a:pt x="792161" y="0"/>
                  </a:cubicBezTo>
                  <a:cubicBezTo>
                    <a:pt x="1229550" y="0"/>
                    <a:pt x="1584322" y="196616"/>
                    <a:pt x="1584322" y="439019"/>
                  </a:cubicBezTo>
                  <a:close/>
                  <a:moveTo>
                    <a:pt x="10533795" y="0"/>
                  </a:moveTo>
                  <a:cubicBezTo>
                    <a:pt x="10096406" y="0"/>
                    <a:pt x="9741635" y="196616"/>
                    <a:pt x="9741635" y="439019"/>
                  </a:cubicBezTo>
                  <a:cubicBezTo>
                    <a:pt x="9741635" y="681422"/>
                    <a:pt x="10096406" y="878038"/>
                    <a:pt x="10533795" y="878038"/>
                  </a:cubicBezTo>
                  <a:cubicBezTo>
                    <a:pt x="10971185" y="878038"/>
                    <a:pt x="11325956" y="681422"/>
                    <a:pt x="11325956" y="439019"/>
                  </a:cubicBezTo>
                  <a:cubicBezTo>
                    <a:pt x="11325957" y="196616"/>
                    <a:pt x="10971185" y="0"/>
                    <a:pt x="10533795" y="0"/>
                  </a:cubicBezTo>
                  <a:close/>
                  <a:moveTo>
                    <a:pt x="20275431" y="0"/>
                  </a:moveTo>
                  <a:cubicBezTo>
                    <a:pt x="19838040" y="0"/>
                    <a:pt x="19483270" y="196616"/>
                    <a:pt x="19483270" y="439019"/>
                  </a:cubicBezTo>
                  <a:cubicBezTo>
                    <a:pt x="19483270" y="681422"/>
                    <a:pt x="19838040" y="878038"/>
                    <a:pt x="20275431" y="878038"/>
                  </a:cubicBezTo>
                  <a:cubicBezTo>
                    <a:pt x="20712821" y="878038"/>
                    <a:pt x="21067593" y="681422"/>
                    <a:pt x="21067593" y="439019"/>
                  </a:cubicBezTo>
                  <a:cubicBezTo>
                    <a:pt x="21067590" y="196616"/>
                    <a:pt x="20712819" y="0"/>
                    <a:pt x="20275431" y="0"/>
                  </a:cubicBezTo>
                  <a:close/>
                  <a:moveTo>
                    <a:pt x="30017064" y="878038"/>
                  </a:moveTo>
                  <a:cubicBezTo>
                    <a:pt x="30454454" y="878038"/>
                    <a:pt x="30809226" y="681422"/>
                    <a:pt x="30809226" y="439019"/>
                  </a:cubicBezTo>
                  <a:cubicBezTo>
                    <a:pt x="30809226" y="196616"/>
                    <a:pt x="30454454" y="0"/>
                    <a:pt x="30017064" y="0"/>
                  </a:cubicBezTo>
                  <a:cubicBezTo>
                    <a:pt x="29579674" y="0"/>
                    <a:pt x="29224905" y="196616"/>
                    <a:pt x="29224905" y="439019"/>
                  </a:cubicBezTo>
                  <a:cubicBezTo>
                    <a:pt x="29224905" y="681422"/>
                    <a:pt x="29579677" y="878038"/>
                    <a:pt x="30017064" y="878038"/>
                  </a:cubicBezTo>
                  <a:close/>
                  <a:moveTo>
                    <a:pt x="792161" y="5436562"/>
                  </a:moveTo>
                  <a:cubicBezTo>
                    <a:pt x="354771" y="5436562"/>
                    <a:pt x="0" y="5633177"/>
                    <a:pt x="0" y="5875581"/>
                  </a:cubicBezTo>
                  <a:cubicBezTo>
                    <a:pt x="0" y="6117984"/>
                    <a:pt x="354771" y="6314600"/>
                    <a:pt x="792161" y="6314600"/>
                  </a:cubicBezTo>
                  <a:cubicBezTo>
                    <a:pt x="1229550" y="6314600"/>
                    <a:pt x="1584322" y="6117984"/>
                    <a:pt x="1584322" y="5875581"/>
                  </a:cubicBezTo>
                  <a:cubicBezTo>
                    <a:pt x="1584322" y="5633178"/>
                    <a:pt x="1229550" y="5436562"/>
                    <a:pt x="792161" y="5436562"/>
                  </a:cubicBezTo>
                  <a:close/>
                  <a:moveTo>
                    <a:pt x="10533795" y="5436562"/>
                  </a:moveTo>
                  <a:cubicBezTo>
                    <a:pt x="10096406" y="5436562"/>
                    <a:pt x="9741635" y="5633177"/>
                    <a:pt x="9741635" y="5875581"/>
                  </a:cubicBezTo>
                  <a:cubicBezTo>
                    <a:pt x="9741635" y="6117984"/>
                    <a:pt x="10096406" y="6314600"/>
                    <a:pt x="10533795" y="6314600"/>
                  </a:cubicBezTo>
                  <a:cubicBezTo>
                    <a:pt x="10971185" y="6314600"/>
                    <a:pt x="11325956" y="6117984"/>
                    <a:pt x="11325956" y="5875581"/>
                  </a:cubicBezTo>
                  <a:cubicBezTo>
                    <a:pt x="11325957" y="5633178"/>
                    <a:pt x="10971185" y="5436562"/>
                    <a:pt x="10533795" y="5436562"/>
                  </a:cubicBezTo>
                  <a:close/>
                  <a:moveTo>
                    <a:pt x="20275431" y="5436562"/>
                  </a:moveTo>
                  <a:cubicBezTo>
                    <a:pt x="19838040" y="5436562"/>
                    <a:pt x="19483270" y="5633177"/>
                    <a:pt x="19483270" y="5875581"/>
                  </a:cubicBezTo>
                  <a:cubicBezTo>
                    <a:pt x="19483270" y="6117984"/>
                    <a:pt x="19838040" y="6314600"/>
                    <a:pt x="20275431" y="6314600"/>
                  </a:cubicBezTo>
                  <a:cubicBezTo>
                    <a:pt x="20712821" y="6314600"/>
                    <a:pt x="21067593" y="6117984"/>
                    <a:pt x="21067593" y="5875581"/>
                  </a:cubicBezTo>
                  <a:cubicBezTo>
                    <a:pt x="21067590" y="5633178"/>
                    <a:pt x="20712819" y="5436562"/>
                    <a:pt x="20275431" y="5436562"/>
                  </a:cubicBezTo>
                  <a:close/>
                  <a:moveTo>
                    <a:pt x="30017064" y="5436562"/>
                  </a:moveTo>
                  <a:cubicBezTo>
                    <a:pt x="29579674" y="5436562"/>
                    <a:pt x="29224905" y="5633177"/>
                    <a:pt x="29224905" y="5875581"/>
                  </a:cubicBezTo>
                  <a:cubicBezTo>
                    <a:pt x="29224905" y="6117984"/>
                    <a:pt x="29579674" y="6314600"/>
                    <a:pt x="30017064" y="6314600"/>
                  </a:cubicBezTo>
                  <a:cubicBezTo>
                    <a:pt x="30454454" y="6314600"/>
                    <a:pt x="30809226" y="6117984"/>
                    <a:pt x="30809226" y="5875581"/>
                  </a:cubicBezTo>
                  <a:cubicBezTo>
                    <a:pt x="30809226" y="5633178"/>
                    <a:pt x="30454454" y="5436562"/>
                    <a:pt x="30017064" y="5436562"/>
                  </a:cubicBezTo>
                  <a:close/>
                  <a:moveTo>
                    <a:pt x="792161" y="10874471"/>
                  </a:moveTo>
                  <a:cubicBezTo>
                    <a:pt x="354771" y="10874471"/>
                    <a:pt x="0" y="11071086"/>
                    <a:pt x="0" y="11313490"/>
                  </a:cubicBezTo>
                  <a:cubicBezTo>
                    <a:pt x="0" y="11555892"/>
                    <a:pt x="354771" y="11752508"/>
                    <a:pt x="792161" y="11752508"/>
                  </a:cubicBezTo>
                  <a:cubicBezTo>
                    <a:pt x="1229550" y="11752508"/>
                    <a:pt x="1584322" y="11555892"/>
                    <a:pt x="1584322" y="11313490"/>
                  </a:cubicBezTo>
                  <a:cubicBezTo>
                    <a:pt x="1584322" y="11071086"/>
                    <a:pt x="1229550" y="10874471"/>
                    <a:pt x="792161" y="10874471"/>
                  </a:cubicBezTo>
                  <a:close/>
                  <a:moveTo>
                    <a:pt x="10533795" y="10874471"/>
                  </a:moveTo>
                  <a:cubicBezTo>
                    <a:pt x="10096406" y="10874471"/>
                    <a:pt x="9741635" y="11071086"/>
                    <a:pt x="9741635" y="11313490"/>
                  </a:cubicBezTo>
                  <a:cubicBezTo>
                    <a:pt x="9741635" y="11555892"/>
                    <a:pt x="10096406" y="11752508"/>
                    <a:pt x="10533795" y="11752508"/>
                  </a:cubicBezTo>
                  <a:cubicBezTo>
                    <a:pt x="10971185" y="11752508"/>
                    <a:pt x="11325956" y="11555892"/>
                    <a:pt x="11325956" y="11313490"/>
                  </a:cubicBezTo>
                  <a:cubicBezTo>
                    <a:pt x="11325957" y="11071086"/>
                    <a:pt x="10971185" y="10874471"/>
                    <a:pt x="10533795" y="10874471"/>
                  </a:cubicBezTo>
                  <a:close/>
                  <a:moveTo>
                    <a:pt x="20275431" y="10874471"/>
                  </a:moveTo>
                  <a:cubicBezTo>
                    <a:pt x="19838040" y="10874471"/>
                    <a:pt x="19483270" y="11071086"/>
                    <a:pt x="19483270" y="11313490"/>
                  </a:cubicBezTo>
                  <a:cubicBezTo>
                    <a:pt x="19483270" y="11555892"/>
                    <a:pt x="19838040" y="11752508"/>
                    <a:pt x="20275431" y="11752508"/>
                  </a:cubicBezTo>
                  <a:cubicBezTo>
                    <a:pt x="20712821" y="11752508"/>
                    <a:pt x="21067593" y="11555892"/>
                    <a:pt x="21067593" y="11313490"/>
                  </a:cubicBezTo>
                  <a:cubicBezTo>
                    <a:pt x="21067590" y="11071086"/>
                    <a:pt x="20712819" y="10874471"/>
                    <a:pt x="20275431" y="10874471"/>
                  </a:cubicBezTo>
                  <a:close/>
                  <a:moveTo>
                    <a:pt x="30017064" y="10874471"/>
                  </a:moveTo>
                  <a:cubicBezTo>
                    <a:pt x="29579674" y="10874471"/>
                    <a:pt x="29224905" y="11071086"/>
                    <a:pt x="29224905" y="11313490"/>
                  </a:cubicBezTo>
                  <a:cubicBezTo>
                    <a:pt x="29224905" y="11555892"/>
                    <a:pt x="29579674" y="11752508"/>
                    <a:pt x="30017064" y="11752508"/>
                  </a:cubicBezTo>
                  <a:cubicBezTo>
                    <a:pt x="30454454" y="11752508"/>
                    <a:pt x="30809226" y="11555892"/>
                    <a:pt x="30809226" y="11313490"/>
                  </a:cubicBezTo>
                  <a:cubicBezTo>
                    <a:pt x="30809226" y="11071086"/>
                    <a:pt x="30454454" y="10874471"/>
                    <a:pt x="30017064" y="10874471"/>
                  </a:cubicBezTo>
                  <a:close/>
                  <a:moveTo>
                    <a:pt x="792161" y="16311034"/>
                  </a:moveTo>
                  <a:cubicBezTo>
                    <a:pt x="354771" y="16311034"/>
                    <a:pt x="0" y="16507650"/>
                    <a:pt x="0" y="16750052"/>
                  </a:cubicBezTo>
                  <a:cubicBezTo>
                    <a:pt x="0" y="16992454"/>
                    <a:pt x="354771" y="17189070"/>
                    <a:pt x="792161" y="17189070"/>
                  </a:cubicBezTo>
                  <a:cubicBezTo>
                    <a:pt x="1229550" y="17189070"/>
                    <a:pt x="1584322" y="16992454"/>
                    <a:pt x="1584322" y="16750052"/>
                  </a:cubicBezTo>
                  <a:cubicBezTo>
                    <a:pt x="1584322" y="16507650"/>
                    <a:pt x="1229550" y="16311034"/>
                    <a:pt x="792161" y="16311034"/>
                  </a:cubicBezTo>
                  <a:close/>
                  <a:moveTo>
                    <a:pt x="10533795" y="16311034"/>
                  </a:moveTo>
                  <a:cubicBezTo>
                    <a:pt x="10096406" y="16311034"/>
                    <a:pt x="9741635" y="16507650"/>
                    <a:pt x="9741635" y="16750052"/>
                  </a:cubicBezTo>
                  <a:cubicBezTo>
                    <a:pt x="9741635" y="16992454"/>
                    <a:pt x="10096406" y="17189070"/>
                    <a:pt x="10533795" y="17189070"/>
                  </a:cubicBezTo>
                  <a:cubicBezTo>
                    <a:pt x="10971185" y="17189070"/>
                    <a:pt x="11325956" y="16992454"/>
                    <a:pt x="11325956" y="16750052"/>
                  </a:cubicBezTo>
                  <a:cubicBezTo>
                    <a:pt x="11325957" y="16507650"/>
                    <a:pt x="10971185" y="16311034"/>
                    <a:pt x="10533795" y="16311034"/>
                  </a:cubicBezTo>
                  <a:close/>
                  <a:moveTo>
                    <a:pt x="20275431" y="16311034"/>
                  </a:moveTo>
                  <a:cubicBezTo>
                    <a:pt x="19838040" y="16311034"/>
                    <a:pt x="19483270" y="16507650"/>
                    <a:pt x="19483270" y="16750052"/>
                  </a:cubicBezTo>
                  <a:cubicBezTo>
                    <a:pt x="19483270" y="16992454"/>
                    <a:pt x="19838040" y="17189070"/>
                    <a:pt x="20275431" y="17189070"/>
                  </a:cubicBezTo>
                  <a:cubicBezTo>
                    <a:pt x="20712821" y="17189070"/>
                    <a:pt x="21067593" y="16992454"/>
                    <a:pt x="21067593" y="16750052"/>
                  </a:cubicBezTo>
                  <a:cubicBezTo>
                    <a:pt x="21067590" y="16507650"/>
                    <a:pt x="20712819" y="16311034"/>
                    <a:pt x="20275431" y="16311034"/>
                  </a:cubicBezTo>
                  <a:close/>
                  <a:moveTo>
                    <a:pt x="30017064" y="16311034"/>
                  </a:moveTo>
                  <a:cubicBezTo>
                    <a:pt x="29579674" y="16311034"/>
                    <a:pt x="29224905" y="16507650"/>
                    <a:pt x="29224905" y="16750052"/>
                  </a:cubicBezTo>
                  <a:cubicBezTo>
                    <a:pt x="29224905" y="16992454"/>
                    <a:pt x="29579674" y="17189070"/>
                    <a:pt x="30017064" y="17189070"/>
                  </a:cubicBezTo>
                  <a:cubicBezTo>
                    <a:pt x="30454454" y="17189070"/>
                    <a:pt x="30809226" y="16992454"/>
                    <a:pt x="30809226" y="16750052"/>
                  </a:cubicBezTo>
                  <a:cubicBezTo>
                    <a:pt x="30809226" y="16507650"/>
                    <a:pt x="30454454" y="16311034"/>
                    <a:pt x="30017064" y="16311034"/>
                  </a:cubicBezTo>
                  <a:close/>
                </a:path>
              </a:pathLst>
            </a:custGeom>
            <a:solidFill>
              <a:srgbClr val="B4D7FF">
                <a:alpha val="40000"/>
              </a:srgbClr>
            </a:solidFill>
          </p:spPr>
        </p:sp>
      </p:grpSp>
      <p:sp>
        <p:nvSpPr>
          <p:cNvPr name="AutoShape 4" id="4"/>
          <p:cNvSpPr/>
          <p:nvPr/>
        </p:nvSpPr>
        <p:spPr>
          <a:xfrm rot="0">
            <a:off x="6261951" y="7797414"/>
            <a:ext cx="5764098" cy="766431"/>
          </a:xfrm>
          <a:prstGeom prst="rect">
            <a:avLst/>
          </a:prstGeom>
          <a:solidFill>
            <a:srgbClr val="FD1F1F"/>
          </a:solidFill>
        </p:spPr>
      </p:sp>
      <p:sp>
        <p:nvSpPr>
          <p:cNvPr name="TextBox 5" id="5"/>
          <p:cNvSpPr txBox="true"/>
          <p:nvPr/>
        </p:nvSpPr>
        <p:spPr>
          <a:xfrm rot="0">
            <a:off x="6514100" y="8014895"/>
            <a:ext cx="5259800" cy="379095"/>
          </a:xfrm>
          <a:prstGeom prst="rect">
            <a:avLst/>
          </a:prstGeom>
        </p:spPr>
        <p:txBody>
          <a:bodyPr anchor="t" rtlCol="false" tIns="0" lIns="0" bIns="0" rIns="0">
            <a:spAutoFit/>
          </a:bodyPr>
          <a:lstStyle/>
          <a:p>
            <a:pPr algn="ctr">
              <a:lnSpc>
                <a:spcPts val="2925"/>
              </a:lnSpc>
            </a:pPr>
            <a:r>
              <a:rPr lang="en-US" sz="2925">
                <a:solidFill>
                  <a:srgbClr val="FFFACD"/>
                </a:solidFill>
                <a:latin typeface="DM Sans"/>
              </a:rPr>
              <a:t>By . Varshini A</a:t>
            </a:r>
          </a:p>
        </p:txBody>
      </p:sp>
      <p:grpSp>
        <p:nvGrpSpPr>
          <p:cNvPr name="Group 6" id="6"/>
          <p:cNvGrpSpPr/>
          <p:nvPr/>
        </p:nvGrpSpPr>
        <p:grpSpPr>
          <a:xfrm rot="0">
            <a:off x="4997562" y="3377711"/>
            <a:ext cx="8292876" cy="1657454"/>
            <a:chOff x="0" y="0"/>
            <a:chExt cx="34329959" cy="6861350"/>
          </a:xfrm>
        </p:grpSpPr>
        <p:sp>
          <p:nvSpPr>
            <p:cNvPr name="Freeform 7" id="7"/>
            <p:cNvSpPr/>
            <p:nvPr/>
          </p:nvSpPr>
          <p:spPr>
            <a:xfrm flipH="false" flipV="false" rot="0">
              <a:off x="72390" y="72390"/>
              <a:ext cx="34185178" cy="6716571"/>
            </a:xfrm>
            <a:custGeom>
              <a:avLst/>
              <a:gdLst/>
              <a:ahLst/>
              <a:cxnLst/>
              <a:rect r="r" b="b" t="t" l="l"/>
              <a:pathLst>
                <a:path h="6716571" w="34185178">
                  <a:moveTo>
                    <a:pt x="0" y="0"/>
                  </a:moveTo>
                  <a:lnTo>
                    <a:pt x="34185178" y="0"/>
                  </a:lnTo>
                  <a:lnTo>
                    <a:pt x="34185178" y="6716571"/>
                  </a:lnTo>
                  <a:lnTo>
                    <a:pt x="0" y="6716571"/>
                  </a:lnTo>
                  <a:lnTo>
                    <a:pt x="0" y="0"/>
                  </a:lnTo>
                  <a:close/>
                </a:path>
              </a:pathLst>
            </a:custGeom>
            <a:solidFill>
              <a:srgbClr val="0F1C91"/>
            </a:solidFill>
          </p:spPr>
        </p:sp>
        <p:sp>
          <p:nvSpPr>
            <p:cNvPr name="Freeform 8" id="8"/>
            <p:cNvSpPr/>
            <p:nvPr/>
          </p:nvSpPr>
          <p:spPr>
            <a:xfrm flipH="false" flipV="false" rot="0">
              <a:off x="0" y="0"/>
              <a:ext cx="34329957" cy="6861350"/>
            </a:xfrm>
            <a:custGeom>
              <a:avLst/>
              <a:gdLst/>
              <a:ahLst/>
              <a:cxnLst/>
              <a:rect r="r" b="b" t="t" l="l"/>
              <a:pathLst>
                <a:path h="6861350" w="34329957">
                  <a:moveTo>
                    <a:pt x="34185178" y="6716571"/>
                  </a:moveTo>
                  <a:lnTo>
                    <a:pt x="34329957" y="6716571"/>
                  </a:lnTo>
                  <a:lnTo>
                    <a:pt x="34329957" y="6861350"/>
                  </a:lnTo>
                  <a:lnTo>
                    <a:pt x="34185178" y="6861350"/>
                  </a:lnTo>
                  <a:lnTo>
                    <a:pt x="34185178" y="6716571"/>
                  </a:lnTo>
                  <a:close/>
                  <a:moveTo>
                    <a:pt x="0" y="144780"/>
                  </a:moveTo>
                  <a:lnTo>
                    <a:pt x="144780" y="144780"/>
                  </a:lnTo>
                  <a:lnTo>
                    <a:pt x="144780" y="6716571"/>
                  </a:lnTo>
                  <a:lnTo>
                    <a:pt x="0" y="6716571"/>
                  </a:lnTo>
                  <a:lnTo>
                    <a:pt x="0" y="144780"/>
                  </a:lnTo>
                  <a:close/>
                  <a:moveTo>
                    <a:pt x="0" y="6716571"/>
                  </a:moveTo>
                  <a:lnTo>
                    <a:pt x="144780" y="6716571"/>
                  </a:lnTo>
                  <a:lnTo>
                    <a:pt x="144780" y="6861350"/>
                  </a:lnTo>
                  <a:lnTo>
                    <a:pt x="0" y="6861350"/>
                  </a:lnTo>
                  <a:lnTo>
                    <a:pt x="0" y="6716571"/>
                  </a:lnTo>
                  <a:close/>
                  <a:moveTo>
                    <a:pt x="34185178" y="144780"/>
                  </a:moveTo>
                  <a:lnTo>
                    <a:pt x="34329957" y="144780"/>
                  </a:lnTo>
                  <a:lnTo>
                    <a:pt x="34329957" y="6716571"/>
                  </a:lnTo>
                  <a:lnTo>
                    <a:pt x="34185178" y="6716571"/>
                  </a:lnTo>
                  <a:lnTo>
                    <a:pt x="34185178" y="144780"/>
                  </a:lnTo>
                  <a:close/>
                  <a:moveTo>
                    <a:pt x="144780" y="6716571"/>
                  </a:moveTo>
                  <a:lnTo>
                    <a:pt x="34185178" y="6716571"/>
                  </a:lnTo>
                  <a:lnTo>
                    <a:pt x="34185178" y="6861350"/>
                  </a:lnTo>
                  <a:lnTo>
                    <a:pt x="144780" y="6861350"/>
                  </a:lnTo>
                  <a:lnTo>
                    <a:pt x="144780" y="6716571"/>
                  </a:lnTo>
                  <a:close/>
                  <a:moveTo>
                    <a:pt x="34185178" y="0"/>
                  </a:moveTo>
                  <a:lnTo>
                    <a:pt x="34329957" y="0"/>
                  </a:lnTo>
                  <a:lnTo>
                    <a:pt x="34329957" y="144780"/>
                  </a:lnTo>
                  <a:lnTo>
                    <a:pt x="34185178" y="144780"/>
                  </a:lnTo>
                  <a:lnTo>
                    <a:pt x="34185178" y="0"/>
                  </a:lnTo>
                  <a:close/>
                  <a:moveTo>
                    <a:pt x="0" y="0"/>
                  </a:moveTo>
                  <a:lnTo>
                    <a:pt x="144780" y="0"/>
                  </a:lnTo>
                  <a:lnTo>
                    <a:pt x="144780" y="144780"/>
                  </a:lnTo>
                  <a:lnTo>
                    <a:pt x="0" y="144780"/>
                  </a:lnTo>
                  <a:lnTo>
                    <a:pt x="0" y="0"/>
                  </a:lnTo>
                  <a:close/>
                  <a:moveTo>
                    <a:pt x="144780" y="0"/>
                  </a:moveTo>
                  <a:lnTo>
                    <a:pt x="34185178" y="0"/>
                  </a:lnTo>
                  <a:lnTo>
                    <a:pt x="34185178" y="144780"/>
                  </a:lnTo>
                  <a:lnTo>
                    <a:pt x="144780" y="144780"/>
                  </a:lnTo>
                  <a:lnTo>
                    <a:pt x="144780" y="0"/>
                  </a:lnTo>
                  <a:close/>
                </a:path>
              </a:pathLst>
            </a:custGeom>
            <a:solidFill>
              <a:srgbClr val="B4D7FF"/>
            </a:solidFill>
          </p:spPr>
        </p:sp>
      </p:grpSp>
      <p:sp>
        <p:nvSpPr>
          <p:cNvPr name="AutoShape 9" id="9"/>
          <p:cNvSpPr/>
          <p:nvPr/>
        </p:nvSpPr>
        <p:spPr>
          <a:xfrm rot="0">
            <a:off x="5155418" y="3203793"/>
            <a:ext cx="8135020" cy="1655935"/>
          </a:xfrm>
          <a:prstGeom prst="rect">
            <a:avLst/>
          </a:prstGeom>
          <a:solidFill>
            <a:srgbClr val="FFE6FF"/>
          </a:solidFill>
        </p:spPr>
      </p:sp>
      <p:grpSp>
        <p:nvGrpSpPr>
          <p:cNvPr name="Group 10" id="10"/>
          <p:cNvGrpSpPr/>
          <p:nvPr/>
        </p:nvGrpSpPr>
        <p:grpSpPr>
          <a:xfrm rot="0">
            <a:off x="5586313" y="5587511"/>
            <a:ext cx="6888608" cy="1657454"/>
            <a:chOff x="0" y="0"/>
            <a:chExt cx="28516723" cy="6861350"/>
          </a:xfrm>
        </p:grpSpPr>
        <p:sp>
          <p:nvSpPr>
            <p:cNvPr name="Freeform 11" id="11"/>
            <p:cNvSpPr/>
            <p:nvPr/>
          </p:nvSpPr>
          <p:spPr>
            <a:xfrm flipH="false" flipV="false" rot="0">
              <a:off x="72390" y="72390"/>
              <a:ext cx="28371945" cy="6716571"/>
            </a:xfrm>
            <a:custGeom>
              <a:avLst/>
              <a:gdLst/>
              <a:ahLst/>
              <a:cxnLst/>
              <a:rect r="r" b="b" t="t" l="l"/>
              <a:pathLst>
                <a:path h="6716571" w="28371945">
                  <a:moveTo>
                    <a:pt x="0" y="0"/>
                  </a:moveTo>
                  <a:lnTo>
                    <a:pt x="28371945" y="0"/>
                  </a:lnTo>
                  <a:lnTo>
                    <a:pt x="28371945" y="6716571"/>
                  </a:lnTo>
                  <a:lnTo>
                    <a:pt x="0" y="6716571"/>
                  </a:lnTo>
                  <a:lnTo>
                    <a:pt x="0" y="0"/>
                  </a:lnTo>
                  <a:close/>
                </a:path>
              </a:pathLst>
            </a:custGeom>
            <a:solidFill>
              <a:srgbClr val="0F1C91"/>
            </a:solidFill>
          </p:spPr>
        </p:sp>
        <p:sp>
          <p:nvSpPr>
            <p:cNvPr name="Freeform 12" id="12"/>
            <p:cNvSpPr/>
            <p:nvPr/>
          </p:nvSpPr>
          <p:spPr>
            <a:xfrm flipH="false" flipV="false" rot="0">
              <a:off x="0" y="0"/>
              <a:ext cx="28516724" cy="6861350"/>
            </a:xfrm>
            <a:custGeom>
              <a:avLst/>
              <a:gdLst/>
              <a:ahLst/>
              <a:cxnLst/>
              <a:rect r="r" b="b" t="t" l="l"/>
              <a:pathLst>
                <a:path h="6861350" w="28516724">
                  <a:moveTo>
                    <a:pt x="28371943" y="6716571"/>
                  </a:moveTo>
                  <a:lnTo>
                    <a:pt x="28516724" y="6716571"/>
                  </a:lnTo>
                  <a:lnTo>
                    <a:pt x="28516724" y="6861350"/>
                  </a:lnTo>
                  <a:lnTo>
                    <a:pt x="28371943" y="6861350"/>
                  </a:lnTo>
                  <a:lnTo>
                    <a:pt x="28371943" y="6716571"/>
                  </a:lnTo>
                  <a:close/>
                  <a:moveTo>
                    <a:pt x="0" y="144780"/>
                  </a:moveTo>
                  <a:lnTo>
                    <a:pt x="144780" y="144780"/>
                  </a:lnTo>
                  <a:lnTo>
                    <a:pt x="144780" y="6716571"/>
                  </a:lnTo>
                  <a:lnTo>
                    <a:pt x="0" y="6716571"/>
                  </a:lnTo>
                  <a:lnTo>
                    <a:pt x="0" y="144780"/>
                  </a:lnTo>
                  <a:close/>
                  <a:moveTo>
                    <a:pt x="0" y="6716571"/>
                  </a:moveTo>
                  <a:lnTo>
                    <a:pt x="144780" y="6716571"/>
                  </a:lnTo>
                  <a:lnTo>
                    <a:pt x="144780" y="6861350"/>
                  </a:lnTo>
                  <a:lnTo>
                    <a:pt x="0" y="6861350"/>
                  </a:lnTo>
                  <a:lnTo>
                    <a:pt x="0" y="6716571"/>
                  </a:lnTo>
                  <a:close/>
                  <a:moveTo>
                    <a:pt x="28371943" y="144780"/>
                  </a:moveTo>
                  <a:lnTo>
                    <a:pt x="28516724" y="144780"/>
                  </a:lnTo>
                  <a:lnTo>
                    <a:pt x="28516724" y="6716571"/>
                  </a:lnTo>
                  <a:lnTo>
                    <a:pt x="28371943" y="6716571"/>
                  </a:lnTo>
                  <a:lnTo>
                    <a:pt x="28371943" y="144780"/>
                  </a:lnTo>
                  <a:close/>
                  <a:moveTo>
                    <a:pt x="144780" y="6716571"/>
                  </a:moveTo>
                  <a:lnTo>
                    <a:pt x="28371943" y="6716571"/>
                  </a:lnTo>
                  <a:lnTo>
                    <a:pt x="28371943" y="6861350"/>
                  </a:lnTo>
                  <a:lnTo>
                    <a:pt x="144780" y="6861350"/>
                  </a:lnTo>
                  <a:lnTo>
                    <a:pt x="144780" y="6716571"/>
                  </a:lnTo>
                  <a:close/>
                  <a:moveTo>
                    <a:pt x="28371943" y="0"/>
                  </a:moveTo>
                  <a:lnTo>
                    <a:pt x="28516724" y="0"/>
                  </a:lnTo>
                  <a:lnTo>
                    <a:pt x="28516724" y="144780"/>
                  </a:lnTo>
                  <a:lnTo>
                    <a:pt x="28371943" y="144780"/>
                  </a:lnTo>
                  <a:lnTo>
                    <a:pt x="28371943" y="0"/>
                  </a:lnTo>
                  <a:close/>
                  <a:moveTo>
                    <a:pt x="0" y="0"/>
                  </a:moveTo>
                  <a:lnTo>
                    <a:pt x="144780" y="0"/>
                  </a:lnTo>
                  <a:lnTo>
                    <a:pt x="144780" y="144780"/>
                  </a:lnTo>
                  <a:lnTo>
                    <a:pt x="0" y="144780"/>
                  </a:lnTo>
                  <a:lnTo>
                    <a:pt x="0" y="0"/>
                  </a:lnTo>
                  <a:close/>
                  <a:moveTo>
                    <a:pt x="144780" y="0"/>
                  </a:moveTo>
                  <a:lnTo>
                    <a:pt x="28371943" y="0"/>
                  </a:lnTo>
                  <a:lnTo>
                    <a:pt x="28371943" y="144780"/>
                  </a:lnTo>
                  <a:lnTo>
                    <a:pt x="144780" y="144780"/>
                  </a:lnTo>
                  <a:lnTo>
                    <a:pt x="144780" y="0"/>
                  </a:lnTo>
                  <a:close/>
                </a:path>
              </a:pathLst>
            </a:custGeom>
            <a:solidFill>
              <a:srgbClr val="B4D7FF"/>
            </a:solidFill>
          </p:spPr>
        </p:sp>
      </p:grpSp>
      <p:sp>
        <p:nvSpPr>
          <p:cNvPr name="AutoShape 13" id="13"/>
          <p:cNvSpPr/>
          <p:nvPr/>
        </p:nvSpPr>
        <p:spPr>
          <a:xfrm rot="0">
            <a:off x="5732515" y="5413593"/>
            <a:ext cx="6742407" cy="1655935"/>
          </a:xfrm>
          <a:prstGeom prst="rect">
            <a:avLst/>
          </a:prstGeom>
          <a:solidFill>
            <a:srgbClr val="FFE6FF"/>
          </a:solidFill>
        </p:spPr>
      </p:sp>
      <p:sp>
        <p:nvSpPr>
          <p:cNvPr name="TextBox 14" id="14"/>
          <p:cNvSpPr txBox="true"/>
          <p:nvPr/>
        </p:nvSpPr>
        <p:spPr>
          <a:xfrm rot="0">
            <a:off x="5586313" y="5787218"/>
            <a:ext cx="7115374" cy="1184910"/>
          </a:xfrm>
          <a:prstGeom prst="rect">
            <a:avLst/>
          </a:prstGeom>
        </p:spPr>
        <p:txBody>
          <a:bodyPr anchor="t" rtlCol="false" tIns="0" lIns="0" bIns="0" rIns="0">
            <a:spAutoFit/>
          </a:bodyPr>
          <a:lstStyle/>
          <a:p>
            <a:pPr algn="ctr">
              <a:lnSpc>
                <a:spcPts val="8640"/>
              </a:lnSpc>
            </a:pPr>
            <a:r>
              <a:rPr lang="en-US" sz="9600" spc="115">
                <a:solidFill>
                  <a:srgbClr val="0B1786"/>
                </a:solidFill>
                <a:latin typeface="DM Sans Bold"/>
              </a:rPr>
              <a:t>Converter</a:t>
            </a:r>
          </a:p>
        </p:txBody>
      </p:sp>
      <p:sp>
        <p:nvSpPr>
          <p:cNvPr name="Freeform 15" id="15"/>
          <p:cNvSpPr/>
          <p:nvPr/>
        </p:nvSpPr>
        <p:spPr>
          <a:xfrm flipH="false" flipV="false" rot="0">
            <a:off x="14578003" y="-260887"/>
            <a:ext cx="4246041" cy="4114800"/>
          </a:xfrm>
          <a:custGeom>
            <a:avLst/>
            <a:gdLst/>
            <a:ahLst/>
            <a:cxnLst/>
            <a:rect r="r" b="b" t="t" l="l"/>
            <a:pathLst>
              <a:path h="4114800" w="4246041">
                <a:moveTo>
                  <a:pt x="0" y="0"/>
                </a:moveTo>
                <a:lnTo>
                  <a:pt x="4246041" y="0"/>
                </a:lnTo>
                <a:lnTo>
                  <a:pt x="424604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10800000">
            <a:off x="-475808" y="6884488"/>
            <a:ext cx="4246041" cy="4114800"/>
          </a:xfrm>
          <a:custGeom>
            <a:avLst/>
            <a:gdLst/>
            <a:ahLst/>
            <a:cxnLst/>
            <a:rect r="r" b="b" t="t" l="l"/>
            <a:pathLst>
              <a:path h="4114800" w="4246041">
                <a:moveTo>
                  <a:pt x="0" y="0"/>
                </a:moveTo>
                <a:lnTo>
                  <a:pt x="4246041" y="0"/>
                </a:lnTo>
                <a:lnTo>
                  <a:pt x="424604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7" id="17"/>
          <p:cNvSpPr txBox="true"/>
          <p:nvPr/>
        </p:nvSpPr>
        <p:spPr>
          <a:xfrm rot="0">
            <a:off x="5074714" y="3577418"/>
            <a:ext cx="8296427" cy="1184910"/>
          </a:xfrm>
          <a:prstGeom prst="rect">
            <a:avLst/>
          </a:prstGeom>
        </p:spPr>
        <p:txBody>
          <a:bodyPr anchor="t" rtlCol="false" tIns="0" lIns="0" bIns="0" rIns="0">
            <a:spAutoFit/>
          </a:bodyPr>
          <a:lstStyle/>
          <a:p>
            <a:pPr algn="ctr">
              <a:lnSpc>
                <a:spcPts val="8640"/>
              </a:lnSpc>
            </a:pPr>
            <a:r>
              <a:rPr lang="en-US" sz="9600" spc="115">
                <a:solidFill>
                  <a:srgbClr val="0B1786"/>
                </a:solidFill>
                <a:latin typeface="DM Sans Bold"/>
              </a:rPr>
              <a:t>Temperature</a:t>
            </a:r>
          </a:p>
        </p:txBody>
      </p:sp>
    </p:spTree>
  </p:cSld>
  <p:clrMapOvr>
    <a:masterClrMapping/>
  </p:clrMapOvr>
</p:sld>
</file>

<file path=ppt/slides/slide3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107436" y="-91020"/>
            <a:ext cx="18395436" cy="10509328"/>
          </a:xfrm>
          <a:prstGeom prst="rect">
            <a:avLst/>
          </a:prstGeom>
          <a:solidFill>
            <a:srgbClr val="FD1F1F"/>
          </a:solidFill>
        </p:spPr>
      </p:sp>
      <p:grpSp>
        <p:nvGrpSpPr>
          <p:cNvPr name="Group 3" id="3"/>
          <p:cNvGrpSpPr/>
          <p:nvPr/>
        </p:nvGrpSpPr>
        <p:grpSpPr>
          <a:xfrm rot="0">
            <a:off x="126231" y="149685"/>
            <a:ext cx="18161769" cy="10199156"/>
            <a:chOff x="0" y="0"/>
            <a:chExt cx="2036572" cy="2050923"/>
          </a:xfrm>
        </p:grpSpPr>
        <p:sp>
          <p:nvSpPr>
            <p:cNvPr name="Freeform 4" id="4"/>
            <p:cNvSpPr/>
            <p:nvPr/>
          </p:nvSpPr>
          <p:spPr>
            <a:xfrm flipH="false" flipV="false" rot="0">
              <a:off x="0" y="0"/>
              <a:ext cx="30596570" cy="17176356"/>
            </a:xfrm>
            <a:custGeom>
              <a:avLst/>
              <a:gdLst/>
              <a:ahLst/>
              <a:cxnLst/>
              <a:rect r="r" b="b" t="t" l="l"/>
              <a:pathLst>
                <a:path h="17176356" w="30596570">
                  <a:moveTo>
                    <a:pt x="1573386" y="438694"/>
                  </a:moveTo>
                  <a:cubicBezTo>
                    <a:pt x="1573386" y="680918"/>
                    <a:pt x="1221063" y="877388"/>
                    <a:pt x="786693" y="877388"/>
                  </a:cubicBezTo>
                  <a:cubicBezTo>
                    <a:pt x="352323" y="877388"/>
                    <a:pt x="0" y="680918"/>
                    <a:pt x="0" y="438694"/>
                  </a:cubicBezTo>
                  <a:cubicBezTo>
                    <a:pt x="0" y="196470"/>
                    <a:pt x="352323" y="0"/>
                    <a:pt x="786693" y="0"/>
                  </a:cubicBezTo>
                  <a:cubicBezTo>
                    <a:pt x="1221063" y="0"/>
                    <a:pt x="1573386" y="196470"/>
                    <a:pt x="1573386" y="438694"/>
                  </a:cubicBezTo>
                  <a:close/>
                  <a:moveTo>
                    <a:pt x="10461087" y="0"/>
                  </a:moveTo>
                  <a:cubicBezTo>
                    <a:pt x="10026717" y="0"/>
                    <a:pt x="9674394" y="196470"/>
                    <a:pt x="9674394" y="438694"/>
                  </a:cubicBezTo>
                  <a:cubicBezTo>
                    <a:pt x="9674394" y="680918"/>
                    <a:pt x="10026717" y="877388"/>
                    <a:pt x="10461087" y="877388"/>
                  </a:cubicBezTo>
                  <a:cubicBezTo>
                    <a:pt x="10895457" y="877388"/>
                    <a:pt x="11247779" y="680918"/>
                    <a:pt x="11247779" y="438694"/>
                  </a:cubicBezTo>
                  <a:cubicBezTo>
                    <a:pt x="11247780" y="196470"/>
                    <a:pt x="10895458" y="0"/>
                    <a:pt x="10461087" y="0"/>
                  </a:cubicBezTo>
                  <a:close/>
                  <a:moveTo>
                    <a:pt x="20135483" y="0"/>
                  </a:moveTo>
                  <a:cubicBezTo>
                    <a:pt x="19701111" y="0"/>
                    <a:pt x="19348788" y="196470"/>
                    <a:pt x="19348788" y="438694"/>
                  </a:cubicBezTo>
                  <a:cubicBezTo>
                    <a:pt x="19348788" y="680918"/>
                    <a:pt x="19701111" y="877388"/>
                    <a:pt x="20135483" y="877388"/>
                  </a:cubicBezTo>
                  <a:cubicBezTo>
                    <a:pt x="20569853" y="877388"/>
                    <a:pt x="20922176" y="680918"/>
                    <a:pt x="20922176" y="438694"/>
                  </a:cubicBezTo>
                  <a:cubicBezTo>
                    <a:pt x="20922174" y="196470"/>
                    <a:pt x="20569851" y="0"/>
                    <a:pt x="20135483" y="0"/>
                  </a:cubicBezTo>
                  <a:close/>
                  <a:moveTo>
                    <a:pt x="29809877" y="877388"/>
                  </a:moveTo>
                  <a:cubicBezTo>
                    <a:pt x="30244247" y="877388"/>
                    <a:pt x="30596570" y="680918"/>
                    <a:pt x="30596570" y="438694"/>
                  </a:cubicBezTo>
                  <a:cubicBezTo>
                    <a:pt x="30596570" y="196470"/>
                    <a:pt x="30244247" y="0"/>
                    <a:pt x="29809877" y="0"/>
                  </a:cubicBezTo>
                  <a:cubicBezTo>
                    <a:pt x="29375503" y="0"/>
                    <a:pt x="29023180" y="196470"/>
                    <a:pt x="29023180" y="438694"/>
                  </a:cubicBezTo>
                  <a:cubicBezTo>
                    <a:pt x="29023180" y="680918"/>
                    <a:pt x="29375506" y="877388"/>
                    <a:pt x="29809877" y="877388"/>
                  </a:cubicBezTo>
                  <a:close/>
                  <a:moveTo>
                    <a:pt x="786693" y="5432540"/>
                  </a:moveTo>
                  <a:cubicBezTo>
                    <a:pt x="352323" y="5432540"/>
                    <a:pt x="0" y="5629011"/>
                    <a:pt x="0" y="5871234"/>
                  </a:cubicBezTo>
                  <a:cubicBezTo>
                    <a:pt x="0" y="6113459"/>
                    <a:pt x="352323" y="6309929"/>
                    <a:pt x="786693" y="6309929"/>
                  </a:cubicBezTo>
                  <a:cubicBezTo>
                    <a:pt x="1221063" y="6309929"/>
                    <a:pt x="1573386" y="6113459"/>
                    <a:pt x="1573386" y="5871234"/>
                  </a:cubicBezTo>
                  <a:cubicBezTo>
                    <a:pt x="1573386" y="5629011"/>
                    <a:pt x="1221063" y="5432540"/>
                    <a:pt x="786693" y="5432540"/>
                  </a:cubicBezTo>
                  <a:close/>
                  <a:moveTo>
                    <a:pt x="10461087" y="5432540"/>
                  </a:moveTo>
                  <a:cubicBezTo>
                    <a:pt x="10026717" y="5432540"/>
                    <a:pt x="9674394" y="5629011"/>
                    <a:pt x="9674394" y="5871234"/>
                  </a:cubicBezTo>
                  <a:cubicBezTo>
                    <a:pt x="9674394" y="6113459"/>
                    <a:pt x="10026717" y="6309929"/>
                    <a:pt x="10461087" y="6309929"/>
                  </a:cubicBezTo>
                  <a:cubicBezTo>
                    <a:pt x="10895457" y="6309929"/>
                    <a:pt x="11247779" y="6113459"/>
                    <a:pt x="11247779" y="5871234"/>
                  </a:cubicBezTo>
                  <a:cubicBezTo>
                    <a:pt x="11247780" y="5629011"/>
                    <a:pt x="10895458" y="5432540"/>
                    <a:pt x="10461087" y="5432540"/>
                  </a:cubicBezTo>
                  <a:close/>
                  <a:moveTo>
                    <a:pt x="20135483" y="5432540"/>
                  </a:moveTo>
                  <a:cubicBezTo>
                    <a:pt x="19701111" y="5432540"/>
                    <a:pt x="19348788" y="5629011"/>
                    <a:pt x="19348788" y="5871234"/>
                  </a:cubicBezTo>
                  <a:cubicBezTo>
                    <a:pt x="19348788" y="6113459"/>
                    <a:pt x="19701111" y="6309929"/>
                    <a:pt x="20135483" y="6309929"/>
                  </a:cubicBezTo>
                  <a:cubicBezTo>
                    <a:pt x="20569853" y="6309929"/>
                    <a:pt x="20922176" y="6113459"/>
                    <a:pt x="20922176" y="5871234"/>
                  </a:cubicBezTo>
                  <a:cubicBezTo>
                    <a:pt x="20922174" y="5629011"/>
                    <a:pt x="20569851" y="5432540"/>
                    <a:pt x="20135483" y="5432540"/>
                  </a:cubicBezTo>
                  <a:close/>
                  <a:moveTo>
                    <a:pt x="29809877" y="5432540"/>
                  </a:moveTo>
                  <a:cubicBezTo>
                    <a:pt x="29375503" y="5432540"/>
                    <a:pt x="29023180" y="5629011"/>
                    <a:pt x="29023180" y="5871234"/>
                  </a:cubicBezTo>
                  <a:cubicBezTo>
                    <a:pt x="29023180" y="6113459"/>
                    <a:pt x="29375503" y="6309929"/>
                    <a:pt x="29809877" y="6309929"/>
                  </a:cubicBezTo>
                  <a:cubicBezTo>
                    <a:pt x="30244247" y="6309929"/>
                    <a:pt x="30596570" y="6113459"/>
                    <a:pt x="30596570" y="5871234"/>
                  </a:cubicBezTo>
                  <a:cubicBezTo>
                    <a:pt x="30596570" y="5629011"/>
                    <a:pt x="30244247" y="5432540"/>
                    <a:pt x="29809877" y="5432540"/>
                  </a:cubicBezTo>
                  <a:close/>
                  <a:moveTo>
                    <a:pt x="786693" y="10866427"/>
                  </a:moveTo>
                  <a:cubicBezTo>
                    <a:pt x="352323" y="10866427"/>
                    <a:pt x="0" y="11062898"/>
                    <a:pt x="0" y="11305122"/>
                  </a:cubicBezTo>
                  <a:cubicBezTo>
                    <a:pt x="0" y="11547345"/>
                    <a:pt x="352323" y="11743815"/>
                    <a:pt x="786693" y="11743815"/>
                  </a:cubicBezTo>
                  <a:cubicBezTo>
                    <a:pt x="1221063" y="11743815"/>
                    <a:pt x="1573386" y="11547345"/>
                    <a:pt x="1573386" y="11305122"/>
                  </a:cubicBezTo>
                  <a:cubicBezTo>
                    <a:pt x="1573386" y="11062898"/>
                    <a:pt x="1221063" y="10866427"/>
                    <a:pt x="786693" y="10866427"/>
                  </a:cubicBezTo>
                  <a:close/>
                  <a:moveTo>
                    <a:pt x="10461087" y="10866427"/>
                  </a:moveTo>
                  <a:cubicBezTo>
                    <a:pt x="10026717" y="10866427"/>
                    <a:pt x="9674394" y="11062898"/>
                    <a:pt x="9674394" y="11305122"/>
                  </a:cubicBezTo>
                  <a:cubicBezTo>
                    <a:pt x="9674394" y="11547345"/>
                    <a:pt x="10026717" y="11743815"/>
                    <a:pt x="10461087" y="11743815"/>
                  </a:cubicBezTo>
                  <a:cubicBezTo>
                    <a:pt x="10895457" y="11743815"/>
                    <a:pt x="11247779" y="11547345"/>
                    <a:pt x="11247779" y="11305122"/>
                  </a:cubicBezTo>
                  <a:cubicBezTo>
                    <a:pt x="11247780" y="11062898"/>
                    <a:pt x="10895458" y="10866427"/>
                    <a:pt x="10461087" y="10866427"/>
                  </a:cubicBezTo>
                  <a:close/>
                  <a:moveTo>
                    <a:pt x="20135483" y="10866427"/>
                  </a:moveTo>
                  <a:cubicBezTo>
                    <a:pt x="19701111" y="10866427"/>
                    <a:pt x="19348788" y="11062898"/>
                    <a:pt x="19348788" y="11305122"/>
                  </a:cubicBezTo>
                  <a:cubicBezTo>
                    <a:pt x="19348788" y="11547345"/>
                    <a:pt x="19701111" y="11743815"/>
                    <a:pt x="20135483" y="11743815"/>
                  </a:cubicBezTo>
                  <a:cubicBezTo>
                    <a:pt x="20569853" y="11743815"/>
                    <a:pt x="20922176" y="11547345"/>
                    <a:pt x="20922176" y="11305122"/>
                  </a:cubicBezTo>
                  <a:cubicBezTo>
                    <a:pt x="20922174" y="11062898"/>
                    <a:pt x="20569851" y="10866427"/>
                    <a:pt x="20135483" y="10866427"/>
                  </a:cubicBezTo>
                  <a:close/>
                  <a:moveTo>
                    <a:pt x="29809877" y="10866427"/>
                  </a:moveTo>
                  <a:cubicBezTo>
                    <a:pt x="29375503" y="10866427"/>
                    <a:pt x="29023180" y="11062898"/>
                    <a:pt x="29023180" y="11305122"/>
                  </a:cubicBezTo>
                  <a:cubicBezTo>
                    <a:pt x="29023180" y="11547345"/>
                    <a:pt x="29375503" y="11743815"/>
                    <a:pt x="29809877" y="11743815"/>
                  </a:cubicBezTo>
                  <a:cubicBezTo>
                    <a:pt x="30244247" y="11743815"/>
                    <a:pt x="30596570" y="11547345"/>
                    <a:pt x="30596570" y="11305122"/>
                  </a:cubicBezTo>
                  <a:cubicBezTo>
                    <a:pt x="30596570" y="11062898"/>
                    <a:pt x="30244247" y="10866427"/>
                    <a:pt x="29809877" y="10866427"/>
                  </a:cubicBezTo>
                  <a:close/>
                  <a:moveTo>
                    <a:pt x="786693" y="16298968"/>
                  </a:moveTo>
                  <a:cubicBezTo>
                    <a:pt x="352323" y="16298968"/>
                    <a:pt x="0" y="16495438"/>
                    <a:pt x="0" y="16737662"/>
                  </a:cubicBezTo>
                  <a:cubicBezTo>
                    <a:pt x="0" y="16979886"/>
                    <a:pt x="352323" y="17176356"/>
                    <a:pt x="786693" y="17176356"/>
                  </a:cubicBezTo>
                  <a:cubicBezTo>
                    <a:pt x="1221063" y="17176356"/>
                    <a:pt x="1573386" y="16979886"/>
                    <a:pt x="1573386" y="16737662"/>
                  </a:cubicBezTo>
                  <a:cubicBezTo>
                    <a:pt x="1573386" y="16495438"/>
                    <a:pt x="1221063" y="16298968"/>
                    <a:pt x="786693" y="16298968"/>
                  </a:cubicBezTo>
                  <a:close/>
                  <a:moveTo>
                    <a:pt x="10461087" y="16298968"/>
                  </a:moveTo>
                  <a:cubicBezTo>
                    <a:pt x="10026717" y="16298968"/>
                    <a:pt x="9674394" y="16495438"/>
                    <a:pt x="9674394" y="16737662"/>
                  </a:cubicBezTo>
                  <a:cubicBezTo>
                    <a:pt x="9674394" y="16979886"/>
                    <a:pt x="10026717" y="17176356"/>
                    <a:pt x="10461087" y="17176356"/>
                  </a:cubicBezTo>
                  <a:cubicBezTo>
                    <a:pt x="10895457" y="17176356"/>
                    <a:pt x="11247779" y="16979886"/>
                    <a:pt x="11247779" y="16737662"/>
                  </a:cubicBezTo>
                  <a:cubicBezTo>
                    <a:pt x="11247780" y="16495438"/>
                    <a:pt x="10895458" y="16298968"/>
                    <a:pt x="10461087" y="16298968"/>
                  </a:cubicBezTo>
                  <a:close/>
                  <a:moveTo>
                    <a:pt x="20135483" y="16298968"/>
                  </a:moveTo>
                  <a:cubicBezTo>
                    <a:pt x="19701111" y="16298968"/>
                    <a:pt x="19348788" y="16495438"/>
                    <a:pt x="19348788" y="16737662"/>
                  </a:cubicBezTo>
                  <a:cubicBezTo>
                    <a:pt x="19348788" y="16979886"/>
                    <a:pt x="19701111" y="17176356"/>
                    <a:pt x="20135483" y="17176356"/>
                  </a:cubicBezTo>
                  <a:cubicBezTo>
                    <a:pt x="20569853" y="17176356"/>
                    <a:pt x="20922176" y="16979886"/>
                    <a:pt x="20922176" y="16737662"/>
                  </a:cubicBezTo>
                  <a:cubicBezTo>
                    <a:pt x="20922174" y="16495438"/>
                    <a:pt x="20569851" y="16298968"/>
                    <a:pt x="20135483" y="16298968"/>
                  </a:cubicBezTo>
                  <a:close/>
                  <a:moveTo>
                    <a:pt x="29809877" y="16298968"/>
                  </a:moveTo>
                  <a:cubicBezTo>
                    <a:pt x="29375503" y="16298968"/>
                    <a:pt x="29023180" y="16495438"/>
                    <a:pt x="29023180" y="16737662"/>
                  </a:cubicBezTo>
                  <a:cubicBezTo>
                    <a:pt x="29023180" y="16979886"/>
                    <a:pt x="29375503" y="17176356"/>
                    <a:pt x="29809877" y="17176356"/>
                  </a:cubicBezTo>
                  <a:cubicBezTo>
                    <a:pt x="30244247" y="17176356"/>
                    <a:pt x="30596570" y="16979886"/>
                    <a:pt x="30596570" y="16737662"/>
                  </a:cubicBezTo>
                  <a:cubicBezTo>
                    <a:pt x="30596570" y="16495438"/>
                    <a:pt x="30244247" y="16298968"/>
                    <a:pt x="29809877" y="16298968"/>
                  </a:cubicBezTo>
                  <a:close/>
                </a:path>
              </a:pathLst>
            </a:custGeom>
            <a:solidFill>
              <a:srgbClr val="FF877D">
                <a:alpha val="71765"/>
              </a:srgbClr>
            </a:solidFill>
          </p:spPr>
        </p:sp>
      </p:grpSp>
      <p:grpSp>
        <p:nvGrpSpPr>
          <p:cNvPr name="Group 5" id="5"/>
          <p:cNvGrpSpPr/>
          <p:nvPr/>
        </p:nvGrpSpPr>
        <p:grpSpPr>
          <a:xfrm rot="0">
            <a:off x="5330599" y="1028700"/>
            <a:ext cx="7388083" cy="1013024"/>
            <a:chOff x="0" y="0"/>
            <a:chExt cx="30584397" cy="4193610"/>
          </a:xfrm>
        </p:grpSpPr>
        <p:sp>
          <p:nvSpPr>
            <p:cNvPr name="Freeform 6" id="6"/>
            <p:cNvSpPr/>
            <p:nvPr/>
          </p:nvSpPr>
          <p:spPr>
            <a:xfrm flipH="false" flipV="false" rot="0">
              <a:off x="72390" y="72390"/>
              <a:ext cx="30439617" cy="4048830"/>
            </a:xfrm>
            <a:custGeom>
              <a:avLst/>
              <a:gdLst/>
              <a:ahLst/>
              <a:cxnLst/>
              <a:rect r="r" b="b" t="t" l="l"/>
              <a:pathLst>
                <a:path h="4048830" w="30439617">
                  <a:moveTo>
                    <a:pt x="0" y="0"/>
                  </a:moveTo>
                  <a:lnTo>
                    <a:pt x="30439617" y="0"/>
                  </a:lnTo>
                  <a:lnTo>
                    <a:pt x="30439617" y="4048830"/>
                  </a:lnTo>
                  <a:lnTo>
                    <a:pt x="0" y="4048830"/>
                  </a:lnTo>
                  <a:lnTo>
                    <a:pt x="0" y="0"/>
                  </a:lnTo>
                  <a:close/>
                </a:path>
              </a:pathLst>
            </a:custGeom>
            <a:solidFill>
              <a:srgbClr val="0F1C91"/>
            </a:solidFill>
          </p:spPr>
        </p:sp>
        <p:sp>
          <p:nvSpPr>
            <p:cNvPr name="Freeform 7" id="7"/>
            <p:cNvSpPr/>
            <p:nvPr/>
          </p:nvSpPr>
          <p:spPr>
            <a:xfrm flipH="false" flipV="false" rot="0">
              <a:off x="0" y="0"/>
              <a:ext cx="30584397" cy="4193610"/>
            </a:xfrm>
            <a:custGeom>
              <a:avLst/>
              <a:gdLst/>
              <a:ahLst/>
              <a:cxnLst/>
              <a:rect r="r" b="b" t="t" l="l"/>
              <a:pathLst>
                <a:path h="4193610" w="30584397">
                  <a:moveTo>
                    <a:pt x="30439618" y="4048830"/>
                  </a:moveTo>
                  <a:lnTo>
                    <a:pt x="30584397" y="4048830"/>
                  </a:lnTo>
                  <a:lnTo>
                    <a:pt x="30584397" y="4193610"/>
                  </a:lnTo>
                  <a:lnTo>
                    <a:pt x="30439618" y="4193610"/>
                  </a:lnTo>
                  <a:lnTo>
                    <a:pt x="30439618" y="4048830"/>
                  </a:lnTo>
                  <a:close/>
                  <a:moveTo>
                    <a:pt x="0" y="144780"/>
                  </a:moveTo>
                  <a:lnTo>
                    <a:pt x="144780" y="144780"/>
                  </a:lnTo>
                  <a:lnTo>
                    <a:pt x="144780" y="4048830"/>
                  </a:lnTo>
                  <a:lnTo>
                    <a:pt x="0" y="4048830"/>
                  </a:lnTo>
                  <a:lnTo>
                    <a:pt x="0" y="144780"/>
                  </a:lnTo>
                  <a:close/>
                  <a:moveTo>
                    <a:pt x="0" y="4048830"/>
                  </a:moveTo>
                  <a:lnTo>
                    <a:pt x="144780" y="4048830"/>
                  </a:lnTo>
                  <a:lnTo>
                    <a:pt x="144780" y="4193610"/>
                  </a:lnTo>
                  <a:lnTo>
                    <a:pt x="0" y="4193610"/>
                  </a:lnTo>
                  <a:lnTo>
                    <a:pt x="0" y="4048830"/>
                  </a:lnTo>
                  <a:close/>
                  <a:moveTo>
                    <a:pt x="30439618" y="144780"/>
                  </a:moveTo>
                  <a:lnTo>
                    <a:pt x="30584397" y="144780"/>
                  </a:lnTo>
                  <a:lnTo>
                    <a:pt x="30584397" y="4048830"/>
                  </a:lnTo>
                  <a:lnTo>
                    <a:pt x="30439618" y="4048830"/>
                  </a:lnTo>
                  <a:lnTo>
                    <a:pt x="30439618" y="144780"/>
                  </a:lnTo>
                  <a:close/>
                  <a:moveTo>
                    <a:pt x="144780" y="4048830"/>
                  </a:moveTo>
                  <a:lnTo>
                    <a:pt x="30439618" y="4048830"/>
                  </a:lnTo>
                  <a:lnTo>
                    <a:pt x="30439618" y="4193610"/>
                  </a:lnTo>
                  <a:lnTo>
                    <a:pt x="144780" y="4193610"/>
                  </a:lnTo>
                  <a:lnTo>
                    <a:pt x="144780" y="4048830"/>
                  </a:lnTo>
                  <a:close/>
                  <a:moveTo>
                    <a:pt x="30439618" y="0"/>
                  </a:moveTo>
                  <a:lnTo>
                    <a:pt x="30584397" y="0"/>
                  </a:lnTo>
                  <a:lnTo>
                    <a:pt x="30584397" y="144780"/>
                  </a:lnTo>
                  <a:lnTo>
                    <a:pt x="30439618" y="144780"/>
                  </a:lnTo>
                  <a:lnTo>
                    <a:pt x="30439618" y="0"/>
                  </a:lnTo>
                  <a:close/>
                  <a:moveTo>
                    <a:pt x="0" y="0"/>
                  </a:moveTo>
                  <a:lnTo>
                    <a:pt x="144780" y="0"/>
                  </a:lnTo>
                  <a:lnTo>
                    <a:pt x="144780" y="144780"/>
                  </a:lnTo>
                  <a:lnTo>
                    <a:pt x="0" y="144780"/>
                  </a:lnTo>
                  <a:lnTo>
                    <a:pt x="0" y="0"/>
                  </a:lnTo>
                  <a:close/>
                  <a:moveTo>
                    <a:pt x="144780" y="0"/>
                  </a:moveTo>
                  <a:lnTo>
                    <a:pt x="30439618" y="0"/>
                  </a:lnTo>
                  <a:lnTo>
                    <a:pt x="30439618" y="144780"/>
                  </a:lnTo>
                  <a:lnTo>
                    <a:pt x="144780" y="144780"/>
                  </a:lnTo>
                  <a:lnTo>
                    <a:pt x="144780" y="0"/>
                  </a:lnTo>
                  <a:close/>
                </a:path>
              </a:pathLst>
            </a:custGeom>
            <a:solidFill>
              <a:srgbClr val="FD1F1F"/>
            </a:solidFill>
          </p:spPr>
        </p:sp>
      </p:grpSp>
      <p:sp>
        <p:nvSpPr>
          <p:cNvPr name="AutoShape 8" id="8"/>
          <p:cNvSpPr/>
          <p:nvPr/>
        </p:nvSpPr>
        <p:spPr>
          <a:xfrm rot="0">
            <a:off x="1950337" y="2806882"/>
            <a:ext cx="14513557" cy="6451418"/>
          </a:xfrm>
          <a:prstGeom prst="rect">
            <a:avLst/>
          </a:prstGeom>
          <a:solidFill>
            <a:srgbClr val="0F1C91"/>
          </a:solidFill>
        </p:spPr>
      </p:sp>
      <p:sp>
        <p:nvSpPr>
          <p:cNvPr name="TextBox 9" id="9"/>
          <p:cNvSpPr txBox="true"/>
          <p:nvPr/>
        </p:nvSpPr>
        <p:spPr>
          <a:xfrm rot="0">
            <a:off x="2361173" y="2996730"/>
            <a:ext cx="13691886" cy="6844665"/>
          </a:xfrm>
          <a:prstGeom prst="rect">
            <a:avLst/>
          </a:prstGeom>
        </p:spPr>
        <p:txBody>
          <a:bodyPr anchor="t" rtlCol="false" tIns="0" lIns="0" bIns="0" rIns="0">
            <a:spAutoFit/>
          </a:bodyPr>
          <a:lstStyle/>
          <a:p>
            <a:pPr algn="just">
              <a:lnSpc>
                <a:spcPts val="6030"/>
              </a:lnSpc>
            </a:pPr>
            <a:r>
              <a:rPr lang="en-US" sz="4500">
                <a:solidFill>
                  <a:srgbClr val="FFE6FF"/>
                </a:solidFill>
                <a:latin typeface="DM Sans"/>
              </a:rPr>
              <a:t>The temperature converter project allows users to input a temperature in Celsius, Fahrenheit, or Kelvin and convert it to another unit. The interface includes an input field, dropdown menus for selecting units, a convert button, and a display area for the result. The project aims to provide a simple and efficient way to perform temperature conversions.</a:t>
            </a:r>
          </a:p>
          <a:p>
            <a:pPr algn="just">
              <a:lnSpc>
                <a:spcPts val="6030"/>
              </a:lnSpc>
            </a:pPr>
          </a:p>
        </p:txBody>
      </p:sp>
      <p:sp>
        <p:nvSpPr>
          <p:cNvPr name="TextBox 10" id="10"/>
          <p:cNvSpPr txBox="true"/>
          <p:nvPr/>
        </p:nvSpPr>
        <p:spPr>
          <a:xfrm rot="0">
            <a:off x="3556804" y="1289961"/>
            <a:ext cx="7110501" cy="576228"/>
          </a:xfrm>
          <a:prstGeom prst="rect">
            <a:avLst/>
          </a:prstGeom>
        </p:spPr>
        <p:txBody>
          <a:bodyPr anchor="t" rtlCol="false" tIns="0" lIns="0" bIns="0" rIns="0">
            <a:spAutoFit/>
          </a:bodyPr>
          <a:lstStyle/>
          <a:p>
            <a:pPr algn="r">
              <a:lnSpc>
                <a:spcPts val="4343"/>
              </a:lnSpc>
            </a:pPr>
            <a:r>
              <a:rPr lang="en-US" sz="4343">
                <a:solidFill>
                  <a:srgbClr val="FFFACD"/>
                </a:solidFill>
                <a:latin typeface="DM Sans Bold"/>
              </a:rPr>
              <a:t>Introduction</a:t>
            </a:r>
          </a:p>
        </p:txBody>
      </p:sp>
    </p:spTree>
  </p:cSld>
  <p:clrMapOvr>
    <a:masterClrMapping/>
  </p:clrMapOvr>
</p:sld>
</file>

<file path=ppt/slides/slide31.xml><?xml version="1.0" encoding="utf-8"?>
<p:sld xmlns:p="http://schemas.openxmlformats.org/presentationml/2006/main" xmlns:a="http://schemas.openxmlformats.org/drawingml/2006/main">
  <p:cSld>
    <p:bg>
      <p:bgPr>
        <a:solidFill>
          <a:srgbClr val="0F1C91"/>
        </a:solidFill>
      </p:bgPr>
    </p:bg>
    <p:spTree>
      <p:nvGrpSpPr>
        <p:cNvPr id="1" name=""/>
        <p:cNvGrpSpPr/>
        <p:nvPr/>
      </p:nvGrpSpPr>
      <p:grpSpPr>
        <a:xfrm>
          <a:off x="0" y="0"/>
          <a:ext cx="0" cy="0"/>
          <a:chOff x="0" y="0"/>
          <a:chExt cx="0" cy="0"/>
        </a:xfrm>
      </p:grpSpPr>
      <p:grpSp>
        <p:nvGrpSpPr>
          <p:cNvPr name="Group 2" id="2"/>
          <p:cNvGrpSpPr/>
          <p:nvPr/>
        </p:nvGrpSpPr>
        <p:grpSpPr>
          <a:xfrm rot="0">
            <a:off x="66675" y="80294"/>
            <a:ext cx="18288000" cy="10206706"/>
            <a:chOff x="0" y="0"/>
            <a:chExt cx="2036572" cy="2050923"/>
          </a:xfrm>
        </p:grpSpPr>
        <p:sp>
          <p:nvSpPr>
            <p:cNvPr name="Freeform 3" id="3"/>
            <p:cNvSpPr/>
            <p:nvPr/>
          </p:nvSpPr>
          <p:spPr>
            <a:xfrm flipH="false" flipV="false" rot="0">
              <a:off x="0" y="0"/>
              <a:ext cx="30809226" cy="17189070"/>
            </a:xfrm>
            <a:custGeom>
              <a:avLst/>
              <a:gdLst/>
              <a:ahLst/>
              <a:cxnLst/>
              <a:rect r="r" b="b" t="t" l="l"/>
              <a:pathLst>
                <a:path h="17189070" w="30809226">
                  <a:moveTo>
                    <a:pt x="1584322" y="439019"/>
                  </a:moveTo>
                  <a:cubicBezTo>
                    <a:pt x="1584322" y="681422"/>
                    <a:pt x="1229550" y="878038"/>
                    <a:pt x="792161" y="878038"/>
                  </a:cubicBezTo>
                  <a:cubicBezTo>
                    <a:pt x="354771" y="878038"/>
                    <a:pt x="0" y="681422"/>
                    <a:pt x="0" y="439019"/>
                  </a:cubicBezTo>
                  <a:cubicBezTo>
                    <a:pt x="0" y="196616"/>
                    <a:pt x="354771" y="0"/>
                    <a:pt x="792161" y="0"/>
                  </a:cubicBezTo>
                  <a:cubicBezTo>
                    <a:pt x="1229550" y="0"/>
                    <a:pt x="1584322" y="196616"/>
                    <a:pt x="1584322" y="439019"/>
                  </a:cubicBezTo>
                  <a:close/>
                  <a:moveTo>
                    <a:pt x="10533795" y="0"/>
                  </a:moveTo>
                  <a:cubicBezTo>
                    <a:pt x="10096406" y="0"/>
                    <a:pt x="9741635" y="196616"/>
                    <a:pt x="9741635" y="439019"/>
                  </a:cubicBezTo>
                  <a:cubicBezTo>
                    <a:pt x="9741635" y="681422"/>
                    <a:pt x="10096406" y="878038"/>
                    <a:pt x="10533795" y="878038"/>
                  </a:cubicBezTo>
                  <a:cubicBezTo>
                    <a:pt x="10971185" y="878038"/>
                    <a:pt x="11325956" y="681422"/>
                    <a:pt x="11325956" y="439019"/>
                  </a:cubicBezTo>
                  <a:cubicBezTo>
                    <a:pt x="11325957" y="196616"/>
                    <a:pt x="10971185" y="0"/>
                    <a:pt x="10533795" y="0"/>
                  </a:cubicBezTo>
                  <a:close/>
                  <a:moveTo>
                    <a:pt x="20275431" y="0"/>
                  </a:moveTo>
                  <a:cubicBezTo>
                    <a:pt x="19838040" y="0"/>
                    <a:pt x="19483270" y="196616"/>
                    <a:pt x="19483270" y="439019"/>
                  </a:cubicBezTo>
                  <a:cubicBezTo>
                    <a:pt x="19483270" y="681422"/>
                    <a:pt x="19838040" y="878038"/>
                    <a:pt x="20275431" y="878038"/>
                  </a:cubicBezTo>
                  <a:cubicBezTo>
                    <a:pt x="20712821" y="878038"/>
                    <a:pt x="21067593" y="681422"/>
                    <a:pt x="21067593" y="439019"/>
                  </a:cubicBezTo>
                  <a:cubicBezTo>
                    <a:pt x="21067590" y="196616"/>
                    <a:pt x="20712819" y="0"/>
                    <a:pt x="20275431" y="0"/>
                  </a:cubicBezTo>
                  <a:close/>
                  <a:moveTo>
                    <a:pt x="30017064" y="878038"/>
                  </a:moveTo>
                  <a:cubicBezTo>
                    <a:pt x="30454454" y="878038"/>
                    <a:pt x="30809226" y="681422"/>
                    <a:pt x="30809226" y="439019"/>
                  </a:cubicBezTo>
                  <a:cubicBezTo>
                    <a:pt x="30809226" y="196616"/>
                    <a:pt x="30454454" y="0"/>
                    <a:pt x="30017064" y="0"/>
                  </a:cubicBezTo>
                  <a:cubicBezTo>
                    <a:pt x="29579674" y="0"/>
                    <a:pt x="29224905" y="196616"/>
                    <a:pt x="29224905" y="439019"/>
                  </a:cubicBezTo>
                  <a:cubicBezTo>
                    <a:pt x="29224905" y="681422"/>
                    <a:pt x="29579677" y="878038"/>
                    <a:pt x="30017064" y="878038"/>
                  </a:cubicBezTo>
                  <a:close/>
                  <a:moveTo>
                    <a:pt x="792161" y="5436562"/>
                  </a:moveTo>
                  <a:cubicBezTo>
                    <a:pt x="354771" y="5436562"/>
                    <a:pt x="0" y="5633177"/>
                    <a:pt x="0" y="5875581"/>
                  </a:cubicBezTo>
                  <a:cubicBezTo>
                    <a:pt x="0" y="6117984"/>
                    <a:pt x="354771" y="6314600"/>
                    <a:pt x="792161" y="6314600"/>
                  </a:cubicBezTo>
                  <a:cubicBezTo>
                    <a:pt x="1229550" y="6314600"/>
                    <a:pt x="1584322" y="6117984"/>
                    <a:pt x="1584322" y="5875581"/>
                  </a:cubicBezTo>
                  <a:cubicBezTo>
                    <a:pt x="1584322" y="5633178"/>
                    <a:pt x="1229550" y="5436562"/>
                    <a:pt x="792161" y="5436562"/>
                  </a:cubicBezTo>
                  <a:close/>
                  <a:moveTo>
                    <a:pt x="10533795" y="5436562"/>
                  </a:moveTo>
                  <a:cubicBezTo>
                    <a:pt x="10096406" y="5436562"/>
                    <a:pt x="9741635" y="5633177"/>
                    <a:pt x="9741635" y="5875581"/>
                  </a:cubicBezTo>
                  <a:cubicBezTo>
                    <a:pt x="9741635" y="6117984"/>
                    <a:pt x="10096406" y="6314600"/>
                    <a:pt x="10533795" y="6314600"/>
                  </a:cubicBezTo>
                  <a:cubicBezTo>
                    <a:pt x="10971185" y="6314600"/>
                    <a:pt x="11325956" y="6117984"/>
                    <a:pt x="11325956" y="5875581"/>
                  </a:cubicBezTo>
                  <a:cubicBezTo>
                    <a:pt x="11325957" y="5633178"/>
                    <a:pt x="10971185" y="5436562"/>
                    <a:pt x="10533795" y="5436562"/>
                  </a:cubicBezTo>
                  <a:close/>
                  <a:moveTo>
                    <a:pt x="20275431" y="5436562"/>
                  </a:moveTo>
                  <a:cubicBezTo>
                    <a:pt x="19838040" y="5436562"/>
                    <a:pt x="19483270" y="5633177"/>
                    <a:pt x="19483270" y="5875581"/>
                  </a:cubicBezTo>
                  <a:cubicBezTo>
                    <a:pt x="19483270" y="6117984"/>
                    <a:pt x="19838040" y="6314600"/>
                    <a:pt x="20275431" y="6314600"/>
                  </a:cubicBezTo>
                  <a:cubicBezTo>
                    <a:pt x="20712821" y="6314600"/>
                    <a:pt x="21067593" y="6117984"/>
                    <a:pt x="21067593" y="5875581"/>
                  </a:cubicBezTo>
                  <a:cubicBezTo>
                    <a:pt x="21067590" y="5633178"/>
                    <a:pt x="20712819" y="5436562"/>
                    <a:pt x="20275431" y="5436562"/>
                  </a:cubicBezTo>
                  <a:close/>
                  <a:moveTo>
                    <a:pt x="30017064" y="5436562"/>
                  </a:moveTo>
                  <a:cubicBezTo>
                    <a:pt x="29579674" y="5436562"/>
                    <a:pt x="29224905" y="5633177"/>
                    <a:pt x="29224905" y="5875581"/>
                  </a:cubicBezTo>
                  <a:cubicBezTo>
                    <a:pt x="29224905" y="6117984"/>
                    <a:pt x="29579674" y="6314600"/>
                    <a:pt x="30017064" y="6314600"/>
                  </a:cubicBezTo>
                  <a:cubicBezTo>
                    <a:pt x="30454454" y="6314600"/>
                    <a:pt x="30809226" y="6117984"/>
                    <a:pt x="30809226" y="5875581"/>
                  </a:cubicBezTo>
                  <a:cubicBezTo>
                    <a:pt x="30809226" y="5633178"/>
                    <a:pt x="30454454" y="5436562"/>
                    <a:pt x="30017064" y="5436562"/>
                  </a:cubicBezTo>
                  <a:close/>
                  <a:moveTo>
                    <a:pt x="792161" y="10874471"/>
                  </a:moveTo>
                  <a:cubicBezTo>
                    <a:pt x="354771" y="10874471"/>
                    <a:pt x="0" y="11071086"/>
                    <a:pt x="0" y="11313490"/>
                  </a:cubicBezTo>
                  <a:cubicBezTo>
                    <a:pt x="0" y="11555892"/>
                    <a:pt x="354771" y="11752508"/>
                    <a:pt x="792161" y="11752508"/>
                  </a:cubicBezTo>
                  <a:cubicBezTo>
                    <a:pt x="1229550" y="11752508"/>
                    <a:pt x="1584322" y="11555892"/>
                    <a:pt x="1584322" y="11313490"/>
                  </a:cubicBezTo>
                  <a:cubicBezTo>
                    <a:pt x="1584322" y="11071086"/>
                    <a:pt x="1229550" y="10874471"/>
                    <a:pt x="792161" y="10874471"/>
                  </a:cubicBezTo>
                  <a:close/>
                  <a:moveTo>
                    <a:pt x="10533795" y="10874471"/>
                  </a:moveTo>
                  <a:cubicBezTo>
                    <a:pt x="10096406" y="10874471"/>
                    <a:pt x="9741635" y="11071086"/>
                    <a:pt x="9741635" y="11313490"/>
                  </a:cubicBezTo>
                  <a:cubicBezTo>
                    <a:pt x="9741635" y="11555892"/>
                    <a:pt x="10096406" y="11752508"/>
                    <a:pt x="10533795" y="11752508"/>
                  </a:cubicBezTo>
                  <a:cubicBezTo>
                    <a:pt x="10971185" y="11752508"/>
                    <a:pt x="11325956" y="11555892"/>
                    <a:pt x="11325956" y="11313490"/>
                  </a:cubicBezTo>
                  <a:cubicBezTo>
                    <a:pt x="11325957" y="11071086"/>
                    <a:pt x="10971185" y="10874471"/>
                    <a:pt x="10533795" y="10874471"/>
                  </a:cubicBezTo>
                  <a:close/>
                  <a:moveTo>
                    <a:pt x="20275431" y="10874471"/>
                  </a:moveTo>
                  <a:cubicBezTo>
                    <a:pt x="19838040" y="10874471"/>
                    <a:pt x="19483270" y="11071086"/>
                    <a:pt x="19483270" y="11313490"/>
                  </a:cubicBezTo>
                  <a:cubicBezTo>
                    <a:pt x="19483270" y="11555892"/>
                    <a:pt x="19838040" y="11752508"/>
                    <a:pt x="20275431" y="11752508"/>
                  </a:cubicBezTo>
                  <a:cubicBezTo>
                    <a:pt x="20712821" y="11752508"/>
                    <a:pt x="21067593" y="11555892"/>
                    <a:pt x="21067593" y="11313490"/>
                  </a:cubicBezTo>
                  <a:cubicBezTo>
                    <a:pt x="21067590" y="11071086"/>
                    <a:pt x="20712819" y="10874471"/>
                    <a:pt x="20275431" y="10874471"/>
                  </a:cubicBezTo>
                  <a:close/>
                  <a:moveTo>
                    <a:pt x="30017064" y="10874471"/>
                  </a:moveTo>
                  <a:cubicBezTo>
                    <a:pt x="29579674" y="10874471"/>
                    <a:pt x="29224905" y="11071086"/>
                    <a:pt x="29224905" y="11313490"/>
                  </a:cubicBezTo>
                  <a:cubicBezTo>
                    <a:pt x="29224905" y="11555892"/>
                    <a:pt x="29579674" y="11752508"/>
                    <a:pt x="30017064" y="11752508"/>
                  </a:cubicBezTo>
                  <a:cubicBezTo>
                    <a:pt x="30454454" y="11752508"/>
                    <a:pt x="30809226" y="11555892"/>
                    <a:pt x="30809226" y="11313490"/>
                  </a:cubicBezTo>
                  <a:cubicBezTo>
                    <a:pt x="30809226" y="11071086"/>
                    <a:pt x="30454454" y="10874471"/>
                    <a:pt x="30017064" y="10874471"/>
                  </a:cubicBezTo>
                  <a:close/>
                  <a:moveTo>
                    <a:pt x="792161" y="16311034"/>
                  </a:moveTo>
                  <a:cubicBezTo>
                    <a:pt x="354771" y="16311034"/>
                    <a:pt x="0" y="16507650"/>
                    <a:pt x="0" y="16750052"/>
                  </a:cubicBezTo>
                  <a:cubicBezTo>
                    <a:pt x="0" y="16992454"/>
                    <a:pt x="354771" y="17189070"/>
                    <a:pt x="792161" y="17189070"/>
                  </a:cubicBezTo>
                  <a:cubicBezTo>
                    <a:pt x="1229550" y="17189070"/>
                    <a:pt x="1584322" y="16992454"/>
                    <a:pt x="1584322" y="16750052"/>
                  </a:cubicBezTo>
                  <a:cubicBezTo>
                    <a:pt x="1584322" y="16507650"/>
                    <a:pt x="1229550" y="16311034"/>
                    <a:pt x="792161" y="16311034"/>
                  </a:cubicBezTo>
                  <a:close/>
                  <a:moveTo>
                    <a:pt x="10533795" y="16311034"/>
                  </a:moveTo>
                  <a:cubicBezTo>
                    <a:pt x="10096406" y="16311034"/>
                    <a:pt x="9741635" y="16507650"/>
                    <a:pt x="9741635" y="16750052"/>
                  </a:cubicBezTo>
                  <a:cubicBezTo>
                    <a:pt x="9741635" y="16992454"/>
                    <a:pt x="10096406" y="17189070"/>
                    <a:pt x="10533795" y="17189070"/>
                  </a:cubicBezTo>
                  <a:cubicBezTo>
                    <a:pt x="10971185" y="17189070"/>
                    <a:pt x="11325956" y="16992454"/>
                    <a:pt x="11325956" y="16750052"/>
                  </a:cubicBezTo>
                  <a:cubicBezTo>
                    <a:pt x="11325957" y="16507650"/>
                    <a:pt x="10971185" y="16311034"/>
                    <a:pt x="10533795" y="16311034"/>
                  </a:cubicBezTo>
                  <a:close/>
                  <a:moveTo>
                    <a:pt x="20275431" y="16311034"/>
                  </a:moveTo>
                  <a:cubicBezTo>
                    <a:pt x="19838040" y="16311034"/>
                    <a:pt x="19483270" y="16507650"/>
                    <a:pt x="19483270" y="16750052"/>
                  </a:cubicBezTo>
                  <a:cubicBezTo>
                    <a:pt x="19483270" y="16992454"/>
                    <a:pt x="19838040" y="17189070"/>
                    <a:pt x="20275431" y="17189070"/>
                  </a:cubicBezTo>
                  <a:cubicBezTo>
                    <a:pt x="20712821" y="17189070"/>
                    <a:pt x="21067593" y="16992454"/>
                    <a:pt x="21067593" y="16750052"/>
                  </a:cubicBezTo>
                  <a:cubicBezTo>
                    <a:pt x="21067590" y="16507650"/>
                    <a:pt x="20712819" y="16311034"/>
                    <a:pt x="20275431" y="16311034"/>
                  </a:cubicBezTo>
                  <a:close/>
                  <a:moveTo>
                    <a:pt x="30017064" y="16311034"/>
                  </a:moveTo>
                  <a:cubicBezTo>
                    <a:pt x="29579674" y="16311034"/>
                    <a:pt x="29224905" y="16507650"/>
                    <a:pt x="29224905" y="16750052"/>
                  </a:cubicBezTo>
                  <a:cubicBezTo>
                    <a:pt x="29224905" y="16992454"/>
                    <a:pt x="29579674" y="17189070"/>
                    <a:pt x="30017064" y="17189070"/>
                  </a:cubicBezTo>
                  <a:cubicBezTo>
                    <a:pt x="30454454" y="17189070"/>
                    <a:pt x="30809226" y="16992454"/>
                    <a:pt x="30809226" y="16750052"/>
                  </a:cubicBezTo>
                  <a:cubicBezTo>
                    <a:pt x="30809226" y="16507650"/>
                    <a:pt x="30454454" y="16311034"/>
                    <a:pt x="30017064" y="16311034"/>
                  </a:cubicBezTo>
                  <a:close/>
                </a:path>
              </a:pathLst>
            </a:custGeom>
            <a:solidFill>
              <a:srgbClr val="B4F0F0">
                <a:alpha val="40000"/>
              </a:srgbClr>
            </a:solidFill>
          </p:spPr>
        </p:sp>
      </p:grpSp>
      <p:grpSp>
        <p:nvGrpSpPr>
          <p:cNvPr name="Group 4" id="4"/>
          <p:cNvGrpSpPr/>
          <p:nvPr/>
        </p:nvGrpSpPr>
        <p:grpSpPr>
          <a:xfrm rot="0">
            <a:off x="3153508" y="1262650"/>
            <a:ext cx="11980983" cy="1782011"/>
            <a:chOff x="0" y="0"/>
            <a:chExt cx="49597592" cy="7376979"/>
          </a:xfrm>
        </p:grpSpPr>
        <p:sp>
          <p:nvSpPr>
            <p:cNvPr name="Freeform 5" id="5"/>
            <p:cNvSpPr/>
            <p:nvPr/>
          </p:nvSpPr>
          <p:spPr>
            <a:xfrm flipH="false" flipV="false" rot="0">
              <a:off x="72390" y="72390"/>
              <a:ext cx="49452813" cy="7232199"/>
            </a:xfrm>
            <a:custGeom>
              <a:avLst/>
              <a:gdLst/>
              <a:ahLst/>
              <a:cxnLst/>
              <a:rect r="r" b="b" t="t" l="l"/>
              <a:pathLst>
                <a:path h="7232199" w="49452813">
                  <a:moveTo>
                    <a:pt x="0" y="0"/>
                  </a:moveTo>
                  <a:lnTo>
                    <a:pt x="49452813" y="0"/>
                  </a:lnTo>
                  <a:lnTo>
                    <a:pt x="49452813" y="7232199"/>
                  </a:lnTo>
                  <a:lnTo>
                    <a:pt x="0" y="7232199"/>
                  </a:lnTo>
                  <a:lnTo>
                    <a:pt x="0" y="0"/>
                  </a:lnTo>
                  <a:close/>
                </a:path>
              </a:pathLst>
            </a:custGeom>
            <a:solidFill>
              <a:srgbClr val="0F1C91"/>
            </a:solidFill>
          </p:spPr>
        </p:sp>
        <p:sp>
          <p:nvSpPr>
            <p:cNvPr name="Freeform 6" id="6"/>
            <p:cNvSpPr/>
            <p:nvPr/>
          </p:nvSpPr>
          <p:spPr>
            <a:xfrm flipH="false" flipV="false" rot="0">
              <a:off x="0" y="0"/>
              <a:ext cx="49597593" cy="7376978"/>
            </a:xfrm>
            <a:custGeom>
              <a:avLst/>
              <a:gdLst/>
              <a:ahLst/>
              <a:cxnLst/>
              <a:rect r="r" b="b" t="t" l="l"/>
              <a:pathLst>
                <a:path h="7376978" w="49597593">
                  <a:moveTo>
                    <a:pt x="49452811" y="7232199"/>
                  </a:moveTo>
                  <a:lnTo>
                    <a:pt x="49597593" y="7232199"/>
                  </a:lnTo>
                  <a:lnTo>
                    <a:pt x="49597593" y="7376978"/>
                  </a:lnTo>
                  <a:lnTo>
                    <a:pt x="49452811" y="7376978"/>
                  </a:lnTo>
                  <a:lnTo>
                    <a:pt x="49452811" y="7232199"/>
                  </a:lnTo>
                  <a:close/>
                  <a:moveTo>
                    <a:pt x="0" y="144780"/>
                  </a:moveTo>
                  <a:lnTo>
                    <a:pt x="144780" y="144780"/>
                  </a:lnTo>
                  <a:lnTo>
                    <a:pt x="144780" y="7232199"/>
                  </a:lnTo>
                  <a:lnTo>
                    <a:pt x="0" y="7232199"/>
                  </a:lnTo>
                  <a:lnTo>
                    <a:pt x="0" y="144780"/>
                  </a:lnTo>
                  <a:close/>
                  <a:moveTo>
                    <a:pt x="0" y="7232199"/>
                  </a:moveTo>
                  <a:lnTo>
                    <a:pt x="144780" y="7232199"/>
                  </a:lnTo>
                  <a:lnTo>
                    <a:pt x="144780" y="7376978"/>
                  </a:lnTo>
                  <a:lnTo>
                    <a:pt x="0" y="7376978"/>
                  </a:lnTo>
                  <a:lnTo>
                    <a:pt x="0" y="7232199"/>
                  </a:lnTo>
                  <a:close/>
                  <a:moveTo>
                    <a:pt x="49452811" y="144780"/>
                  </a:moveTo>
                  <a:lnTo>
                    <a:pt x="49597593" y="144780"/>
                  </a:lnTo>
                  <a:lnTo>
                    <a:pt x="49597593" y="7232199"/>
                  </a:lnTo>
                  <a:lnTo>
                    <a:pt x="49452811" y="7232199"/>
                  </a:lnTo>
                  <a:lnTo>
                    <a:pt x="49452811" y="144780"/>
                  </a:lnTo>
                  <a:close/>
                  <a:moveTo>
                    <a:pt x="144780" y="7232199"/>
                  </a:moveTo>
                  <a:lnTo>
                    <a:pt x="49452811" y="7232199"/>
                  </a:lnTo>
                  <a:lnTo>
                    <a:pt x="49452811" y="7376978"/>
                  </a:lnTo>
                  <a:lnTo>
                    <a:pt x="144780" y="7376978"/>
                  </a:lnTo>
                  <a:lnTo>
                    <a:pt x="144780" y="7232199"/>
                  </a:lnTo>
                  <a:close/>
                  <a:moveTo>
                    <a:pt x="49452811" y="0"/>
                  </a:moveTo>
                  <a:lnTo>
                    <a:pt x="49597593" y="0"/>
                  </a:lnTo>
                  <a:lnTo>
                    <a:pt x="49597593" y="144780"/>
                  </a:lnTo>
                  <a:lnTo>
                    <a:pt x="49452811" y="144780"/>
                  </a:lnTo>
                  <a:lnTo>
                    <a:pt x="49452811" y="0"/>
                  </a:lnTo>
                  <a:close/>
                  <a:moveTo>
                    <a:pt x="0" y="0"/>
                  </a:moveTo>
                  <a:lnTo>
                    <a:pt x="144780" y="0"/>
                  </a:lnTo>
                  <a:lnTo>
                    <a:pt x="144780" y="144780"/>
                  </a:lnTo>
                  <a:lnTo>
                    <a:pt x="0" y="144780"/>
                  </a:lnTo>
                  <a:lnTo>
                    <a:pt x="0" y="0"/>
                  </a:lnTo>
                  <a:close/>
                  <a:moveTo>
                    <a:pt x="144780" y="0"/>
                  </a:moveTo>
                  <a:lnTo>
                    <a:pt x="49452811" y="0"/>
                  </a:lnTo>
                  <a:lnTo>
                    <a:pt x="49452811" y="144780"/>
                  </a:lnTo>
                  <a:lnTo>
                    <a:pt x="144780" y="144780"/>
                  </a:lnTo>
                  <a:lnTo>
                    <a:pt x="144780" y="0"/>
                  </a:lnTo>
                  <a:close/>
                </a:path>
              </a:pathLst>
            </a:custGeom>
            <a:solidFill>
              <a:srgbClr val="B4F0F0"/>
            </a:solidFill>
          </p:spPr>
        </p:sp>
      </p:grpSp>
      <p:sp>
        <p:nvSpPr>
          <p:cNvPr name="AutoShape 7" id="7"/>
          <p:cNvSpPr/>
          <p:nvPr/>
        </p:nvSpPr>
        <p:spPr>
          <a:xfrm rot="0">
            <a:off x="3302650" y="1028700"/>
            <a:ext cx="11682701" cy="1876330"/>
          </a:xfrm>
          <a:prstGeom prst="rect">
            <a:avLst/>
          </a:prstGeom>
          <a:solidFill>
            <a:srgbClr val="FFE6FF"/>
          </a:solidFill>
        </p:spPr>
      </p:sp>
      <p:sp>
        <p:nvSpPr>
          <p:cNvPr name="TextBox 8" id="8"/>
          <p:cNvSpPr txBox="true"/>
          <p:nvPr/>
        </p:nvSpPr>
        <p:spPr>
          <a:xfrm rot="0">
            <a:off x="3658394" y="1701118"/>
            <a:ext cx="10971212" cy="626745"/>
          </a:xfrm>
          <a:prstGeom prst="rect">
            <a:avLst/>
          </a:prstGeom>
        </p:spPr>
        <p:txBody>
          <a:bodyPr anchor="t" rtlCol="false" tIns="0" lIns="0" bIns="0" rIns="0">
            <a:spAutoFit/>
          </a:bodyPr>
          <a:lstStyle/>
          <a:p>
            <a:pPr algn="ctr">
              <a:lnSpc>
                <a:spcPts val="4799"/>
              </a:lnSpc>
            </a:pPr>
            <a:r>
              <a:rPr lang="en-US" sz="4799">
                <a:solidFill>
                  <a:srgbClr val="0B1786"/>
                </a:solidFill>
                <a:latin typeface="DM Sans Bold"/>
              </a:rPr>
              <a:t>HTML STRUCTURE</a:t>
            </a:r>
          </a:p>
        </p:txBody>
      </p:sp>
      <p:grpSp>
        <p:nvGrpSpPr>
          <p:cNvPr name="Group 9" id="9"/>
          <p:cNvGrpSpPr/>
          <p:nvPr/>
        </p:nvGrpSpPr>
        <p:grpSpPr>
          <a:xfrm rot="0">
            <a:off x="1028700" y="3798650"/>
            <a:ext cx="16230600" cy="6207807"/>
            <a:chOff x="0" y="0"/>
            <a:chExt cx="67189701" cy="25698414"/>
          </a:xfrm>
        </p:grpSpPr>
        <p:sp>
          <p:nvSpPr>
            <p:cNvPr name="Freeform 10" id="10"/>
            <p:cNvSpPr/>
            <p:nvPr/>
          </p:nvSpPr>
          <p:spPr>
            <a:xfrm flipH="false" flipV="false" rot="0">
              <a:off x="72390" y="72390"/>
              <a:ext cx="67044921" cy="25553635"/>
            </a:xfrm>
            <a:custGeom>
              <a:avLst/>
              <a:gdLst/>
              <a:ahLst/>
              <a:cxnLst/>
              <a:rect r="r" b="b" t="t" l="l"/>
              <a:pathLst>
                <a:path h="25553635" w="67044921">
                  <a:moveTo>
                    <a:pt x="0" y="0"/>
                  </a:moveTo>
                  <a:lnTo>
                    <a:pt x="67044921" y="0"/>
                  </a:lnTo>
                  <a:lnTo>
                    <a:pt x="67044921" y="25553635"/>
                  </a:lnTo>
                  <a:lnTo>
                    <a:pt x="0" y="25553635"/>
                  </a:lnTo>
                  <a:lnTo>
                    <a:pt x="0" y="0"/>
                  </a:lnTo>
                  <a:close/>
                </a:path>
              </a:pathLst>
            </a:custGeom>
            <a:solidFill>
              <a:srgbClr val="0F1C91"/>
            </a:solidFill>
          </p:spPr>
        </p:sp>
        <p:sp>
          <p:nvSpPr>
            <p:cNvPr name="Freeform 11" id="11"/>
            <p:cNvSpPr/>
            <p:nvPr/>
          </p:nvSpPr>
          <p:spPr>
            <a:xfrm flipH="false" flipV="false" rot="0">
              <a:off x="0" y="0"/>
              <a:ext cx="67189703" cy="25698414"/>
            </a:xfrm>
            <a:custGeom>
              <a:avLst/>
              <a:gdLst/>
              <a:ahLst/>
              <a:cxnLst/>
              <a:rect r="r" b="b" t="t" l="l"/>
              <a:pathLst>
                <a:path h="25698414" w="67189703">
                  <a:moveTo>
                    <a:pt x="67044919" y="25553634"/>
                  </a:moveTo>
                  <a:lnTo>
                    <a:pt x="67189703" y="25553634"/>
                  </a:lnTo>
                  <a:lnTo>
                    <a:pt x="67189703" y="25698414"/>
                  </a:lnTo>
                  <a:lnTo>
                    <a:pt x="67044919" y="25698414"/>
                  </a:lnTo>
                  <a:lnTo>
                    <a:pt x="67044919" y="25553634"/>
                  </a:lnTo>
                  <a:close/>
                  <a:moveTo>
                    <a:pt x="0" y="144780"/>
                  </a:moveTo>
                  <a:lnTo>
                    <a:pt x="144780" y="144780"/>
                  </a:lnTo>
                  <a:lnTo>
                    <a:pt x="144780" y="25553634"/>
                  </a:lnTo>
                  <a:lnTo>
                    <a:pt x="0" y="25553634"/>
                  </a:lnTo>
                  <a:lnTo>
                    <a:pt x="0" y="144780"/>
                  </a:lnTo>
                  <a:close/>
                  <a:moveTo>
                    <a:pt x="0" y="25553634"/>
                  </a:moveTo>
                  <a:lnTo>
                    <a:pt x="144780" y="25553634"/>
                  </a:lnTo>
                  <a:lnTo>
                    <a:pt x="144780" y="25698414"/>
                  </a:lnTo>
                  <a:lnTo>
                    <a:pt x="0" y="25698414"/>
                  </a:lnTo>
                  <a:lnTo>
                    <a:pt x="0" y="25553634"/>
                  </a:lnTo>
                  <a:close/>
                  <a:moveTo>
                    <a:pt x="67044919" y="144780"/>
                  </a:moveTo>
                  <a:lnTo>
                    <a:pt x="67189703" y="144780"/>
                  </a:lnTo>
                  <a:lnTo>
                    <a:pt x="67189703" y="25553634"/>
                  </a:lnTo>
                  <a:lnTo>
                    <a:pt x="67044919" y="25553634"/>
                  </a:lnTo>
                  <a:lnTo>
                    <a:pt x="67044919" y="144780"/>
                  </a:lnTo>
                  <a:close/>
                  <a:moveTo>
                    <a:pt x="144780" y="25553634"/>
                  </a:moveTo>
                  <a:lnTo>
                    <a:pt x="67044919" y="25553634"/>
                  </a:lnTo>
                  <a:lnTo>
                    <a:pt x="67044919" y="25698414"/>
                  </a:lnTo>
                  <a:lnTo>
                    <a:pt x="144780" y="25698414"/>
                  </a:lnTo>
                  <a:lnTo>
                    <a:pt x="144780" y="25553634"/>
                  </a:lnTo>
                  <a:close/>
                  <a:moveTo>
                    <a:pt x="67044919" y="0"/>
                  </a:moveTo>
                  <a:lnTo>
                    <a:pt x="67189703" y="0"/>
                  </a:lnTo>
                  <a:lnTo>
                    <a:pt x="67189703" y="144780"/>
                  </a:lnTo>
                  <a:lnTo>
                    <a:pt x="67044919" y="144780"/>
                  </a:lnTo>
                  <a:lnTo>
                    <a:pt x="67044919" y="0"/>
                  </a:lnTo>
                  <a:close/>
                  <a:moveTo>
                    <a:pt x="0" y="0"/>
                  </a:moveTo>
                  <a:lnTo>
                    <a:pt x="144780" y="0"/>
                  </a:lnTo>
                  <a:lnTo>
                    <a:pt x="144780" y="144780"/>
                  </a:lnTo>
                  <a:lnTo>
                    <a:pt x="0" y="144780"/>
                  </a:lnTo>
                  <a:lnTo>
                    <a:pt x="0" y="0"/>
                  </a:lnTo>
                  <a:close/>
                  <a:moveTo>
                    <a:pt x="144780" y="0"/>
                  </a:moveTo>
                  <a:lnTo>
                    <a:pt x="67044919" y="0"/>
                  </a:lnTo>
                  <a:lnTo>
                    <a:pt x="67044919" y="144780"/>
                  </a:lnTo>
                  <a:lnTo>
                    <a:pt x="144780" y="144780"/>
                  </a:lnTo>
                  <a:lnTo>
                    <a:pt x="144780" y="0"/>
                  </a:lnTo>
                  <a:close/>
                </a:path>
              </a:pathLst>
            </a:custGeom>
            <a:solidFill>
              <a:srgbClr val="B4F0F0"/>
            </a:solidFill>
          </p:spPr>
        </p:sp>
      </p:grpSp>
      <p:sp>
        <p:nvSpPr>
          <p:cNvPr name="AutoShape 12" id="12"/>
          <p:cNvSpPr/>
          <p:nvPr/>
        </p:nvSpPr>
        <p:spPr>
          <a:xfrm rot="0">
            <a:off x="1194206" y="3688119"/>
            <a:ext cx="15899587" cy="6318337"/>
          </a:xfrm>
          <a:prstGeom prst="rect">
            <a:avLst/>
          </a:prstGeom>
          <a:solidFill>
            <a:srgbClr val="B4F0F0"/>
          </a:solidFill>
        </p:spPr>
      </p:sp>
      <p:sp>
        <p:nvSpPr>
          <p:cNvPr name="TextBox 13" id="13"/>
          <p:cNvSpPr txBox="true"/>
          <p:nvPr/>
        </p:nvSpPr>
        <p:spPr>
          <a:xfrm rot="0">
            <a:off x="2286243" y="3722450"/>
            <a:ext cx="13715515" cy="6647180"/>
          </a:xfrm>
          <a:prstGeom prst="rect">
            <a:avLst/>
          </a:prstGeom>
        </p:spPr>
        <p:txBody>
          <a:bodyPr anchor="t" rtlCol="false" tIns="0" lIns="0" bIns="0" rIns="0">
            <a:spAutoFit/>
          </a:bodyPr>
          <a:lstStyle/>
          <a:p>
            <a:pPr algn="just">
              <a:lnSpc>
                <a:spcPts val="5319"/>
              </a:lnSpc>
            </a:pPr>
            <a:r>
              <a:rPr lang="en-US" sz="3799">
                <a:solidFill>
                  <a:srgbClr val="0B1786"/>
                </a:solidFill>
                <a:latin typeface="DM Sans"/>
              </a:rPr>
              <a:t>The HTML file for the temperature converter is structured into several key sections:</a:t>
            </a:r>
          </a:p>
          <a:p>
            <a:pPr algn="just" marL="820419" indent="-410209" lvl="1">
              <a:lnSpc>
                <a:spcPts val="5319"/>
              </a:lnSpc>
              <a:buFont typeface="Arial"/>
              <a:buChar char="•"/>
            </a:pPr>
            <a:r>
              <a:rPr lang="en-US" sz="3799">
                <a:solidFill>
                  <a:srgbClr val="0B1786"/>
                </a:solidFill>
                <a:latin typeface="DM Sans"/>
              </a:rPr>
              <a:t>Input Field: Allows users to enter a temperature value.</a:t>
            </a:r>
          </a:p>
          <a:p>
            <a:pPr algn="just" marL="820419" indent="-410209" lvl="1">
              <a:lnSpc>
                <a:spcPts val="5319"/>
              </a:lnSpc>
              <a:buFont typeface="Arial"/>
              <a:buChar char="•"/>
            </a:pPr>
            <a:r>
              <a:rPr lang="en-US" sz="3799">
                <a:solidFill>
                  <a:srgbClr val="0B1786"/>
                </a:solidFill>
                <a:latin typeface="DM Sans"/>
              </a:rPr>
              <a:t>Dropdown Menus: Enable users to select the units to convert from and to.</a:t>
            </a:r>
          </a:p>
          <a:p>
            <a:pPr algn="just" marL="820419" indent="-410209" lvl="1">
              <a:lnSpc>
                <a:spcPts val="5319"/>
              </a:lnSpc>
              <a:buFont typeface="Arial"/>
              <a:buChar char="•"/>
            </a:pPr>
            <a:r>
              <a:rPr lang="en-US" sz="3799">
                <a:solidFill>
                  <a:srgbClr val="0B1786"/>
                </a:solidFill>
                <a:latin typeface="DM Sans"/>
              </a:rPr>
              <a:t>Convert Button: Triggers the conversion process when clicked.</a:t>
            </a:r>
          </a:p>
          <a:p>
            <a:pPr algn="just" marL="820419" indent="-410209" lvl="1">
              <a:lnSpc>
                <a:spcPts val="5319"/>
              </a:lnSpc>
              <a:buFont typeface="Arial"/>
              <a:buChar char="•"/>
            </a:pPr>
            <a:r>
              <a:rPr lang="en-US" sz="3799">
                <a:solidFill>
                  <a:srgbClr val="0B1786"/>
                </a:solidFill>
                <a:latin typeface="DM Sans"/>
              </a:rPr>
              <a:t>Result Display: Shows the converted temperature and unit for easy viewing.</a:t>
            </a:r>
          </a:p>
          <a:p>
            <a:pPr algn="just">
              <a:lnSpc>
                <a:spcPts val="5319"/>
              </a:lnSpc>
            </a:pPr>
          </a:p>
        </p:txBody>
      </p:sp>
    </p:spTree>
  </p:cSld>
  <p:clrMapOvr>
    <a:masterClrMapping/>
  </p:clrMapOvr>
</p:sld>
</file>

<file path=ppt/slides/slide32.xml><?xml version="1.0" encoding="utf-8"?>
<p:sld xmlns:p="http://schemas.openxmlformats.org/presentationml/2006/main" xmlns:a="http://schemas.openxmlformats.org/drawingml/2006/main">
  <p:cSld>
    <p:bg>
      <p:bgPr>
        <a:solidFill>
          <a:srgbClr val="0F1C91"/>
        </a:solidFill>
      </p:bgPr>
    </p:bg>
    <p:spTree>
      <p:nvGrpSpPr>
        <p:cNvPr id="1" name=""/>
        <p:cNvGrpSpPr/>
        <p:nvPr/>
      </p:nvGrpSpPr>
      <p:grpSpPr>
        <a:xfrm>
          <a:off x="0" y="0"/>
          <a:ext cx="0" cy="0"/>
          <a:chOff x="0" y="0"/>
          <a:chExt cx="0" cy="0"/>
        </a:xfrm>
      </p:grpSpPr>
      <p:grpSp>
        <p:nvGrpSpPr>
          <p:cNvPr name="Group 2" id="2"/>
          <p:cNvGrpSpPr/>
          <p:nvPr/>
        </p:nvGrpSpPr>
        <p:grpSpPr>
          <a:xfrm rot="0">
            <a:off x="66675" y="80294"/>
            <a:ext cx="18288000" cy="10206706"/>
            <a:chOff x="0" y="0"/>
            <a:chExt cx="2036572" cy="2050923"/>
          </a:xfrm>
        </p:grpSpPr>
        <p:sp>
          <p:nvSpPr>
            <p:cNvPr name="Freeform 3" id="3"/>
            <p:cNvSpPr/>
            <p:nvPr/>
          </p:nvSpPr>
          <p:spPr>
            <a:xfrm flipH="false" flipV="false" rot="0">
              <a:off x="0" y="0"/>
              <a:ext cx="30809226" cy="17189070"/>
            </a:xfrm>
            <a:custGeom>
              <a:avLst/>
              <a:gdLst/>
              <a:ahLst/>
              <a:cxnLst/>
              <a:rect r="r" b="b" t="t" l="l"/>
              <a:pathLst>
                <a:path h="17189070" w="30809226">
                  <a:moveTo>
                    <a:pt x="1584322" y="439019"/>
                  </a:moveTo>
                  <a:cubicBezTo>
                    <a:pt x="1584322" y="681422"/>
                    <a:pt x="1229550" y="878038"/>
                    <a:pt x="792161" y="878038"/>
                  </a:cubicBezTo>
                  <a:cubicBezTo>
                    <a:pt x="354771" y="878038"/>
                    <a:pt x="0" y="681422"/>
                    <a:pt x="0" y="439019"/>
                  </a:cubicBezTo>
                  <a:cubicBezTo>
                    <a:pt x="0" y="196616"/>
                    <a:pt x="354771" y="0"/>
                    <a:pt x="792161" y="0"/>
                  </a:cubicBezTo>
                  <a:cubicBezTo>
                    <a:pt x="1229550" y="0"/>
                    <a:pt x="1584322" y="196616"/>
                    <a:pt x="1584322" y="439019"/>
                  </a:cubicBezTo>
                  <a:close/>
                  <a:moveTo>
                    <a:pt x="10533795" y="0"/>
                  </a:moveTo>
                  <a:cubicBezTo>
                    <a:pt x="10096406" y="0"/>
                    <a:pt x="9741635" y="196616"/>
                    <a:pt x="9741635" y="439019"/>
                  </a:cubicBezTo>
                  <a:cubicBezTo>
                    <a:pt x="9741635" y="681422"/>
                    <a:pt x="10096406" y="878038"/>
                    <a:pt x="10533795" y="878038"/>
                  </a:cubicBezTo>
                  <a:cubicBezTo>
                    <a:pt x="10971185" y="878038"/>
                    <a:pt x="11325956" y="681422"/>
                    <a:pt x="11325956" y="439019"/>
                  </a:cubicBezTo>
                  <a:cubicBezTo>
                    <a:pt x="11325957" y="196616"/>
                    <a:pt x="10971185" y="0"/>
                    <a:pt x="10533795" y="0"/>
                  </a:cubicBezTo>
                  <a:close/>
                  <a:moveTo>
                    <a:pt x="20275431" y="0"/>
                  </a:moveTo>
                  <a:cubicBezTo>
                    <a:pt x="19838040" y="0"/>
                    <a:pt x="19483270" y="196616"/>
                    <a:pt x="19483270" y="439019"/>
                  </a:cubicBezTo>
                  <a:cubicBezTo>
                    <a:pt x="19483270" y="681422"/>
                    <a:pt x="19838040" y="878038"/>
                    <a:pt x="20275431" y="878038"/>
                  </a:cubicBezTo>
                  <a:cubicBezTo>
                    <a:pt x="20712821" y="878038"/>
                    <a:pt x="21067593" y="681422"/>
                    <a:pt x="21067593" y="439019"/>
                  </a:cubicBezTo>
                  <a:cubicBezTo>
                    <a:pt x="21067590" y="196616"/>
                    <a:pt x="20712819" y="0"/>
                    <a:pt x="20275431" y="0"/>
                  </a:cubicBezTo>
                  <a:close/>
                  <a:moveTo>
                    <a:pt x="30017064" y="878038"/>
                  </a:moveTo>
                  <a:cubicBezTo>
                    <a:pt x="30454454" y="878038"/>
                    <a:pt x="30809226" y="681422"/>
                    <a:pt x="30809226" y="439019"/>
                  </a:cubicBezTo>
                  <a:cubicBezTo>
                    <a:pt x="30809226" y="196616"/>
                    <a:pt x="30454454" y="0"/>
                    <a:pt x="30017064" y="0"/>
                  </a:cubicBezTo>
                  <a:cubicBezTo>
                    <a:pt x="29579674" y="0"/>
                    <a:pt x="29224905" y="196616"/>
                    <a:pt x="29224905" y="439019"/>
                  </a:cubicBezTo>
                  <a:cubicBezTo>
                    <a:pt x="29224905" y="681422"/>
                    <a:pt x="29579677" y="878038"/>
                    <a:pt x="30017064" y="878038"/>
                  </a:cubicBezTo>
                  <a:close/>
                  <a:moveTo>
                    <a:pt x="792161" y="5436562"/>
                  </a:moveTo>
                  <a:cubicBezTo>
                    <a:pt x="354771" y="5436562"/>
                    <a:pt x="0" y="5633177"/>
                    <a:pt x="0" y="5875581"/>
                  </a:cubicBezTo>
                  <a:cubicBezTo>
                    <a:pt x="0" y="6117984"/>
                    <a:pt x="354771" y="6314600"/>
                    <a:pt x="792161" y="6314600"/>
                  </a:cubicBezTo>
                  <a:cubicBezTo>
                    <a:pt x="1229550" y="6314600"/>
                    <a:pt x="1584322" y="6117984"/>
                    <a:pt x="1584322" y="5875581"/>
                  </a:cubicBezTo>
                  <a:cubicBezTo>
                    <a:pt x="1584322" y="5633178"/>
                    <a:pt x="1229550" y="5436562"/>
                    <a:pt x="792161" y="5436562"/>
                  </a:cubicBezTo>
                  <a:close/>
                  <a:moveTo>
                    <a:pt x="10533795" y="5436562"/>
                  </a:moveTo>
                  <a:cubicBezTo>
                    <a:pt x="10096406" y="5436562"/>
                    <a:pt x="9741635" y="5633177"/>
                    <a:pt x="9741635" y="5875581"/>
                  </a:cubicBezTo>
                  <a:cubicBezTo>
                    <a:pt x="9741635" y="6117984"/>
                    <a:pt x="10096406" y="6314600"/>
                    <a:pt x="10533795" y="6314600"/>
                  </a:cubicBezTo>
                  <a:cubicBezTo>
                    <a:pt x="10971185" y="6314600"/>
                    <a:pt x="11325956" y="6117984"/>
                    <a:pt x="11325956" y="5875581"/>
                  </a:cubicBezTo>
                  <a:cubicBezTo>
                    <a:pt x="11325957" y="5633178"/>
                    <a:pt x="10971185" y="5436562"/>
                    <a:pt x="10533795" y="5436562"/>
                  </a:cubicBezTo>
                  <a:close/>
                  <a:moveTo>
                    <a:pt x="20275431" y="5436562"/>
                  </a:moveTo>
                  <a:cubicBezTo>
                    <a:pt x="19838040" y="5436562"/>
                    <a:pt x="19483270" y="5633177"/>
                    <a:pt x="19483270" y="5875581"/>
                  </a:cubicBezTo>
                  <a:cubicBezTo>
                    <a:pt x="19483270" y="6117984"/>
                    <a:pt x="19838040" y="6314600"/>
                    <a:pt x="20275431" y="6314600"/>
                  </a:cubicBezTo>
                  <a:cubicBezTo>
                    <a:pt x="20712821" y="6314600"/>
                    <a:pt x="21067593" y="6117984"/>
                    <a:pt x="21067593" y="5875581"/>
                  </a:cubicBezTo>
                  <a:cubicBezTo>
                    <a:pt x="21067590" y="5633178"/>
                    <a:pt x="20712819" y="5436562"/>
                    <a:pt x="20275431" y="5436562"/>
                  </a:cubicBezTo>
                  <a:close/>
                  <a:moveTo>
                    <a:pt x="30017064" y="5436562"/>
                  </a:moveTo>
                  <a:cubicBezTo>
                    <a:pt x="29579674" y="5436562"/>
                    <a:pt x="29224905" y="5633177"/>
                    <a:pt x="29224905" y="5875581"/>
                  </a:cubicBezTo>
                  <a:cubicBezTo>
                    <a:pt x="29224905" y="6117984"/>
                    <a:pt x="29579674" y="6314600"/>
                    <a:pt x="30017064" y="6314600"/>
                  </a:cubicBezTo>
                  <a:cubicBezTo>
                    <a:pt x="30454454" y="6314600"/>
                    <a:pt x="30809226" y="6117984"/>
                    <a:pt x="30809226" y="5875581"/>
                  </a:cubicBezTo>
                  <a:cubicBezTo>
                    <a:pt x="30809226" y="5633178"/>
                    <a:pt x="30454454" y="5436562"/>
                    <a:pt x="30017064" y="5436562"/>
                  </a:cubicBezTo>
                  <a:close/>
                  <a:moveTo>
                    <a:pt x="792161" y="10874471"/>
                  </a:moveTo>
                  <a:cubicBezTo>
                    <a:pt x="354771" y="10874471"/>
                    <a:pt x="0" y="11071086"/>
                    <a:pt x="0" y="11313490"/>
                  </a:cubicBezTo>
                  <a:cubicBezTo>
                    <a:pt x="0" y="11555892"/>
                    <a:pt x="354771" y="11752508"/>
                    <a:pt x="792161" y="11752508"/>
                  </a:cubicBezTo>
                  <a:cubicBezTo>
                    <a:pt x="1229550" y="11752508"/>
                    <a:pt x="1584322" y="11555892"/>
                    <a:pt x="1584322" y="11313490"/>
                  </a:cubicBezTo>
                  <a:cubicBezTo>
                    <a:pt x="1584322" y="11071086"/>
                    <a:pt x="1229550" y="10874471"/>
                    <a:pt x="792161" y="10874471"/>
                  </a:cubicBezTo>
                  <a:close/>
                  <a:moveTo>
                    <a:pt x="10533795" y="10874471"/>
                  </a:moveTo>
                  <a:cubicBezTo>
                    <a:pt x="10096406" y="10874471"/>
                    <a:pt x="9741635" y="11071086"/>
                    <a:pt x="9741635" y="11313490"/>
                  </a:cubicBezTo>
                  <a:cubicBezTo>
                    <a:pt x="9741635" y="11555892"/>
                    <a:pt x="10096406" y="11752508"/>
                    <a:pt x="10533795" y="11752508"/>
                  </a:cubicBezTo>
                  <a:cubicBezTo>
                    <a:pt x="10971185" y="11752508"/>
                    <a:pt x="11325956" y="11555892"/>
                    <a:pt x="11325956" y="11313490"/>
                  </a:cubicBezTo>
                  <a:cubicBezTo>
                    <a:pt x="11325957" y="11071086"/>
                    <a:pt x="10971185" y="10874471"/>
                    <a:pt x="10533795" y="10874471"/>
                  </a:cubicBezTo>
                  <a:close/>
                  <a:moveTo>
                    <a:pt x="20275431" y="10874471"/>
                  </a:moveTo>
                  <a:cubicBezTo>
                    <a:pt x="19838040" y="10874471"/>
                    <a:pt x="19483270" y="11071086"/>
                    <a:pt x="19483270" y="11313490"/>
                  </a:cubicBezTo>
                  <a:cubicBezTo>
                    <a:pt x="19483270" y="11555892"/>
                    <a:pt x="19838040" y="11752508"/>
                    <a:pt x="20275431" y="11752508"/>
                  </a:cubicBezTo>
                  <a:cubicBezTo>
                    <a:pt x="20712821" y="11752508"/>
                    <a:pt x="21067593" y="11555892"/>
                    <a:pt x="21067593" y="11313490"/>
                  </a:cubicBezTo>
                  <a:cubicBezTo>
                    <a:pt x="21067590" y="11071086"/>
                    <a:pt x="20712819" y="10874471"/>
                    <a:pt x="20275431" y="10874471"/>
                  </a:cubicBezTo>
                  <a:close/>
                  <a:moveTo>
                    <a:pt x="30017064" y="10874471"/>
                  </a:moveTo>
                  <a:cubicBezTo>
                    <a:pt x="29579674" y="10874471"/>
                    <a:pt x="29224905" y="11071086"/>
                    <a:pt x="29224905" y="11313490"/>
                  </a:cubicBezTo>
                  <a:cubicBezTo>
                    <a:pt x="29224905" y="11555892"/>
                    <a:pt x="29579674" y="11752508"/>
                    <a:pt x="30017064" y="11752508"/>
                  </a:cubicBezTo>
                  <a:cubicBezTo>
                    <a:pt x="30454454" y="11752508"/>
                    <a:pt x="30809226" y="11555892"/>
                    <a:pt x="30809226" y="11313490"/>
                  </a:cubicBezTo>
                  <a:cubicBezTo>
                    <a:pt x="30809226" y="11071086"/>
                    <a:pt x="30454454" y="10874471"/>
                    <a:pt x="30017064" y="10874471"/>
                  </a:cubicBezTo>
                  <a:close/>
                  <a:moveTo>
                    <a:pt x="792161" y="16311034"/>
                  </a:moveTo>
                  <a:cubicBezTo>
                    <a:pt x="354771" y="16311034"/>
                    <a:pt x="0" y="16507650"/>
                    <a:pt x="0" y="16750052"/>
                  </a:cubicBezTo>
                  <a:cubicBezTo>
                    <a:pt x="0" y="16992454"/>
                    <a:pt x="354771" y="17189070"/>
                    <a:pt x="792161" y="17189070"/>
                  </a:cubicBezTo>
                  <a:cubicBezTo>
                    <a:pt x="1229550" y="17189070"/>
                    <a:pt x="1584322" y="16992454"/>
                    <a:pt x="1584322" y="16750052"/>
                  </a:cubicBezTo>
                  <a:cubicBezTo>
                    <a:pt x="1584322" y="16507650"/>
                    <a:pt x="1229550" y="16311034"/>
                    <a:pt x="792161" y="16311034"/>
                  </a:cubicBezTo>
                  <a:close/>
                  <a:moveTo>
                    <a:pt x="10533795" y="16311034"/>
                  </a:moveTo>
                  <a:cubicBezTo>
                    <a:pt x="10096406" y="16311034"/>
                    <a:pt x="9741635" y="16507650"/>
                    <a:pt x="9741635" y="16750052"/>
                  </a:cubicBezTo>
                  <a:cubicBezTo>
                    <a:pt x="9741635" y="16992454"/>
                    <a:pt x="10096406" y="17189070"/>
                    <a:pt x="10533795" y="17189070"/>
                  </a:cubicBezTo>
                  <a:cubicBezTo>
                    <a:pt x="10971185" y="17189070"/>
                    <a:pt x="11325956" y="16992454"/>
                    <a:pt x="11325956" y="16750052"/>
                  </a:cubicBezTo>
                  <a:cubicBezTo>
                    <a:pt x="11325957" y="16507650"/>
                    <a:pt x="10971185" y="16311034"/>
                    <a:pt x="10533795" y="16311034"/>
                  </a:cubicBezTo>
                  <a:close/>
                  <a:moveTo>
                    <a:pt x="20275431" y="16311034"/>
                  </a:moveTo>
                  <a:cubicBezTo>
                    <a:pt x="19838040" y="16311034"/>
                    <a:pt x="19483270" y="16507650"/>
                    <a:pt x="19483270" y="16750052"/>
                  </a:cubicBezTo>
                  <a:cubicBezTo>
                    <a:pt x="19483270" y="16992454"/>
                    <a:pt x="19838040" y="17189070"/>
                    <a:pt x="20275431" y="17189070"/>
                  </a:cubicBezTo>
                  <a:cubicBezTo>
                    <a:pt x="20712821" y="17189070"/>
                    <a:pt x="21067593" y="16992454"/>
                    <a:pt x="21067593" y="16750052"/>
                  </a:cubicBezTo>
                  <a:cubicBezTo>
                    <a:pt x="21067590" y="16507650"/>
                    <a:pt x="20712819" y="16311034"/>
                    <a:pt x="20275431" y="16311034"/>
                  </a:cubicBezTo>
                  <a:close/>
                  <a:moveTo>
                    <a:pt x="30017064" y="16311034"/>
                  </a:moveTo>
                  <a:cubicBezTo>
                    <a:pt x="29579674" y="16311034"/>
                    <a:pt x="29224905" y="16507650"/>
                    <a:pt x="29224905" y="16750052"/>
                  </a:cubicBezTo>
                  <a:cubicBezTo>
                    <a:pt x="29224905" y="16992454"/>
                    <a:pt x="29579674" y="17189070"/>
                    <a:pt x="30017064" y="17189070"/>
                  </a:cubicBezTo>
                  <a:cubicBezTo>
                    <a:pt x="30454454" y="17189070"/>
                    <a:pt x="30809226" y="16992454"/>
                    <a:pt x="30809226" y="16750052"/>
                  </a:cubicBezTo>
                  <a:cubicBezTo>
                    <a:pt x="30809226" y="16507650"/>
                    <a:pt x="30454454" y="16311034"/>
                    <a:pt x="30017064" y="16311034"/>
                  </a:cubicBezTo>
                  <a:close/>
                </a:path>
              </a:pathLst>
            </a:custGeom>
            <a:solidFill>
              <a:srgbClr val="FFE6FF">
                <a:alpha val="49804"/>
              </a:srgbClr>
            </a:solidFill>
          </p:spPr>
        </p:sp>
      </p:grpSp>
      <p:grpSp>
        <p:nvGrpSpPr>
          <p:cNvPr name="Group 4" id="4"/>
          <p:cNvGrpSpPr/>
          <p:nvPr/>
        </p:nvGrpSpPr>
        <p:grpSpPr>
          <a:xfrm rot="0">
            <a:off x="1028700" y="1850104"/>
            <a:ext cx="16230600" cy="6738101"/>
            <a:chOff x="0" y="0"/>
            <a:chExt cx="67189701" cy="27893669"/>
          </a:xfrm>
        </p:grpSpPr>
        <p:sp>
          <p:nvSpPr>
            <p:cNvPr name="Freeform 5" id="5"/>
            <p:cNvSpPr/>
            <p:nvPr/>
          </p:nvSpPr>
          <p:spPr>
            <a:xfrm flipH="false" flipV="false" rot="0">
              <a:off x="72390" y="72390"/>
              <a:ext cx="67044921" cy="27748889"/>
            </a:xfrm>
            <a:custGeom>
              <a:avLst/>
              <a:gdLst/>
              <a:ahLst/>
              <a:cxnLst/>
              <a:rect r="r" b="b" t="t" l="l"/>
              <a:pathLst>
                <a:path h="27748889" w="67044921">
                  <a:moveTo>
                    <a:pt x="0" y="0"/>
                  </a:moveTo>
                  <a:lnTo>
                    <a:pt x="67044921" y="0"/>
                  </a:lnTo>
                  <a:lnTo>
                    <a:pt x="67044921" y="27748889"/>
                  </a:lnTo>
                  <a:lnTo>
                    <a:pt x="0" y="27748889"/>
                  </a:lnTo>
                  <a:lnTo>
                    <a:pt x="0" y="0"/>
                  </a:lnTo>
                  <a:close/>
                </a:path>
              </a:pathLst>
            </a:custGeom>
            <a:solidFill>
              <a:srgbClr val="0F1C91"/>
            </a:solidFill>
          </p:spPr>
        </p:sp>
        <p:sp>
          <p:nvSpPr>
            <p:cNvPr name="Freeform 6" id="6"/>
            <p:cNvSpPr/>
            <p:nvPr/>
          </p:nvSpPr>
          <p:spPr>
            <a:xfrm flipH="false" flipV="false" rot="0">
              <a:off x="0" y="0"/>
              <a:ext cx="67189703" cy="27893668"/>
            </a:xfrm>
            <a:custGeom>
              <a:avLst/>
              <a:gdLst/>
              <a:ahLst/>
              <a:cxnLst/>
              <a:rect r="r" b="b" t="t" l="l"/>
              <a:pathLst>
                <a:path h="27893668" w="67189703">
                  <a:moveTo>
                    <a:pt x="67044919" y="27748889"/>
                  </a:moveTo>
                  <a:lnTo>
                    <a:pt x="67189703" y="27748889"/>
                  </a:lnTo>
                  <a:lnTo>
                    <a:pt x="67189703" y="27893668"/>
                  </a:lnTo>
                  <a:lnTo>
                    <a:pt x="67044919" y="27893668"/>
                  </a:lnTo>
                  <a:lnTo>
                    <a:pt x="67044919" y="27748889"/>
                  </a:lnTo>
                  <a:close/>
                  <a:moveTo>
                    <a:pt x="0" y="144780"/>
                  </a:moveTo>
                  <a:lnTo>
                    <a:pt x="144780" y="144780"/>
                  </a:lnTo>
                  <a:lnTo>
                    <a:pt x="144780" y="27748889"/>
                  </a:lnTo>
                  <a:lnTo>
                    <a:pt x="0" y="27748889"/>
                  </a:lnTo>
                  <a:lnTo>
                    <a:pt x="0" y="144780"/>
                  </a:lnTo>
                  <a:close/>
                  <a:moveTo>
                    <a:pt x="0" y="27748889"/>
                  </a:moveTo>
                  <a:lnTo>
                    <a:pt x="144780" y="27748889"/>
                  </a:lnTo>
                  <a:lnTo>
                    <a:pt x="144780" y="27893668"/>
                  </a:lnTo>
                  <a:lnTo>
                    <a:pt x="0" y="27893668"/>
                  </a:lnTo>
                  <a:lnTo>
                    <a:pt x="0" y="27748889"/>
                  </a:lnTo>
                  <a:close/>
                  <a:moveTo>
                    <a:pt x="67044919" y="144780"/>
                  </a:moveTo>
                  <a:lnTo>
                    <a:pt x="67189703" y="144780"/>
                  </a:lnTo>
                  <a:lnTo>
                    <a:pt x="67189703" y="27748889"/>
                  </a:lnTo>
                  <a:lnTo>
                    <a:pt x="67044919" y="27748889"/>
                  </a:lnTo>
                  <a:lnTo>
                    <a:pt x="67044919" y="144780"/>
                  </a:lnTo>
                  <a:close/>
                  <a:moveTo>
                    <a:pt x="144780" y="27748889"/>
                  </a:moveTo>
                  <a:lnTo>
                    <a:pt x="67044919" y="27748889"/>
                  </a:lnTo>
                  <a:lnTo>
                    <a:pt x="67044919" y="27893668"/>
                  </a:lnTo>
                  <a:lnTo>
                    <a:pt x="144780" y="27893668"/>
                  </a:lnTo>
                  <a:lnTo>
                    <a:pt x="144780" y="27748889"/>
                  </a:lnTo>
                  <a:close/>
                  <a:moveTo>
                    <a:pt x="67044919" y="0"/>
                  </a:moveTo>
                  <a:lnTo>
                    <a:pt x="67189703" y="0"/>
                  </a:lnTo>
                  <a:lnTo>
                    <a:pt x="67189703" y="144780"/>
                  </a:lnTo>
                  <a:lnTo>
                    <a:pt x="67044919" y="144780"/>
                  </a:lnTo>
                  <a:lnTo>
                    <a:pt x="67044919" y="0"/>
                  </a:lnTo>
                  <a:close/>
                  <a:moveTo>
                    <a:pt x="0" y="0"/>
                  </a:moveTo>
                  <a:lnTo>
                    <a:pt x="144780" y="0"/>
                  </a:lnTo>
                  <a:lnTo>
                    <a:pt x="144780" y="144780"/>
                  </a:lnTo>
                  <a:lnTo>
                    <a:pt x="0" y="144780"/>
                  </a:lnTo>
                  <a:lnTo>
                    <a:pt x="0" y="0"/>
                  </a:lnTo>
                  <a:close/>
                  <a:moveTo>
                    <a:pt x="144780" y="0"/>
                  </a:moveTo>
                  <a:lnTo>
                    <a:pt x="67044919" y="0"/>
                  </a:lnTo>
                  <a:lnTo>
                    <a:pt x="67044919" y="144780"/>
                  </a:lnTo>
                  <a:lnTo>
                    <a:pt x="144780" y="144780"/>
                  </a:lnTo>
                  <a:lnTo>
                    <a:pt x="144780" y="0"/>
                  </a:lnTo>
                  <a:close/>
                </a:path>
              </a:pathLst>
            </a:custGeom>
            <a:solidFill>
              <a:srgbClr val="FFE6FF"/>
            </a:solidFill>
          </p:spPr>
        </p:sp>
      </p:grpSp>
      <p:sp>
        <p:nvSpPr>
          <p:cNvPr name="AutoShape 7" id="7"/>
          <p:cNvSpPr/>
          <p:nvPr/>
        </p:nvSpPr>
        <p:spPr>
          <a:xfrm rot="0">
            <a:off x="1194206" y="1564175"/>
            <a:ext cx="15899587" cy="7024030"/>
          </a:xfrm>
          <a:prstGeom prst="rect">
            <a:avLst/>
          </a:prstGeom>
          <a:solidFill>
            <a:srgbClr val="FFE6FF"/>
          </a:solidFill>
        </p:spPr>
      </p:sp>
      <p:sp>
        <p:nvSpPr>
          <p:cNvPr name="AutoShape 8" id="8"/>
          <p:cNvSpPr/>
          <p:nvPr/>
        </p:nvSpPr>
        <p:spPr>
          <a:xfrm rot="0">
            <a:off x="1959625" y="2084709"/>
            <a:ext cx="3388330" cy="648335"/>
          </a:xfrm>
          <a:prstGeom prst="rect">
            <a:avLst/>
          </a:prstGeom>
          <a:solidFill>
            <a:srgbClr val="FD1F1F"/>
          </a:solidFill>
        </p:spPr>
      </p:sp>
      <p:sp>
        <p:nvSpPr>
          <p:cNvPr name="TextBox 9" id="9"/>
          <p:cNvSpPr txBox="true"/>
          <p:nvPr/>
        </p:nvSpPr>
        <p:spPr>
          <a:xfrm rot="0">
            <a:off x="2235012" y="2067564"/>
            <a:ext cx="3506320" cy="606425"/>
          </a:xfrm>
          <a:prstGeom prst="rect">
            <a:avLst/>
          </a:prstGeom>
        </p:spPr>
        <p:txBody>
          <a:bodyPr anchor="t" rtlCol="false" tIns="0" lIns="0" bIns="0" rIns="0">
            <a:spAutoFit/>
          </a:bodyPr>
          <a:lstStyle/>
          <a:p>
            <a:pPr algn="l">
              <a:lnSpc>
                <a:spcPts val="4900"/>
              </a:lnSpc>
              <a:spcBef>
                <a:spcPct val="0"/>
              </a:spcBef>
            </a:pPr>
            <a:r>
              <a:rPr lang="en-US" sz="3500">
                <a:solidFill>
                  <a:srgbClr val="FFFACD"/>
                </a:solidFill>
                <a:latin typeface="DM Sans Bold"/>
              </a:rPr>
              <a:t>CSS STYLING</a:t>
            </a:r>
          </a:p>
        </p:txBody>
      </p:sp>
      <p:sp>
        <p:nvSpPr>
          <p:cNvPr name="TextBox 10" id="10"/>
          <p:cNvSpPr txBox="true"/>
          <p:nvPr/>
        </p:nvSpPr>
        <p:spPr>
          <a:xfrm rot="0">
            <a:off x="2235012" y="3193773"/>
            <a:ext cx="13951327" cy="4790440"/>
          </a:xfrm>
          <a:prstGeom prst="rect">
            <a:avLst/>
          </a:prstGeom>
        </p:spPr>
        <p:txBody>
          <a:bodyPr anchor="t" rtlCol="false" tIns="0" lIns="0" bIns="0" rIns="0">
            <a:spAutoFit/>
          </a:bodyPr>
          <a:lstStyle/>
          <a:p>
            <a:pPr algn="l">
              <a:lnSpc>
                <a:spcPts val="4234"/>
              </a:lnSpc>
              <a:spcBef>
                <a:spcPct val="0"/>
              </a:spcBef>
            </a:pPr>
            <a:r>
              <a:rPr lang="en-US" sz="3024">
                <a:solidFill>
                  <a:srgbClr val="0B1786"/>
                </a:solidFill>
                <a:latin typeface="DM Sans"/>
              </a:rPr>
              <a:t>The CSS file define</a:t>
            </a:r>
            <a:r>
              <a:rPr lang="en-US" sz="3024">
                <a:solidFill>
                  <a:srgbClr val="0B1786"/>
                </a:solidFill>
                <a:latin typeface="DM Sans"/>
              </a:rPr>
              <a:t>s the styling for the converter to ensure a user-friendly and appealing interface:</a:t>
            </a:r>
          </a:p>
          <a:p>
            <a:pPr algn="l" marL="653097" indent="-326548" lvl="1">
              <a:lnSpc>
                <a:spcPts val="4234"/>
              </a:lnSpc>
              <a:spcBef>
                <a:spcPct val="0"/>
              </a:spcBef>
              <a:buFont typeface="Arial"/>
              <a:buChar char="•"/>
            </a:pPr>
            <a:r>
              <a:rPr lang="en-US" sz="3024">
                <a:solidFill>
                  <a:srgbClr val="0B1786"/>
                </a:solidFill>
                <a:latin typeface="DM Sans"/>
              </a:rPr>
              <a:t>Flexbox Layout: Used for aligning and spacing elements consistently.</a:t>
            </a:r>
          </a:p>
          <a:p>
            <a:pPr algn="l" marL="653097" indent="-326548" lvl="1">
              <a:lnSpc>
                <a:spcPts val="4234"/>
              </a:lnSpc>
              <a:spcBef>
                <a:spcPct val="0"/>
              </a:spcBef>
              <a:buFont typeface="Arial"/>
              <a:buChar char="•"/>
            </a:pPr>
            <a:r>
              <a:rPr lang="en-US" sz="3024">
                <a:solidFill>
                  <a:srgbClr val="0B1786"/>
                </a:solidFill>
                <a:latin typeface="DM Sans"/>
              </a:rPr>
              <a:t>Input and Dropdown Styling: Ensures input fields and dropdowns are easy to use and visually appealing.</a:t>
            </a:r>
          </a:p>
          <a:p>
            <a:pPr algn="l" marL="653097" indent="-326548" lvl="1">
              <a:lnSpc>
                <a:spcPts val="4234"/>
              </a:lnSpc>
              <a:spcBef>
                <a:spcPct val="0"/>
              </a:spcBef>
              <a:buFont typeface="Arial"/>
              <a:buChar char="•"/>
            </a:pPr>
            <a:r>
              <a:rPr lang="en-US" sz="3024">
                <a:solidFill>
                  <a:srgbClr val="0B1786"/>
                </a:solidFill>
                <a:latin typeface="DM Sans"/>
              </a:rPr>
              <a:t>Button Styling: Makes the convert button prominent and easy to click with hover effects for interactivity.</a:t>
            </a:r>
          </a:p>
          <a:p>
            <a:pPr algn="l" marL="653097" indent="-326548" lvl="1">
              <a:lnSpc>
                <a:spcPts val="4234"/>
              </a:lnSpc>
              <a:spcBef>
                <a:spcPct val="0"/>
              </a:spcBef>
              <a:buFont typeface="Arial"/>
              <a:buChar char="•"/>
            </a:pPr>
            <a:r>
              <a:rPr lang="en-US" sz="3024">
                <a:solidFill>
                  <a:srgbClr val="0B1786"/>
                </a:solidFill>
                <a:latin typeface="DM Sans"/>
              </a:rPr>
              <a:t>Result Display Styling: Clearly shows the conversion result with appropriate spacing and font size.</a:t>
            </a:r>
          </a:p>
        </p:txBody>
      </p:sp>
    </p:spTree>
  </p:cSld>
  <p:clrMapOvr>
    <a:masterClrMapping/>
  </p:clrMapOvr>
</p:sld>
</file>

<file path=ppt/slides/slide33.xml><?xml version="1.0" encoding="utf-8"?>
<p:sld xmlns:p="http://schemas.openxmlformats.org/presentationml/2006/main" xmlns:a="http://schemas.openxmlformats.org/drawingml/2006/main">
  <p:cSld>
    <p:bg>
      <p:bgPr>
        <a:solidFill>
          <a:srgbClr val="0F1C91"/>
        </a:solidFill>
      </p:bgPr>
    </p:bg>
    <p:spTree>
      <p:nvGrpSpPr>
        <p:cNvPr id="1" name=""/>
        <p:cNvGrpSpPr/>
        <p:nvPr/>
      </p:nvGrpSpPr>
      <p:grpSpPr>
        <a:xfrm>
          <a:off x="0" y="0"/>
          <a:ext cx="0" cy="0"/>
          <a:chOff x="0" y="0"/>
          <a:chExt cx="0" cy="0"/>
        </a:xfrm>
      </p:grpSpPr>
      <p:grpSp>
        <p:nvGrpSpPr>
          <p:cNvPr name="Group 2" id="2"/>
          <p:cNvGrpSpPr/>
          <p:nvPr/>
        </p:nvGrpSpPr>
        <p:grpSpPr>
          <a:xfrm rot="0">
            <a:off x="66675" y="80294"/>
            <a:ext cx="18288000" cy="10206706"/>
            <a:chOff x="0" y="0"/>
            <a:chExt cx="2036572" cy="2050923"/>
          </a:xfrm>
        </p:grpSpPr>
        <p:sp>
          <p:nvSpPr>
            <p:cNvPr name="Freeform 3" id="3"/>
            <p:cNvSpPr/>
            <p:nvPr/>
          </p:nvSpPr>
          <p:spPr>
            <a:xfrm flipH="false" flipV="false" rot="0">
              <a:off x="0" y="0"/>
              <a:ext cx="30809226" cy="17189070"/>
            </a:xfrm>
            <a:custGeom>
              <a:avLst/>
              <a:gdLst/>
              <a:ahLst/>
              <a:cxnLst/>
              <a:rect r="r" b="b" t="t" l="l"/>
              <a:pathLst>
                <a:path h="17189070" w="30809226">
                  <a:moveTo>
                    <a:pt x="1584322" y="439019"/>
                  </a:moveTo>
                  <a:cubicBezTo>
                    <a:pt x="1584322" y="681422"/>
                    <a:pt x="1229550" y="878038"/>
                    <a:pt x="792161" y="878038"/>
                  </a:cubicBezTo>
                  <a:cubicBezTo>
                    <a:pt x="354771" y="878038"/>
                    <a:pt x="0" y="681422"/>
                    <a:pt x="0" y="439019"/>
                  </a:cubicBezTo>
                  <a:cubicBezTo>
                    <a:pt x="0" y="196616"/>
                    <a:pt x="354771" y="0"/>
                    <a:pt x="792161" y="0"/>
                  </a:cubicBezTo>
                  <a:cubicBezTo>
                    <a:pt x="1229550" y="0"/>
                    <a:pt x="1584322" y="196616"/>
                    <a:pt x="1584322" y="439019"/>
                  </a:cubicBezTo>
                  <a:close/>
                  <a:moveTo>
                    <a:pt x="10533795" y="0"/>
                  </a:moveTo>
                  <a:cubicBezTo>
                    <a:pt x="10096406" y="0"/>
                    <a:pt x="9741635" y="196616"/>
                    <a:pt x="9741635" y="439019"/>
                  </a:cubicBezTo>
                  <a:cubicBezTo>
                    <a:pt x="9741635" y="681422"/>
                    <a:pt x="10096406" y="878038"/>
                    <a:pt x="10533795" y="878038"/>
                  </a:cubicBezTo>
                  <a:cubicBezTo>
                    <a:pt x="10971185" y="878038"/>
                    <a:pt x="11325956" y="681422"/>
                    <a:pt x="11325956" y="439019"/>
                  </a:cubicBezTo>
                  <a:cubicBezTo>
                    <a:pt x="11325957" y="196616"/>
                    <a:pt x="10971185" y="0"/>
                    <a:pt x="10533795" y="0"/>
                  </a:cubicBezTo>
                  <a:close/>
                  <a:moveTo>
                    <a:pt x="20275431" y="0"/>
                  </a:moveTo>
                  <a:cubicBezTo>
                    <a:pt x="19838040" y="0"/>
                    <a:pt x="19483270" y="196616"/>
                    <a:pt x="19483270" y="439019"/>
                  </a:cubicBezTo>
                  <a:cubicBezTo>
                    <a:pt x="19483270" y="681422"/>
                    <a:pt x="19838040" y="878038"/>
                    <a:pt x="20275431" y="878038"/>
                  </a:cubicBezTo>
                  <a:cubicBezTo>
                    <a:pt x="20712821" y="878038"/>
                    <a:pt x="21067593" y="681422"/>
                    <a:pt x="21067593" y="439019"/>
                  </a:cubicBezTo>
                  <a:cubicBezTo>
                    <a:pt x="21067590" y="196616"/>
                    <a:pt x="20712819" y="0"/>
                    <a:pt x="20275431" y="0"/>
                  </a:cubicBezTo>
                  <a:close/>
                  <a:moveTo>
                    <a:pt x="30017064" y="878038"/>
                  </a:moveTo>
                  <a:cubicBezTo>
                    <a:pt x="30454454" y="878038"/>
                    <a:pt x="30809226" y="681422"/>
                    <a:pt x="30809226" y="439019"/>
                  </a:cubicBezTo>
                  <a:cubicBezTo>
                    <a:pt x="30809226" y="196616"/>
                    <a:pt x="30454454" y="0"/>
                    <a:pt x="30017064" y="0"/>
                  </a:cubicBezTo>
                  <a:cubicBezTo>
                    <a:pt x="29579674" y="0"/>
                    <a:pt x="29224905" y="196616"/>
                    <a:pt x="29224905" y="439019"/>
                  </a:cubicBezTo>
                  <a:cubicBezTo>
                    <a:pt x="29224905" y="681422"/>
                    <a:pt x="29579677" y="878038"/>
                    <a:pt x="30017064" y="878038"/>
                  </a:cubicBezTo>
                  <a:close/>
                  <a:moveTo>
                    <a:pt x="792161" y="5436562"/>
                  </a:moveTo>
                  <a:cubicBezTo>
                    <a:pt x="354771" y="5436562"/>
                    <a:pt x="0" y="5633177"/>
                    <a:pt x="0" y="5875581"/>
                  </a:cubicBezTo>
                  <a:cubicBezTo>
                    <a:pt x="0" y="6117984"/>
                    <a:pt x="354771" y="6314600"/>
                    <a:pt x="792161" y="6314600"/>
                  </a:cubicBezTo>
                  <a:cubicBezTo>
                    <a:pt x="1229550" y="6314600"/>
                    <a:pt x="1584322" y="6117984"/>
                    <a:pt x="1584322" y="5875581"/>
                  </a:cubicBezTo>
                  <a:cubicBezTo>
                    <a:pt x="1584322" y="5633178"/>
                    <a:pt x="1229550" y="5436562"/>
                    <a:pt x="792161" y="5436562"/>
                  </a:cubicBezTo>
                  <a:close/>
                  <a:moveTo>
                    <a:pt x="10533795" y="5436562"/>
                  </a:moveTo>
                  <a:cubicBezTo>
                    <a:pt x="10096406" y="5436562"/>
                    <a:pt x="9741635" y="5633177"/>
                    <a:pt x="9741635" y="5875581"/>
                  </a:cubicBezTo>
                  <a:cubicBezTo>
                    <a:pt x="9741635" y="6117984"/>
                    <a:pt x="10096406" y="6314600"/>
                    <a:pt x="10533795" y="6314600"/>
                  </a:cubicBezTo>
                  <a:cubicBezTo>
                    <a:pt x="10971185" y="6314600"/>
                    <a:pt x="11325956" y="6117984"/>
                    <a:pt x="11325956" y="5875581"/>
                  </a:cubicBezTo>
                  <a:cubicBezTo>
                    <a:pt x="11325957" y="5633178"/>
                    <a:pt x="10971185" y="5436562"/>
                    <a:pt x="10533795" y="5436562"/>
                  </a:cubicBezTo>
                  <a:close/>
                  <a:moveTo>
                    <a:pt x="20275431" y="5436562"/>
                  </a:moveTo>
                  <a:cubicBezTo>
                    <a:pt x="19838040" y="5436562"/>
                    <a:pt x="19483270" y="5633177"/>
                    <a:pt x="19483270" y="5875581"/>
                  </a:cubicBezTo>
                  <a:cubicBezTo>
                    <a:pt x="19483270" y="6117984"/>
                    <a:pt x="19838040" y="6314600"/>
                    <a:pt x="20275431" y="6314600"/>
                  </a:cubicBezTo>
                  <a:cubicBezTo>
                    <a:pt x="20712821" y="6314600"/>
                    <a:pt x="21067593" y="6117984"/>
                    <a:pt x="21067593" y="5875581"/>
                  </a:cubicBezTo>
                  <a:cubicBezTo>
                    <a:pt x="21067590" y="5633178"/>
                    <a:pt x="20712819" y="5436562"/>
                    <a:pt x="20275431" y="5436562"/>
                  </a:cubicBezTo>
                  <a:close/>
                  <a:moveTo>
                    <a:pt x="30017064" y="5436562"/>
                  </a:moveTo>
                  <a:cubicBezTo>
                    <a:pt x="29579674" y="5436562"/>
                    <a:pt x="29224905" y="5633177"/>
                    <a:pt x="29224905" y="5875581"/>
                  </a:cubicBezTo>
                  <a:cubicBezTo>
                    <a:pt x="29224905" y="6117984"/>
                    <a:pt x="29579674" y="6314600"/>
                    <a:pt x="30017064" y="6314600"/>
                  </a:cubicBezTo>
                  <a:cubicBezTo>
                    <a:pt x="30454454" y="6314600"/>
                    <a:pt x="30809226" y="6117984"/>
                    <a:pt x="30809226" y="5875581"/>
                  </a:cubicBezTo>
                  <a:cubicBezTo>
                    <a:pt x="30809226" y="5633178"/>
                    <a:pt x="30454454" y="5436562"/>
                    <a:pt x="30017064" y="5436562"/>
                  </a:cubicBezTo>
                  <a:close/>
                  <a:moveTo>
                    <a:pt x="792161" y="10874471"/>
                  </a:moveTo>
                  <a:cubicBezTo>
                    <a:pt x="354771" y="10874471"/>
                    <a:pt x="0" y="11071086"/>
                    <a:pt x="0" y="11313490"/>
                  </a:cubicBezTo>
                  <a:cubicBezTo>
                    <a:pt x="0" y="11555892"/>
                    <a:pt x="354771" y="11752508"/>
                    <a:pt x="792161" y="11752508"/>
                  </a:cubicBezTo>
                  <a:cubicBezTo>
                    <a:pt x="1229550" y="11752508"/>
                    <a:pt x="1584322" y="11555892"/>
                    <a:pt x="1584322" y="11313490"/>
                  </a:cubicBezTo>
                  <a:cubicBezTo>
                    <a:pt x="1584322" y="11071086"/>
                    <a:pt x="1229550" y="10874471"/>
                    <a:pt x="792161" y="10874471"/>
                  </a:cubicBezTo>
                  <a:close/>
                  <a:moveTo>
                    <a:pt x="10533795" y="10874471"/>
                  </a:moveTo>
                  <a:cubicBezTo>
                    <a:pt x="10096406" y="10874471"/>
                    <a:pt x="9741635" y="11071086"/>
                    <a:pt x="9741635" y="11313490"/>
                  </a:cubicBezTo>
                  <a:cubicBezTo>
                    <a:pt x="9741635" y="11555892"/>
                    <a:pt x="10096406" y="11752508"/>
                    <a:pt x="10533795" y="11752508"/>
                  </a:cubicBezTo>
                  <a:cubicBezTo>
                    <a:pt x="10971185" y="11752508"/>
                    <a:pt x="11325956" y="11555892"/>
                    <a:pt x="11325956" y="11313490"/>
                  </a:cubicBezTo>
                  <a:cubicBezTo>
                    <a:pt x="11325957" y="11071086"/>
                    <a:pt x="10971185" y="10874471"/>
                    <a:pt x="10533795" y="10874471"/>
                  </a:cubicBezTo>
                  <a:close/>
                  <a:moveTo>
                    <a:pt x="20275431" y="10874471"/>
                  </a:moveTo>
                  <a:cubicBezTo>
                    <a:pt x="19838040" y="10874471"/>
                    <a:pt x="19483270" y="11071086"/>
                    <a:pt x="19483270" y="11313490"/>
                  </a:cubicBezTo>
                  <a:cubicBezTo>
                    <a:pt x="19483270" y="11555892"/>
                    <a:pt x="19838040" y="11752508"/>
                    <a:pt x="20275431" y="11752508"/>
                  </a:cubicBezTo>
                  <a:cubicBezTo>
                    <a:pt x="20712821" y="11752508"/>
                    <a:pt x="21067593" y="11555892"/>
                    <a:pt x="21067593" y="11313490"/>
                  </a:cubicBezTo>
                  <a:cubicBezTo>
                    <a:pt x="21067590" y="11071086"/>
                    <a:pt x="20712819" y="10874471"/>
                    <a:pt x="20275431" y="10874471"/>
                  </a:cubicBezTo>
                  <a:close/>
                  <a:moveTo>
                    <a:pt x="30017064" y="10874471"/>
                  </a:moveTo>
                  <a:cubicBezTo>
                    <a:pt x="29579674" y="10874471"/>
                    <a:pt x="29224905" y="11071086"/>
                    <a:pt x="29224905" y="11313490"/>
                  </a:cubicBezTo>
                  <a:cubicBezTo>
                    <a:pt x="29224905" y="11555892"/>
                    <a:pt x="29579674" y="11752508"/>
                    <a:pt x="30017064" y="11752508"/>
                  </a:cubicBezTo>
                  <a:cubicBezTo>
                    <a:pt x="30454454" y="11752508"/>
                    <a:pt x="30809226" y="11555892"/>
                    <a:pt x="30809226" y="11313490"/>
                  </a:cubicBezTo>
                  <a:cubicBezTo>
                    <a:pt x="30809226" y="11071086"/>
                    <a:pt x="30454454" y="10874471"/>
                    <a:pt x="30017064" y="10874471"/>
                  </a:cubicBezTo>
                  <a:close/>
                  <a:moveTo>
                    <a:pt x="792161" y="16311034"/>
                  </a:moveTo>
                  <a:cubicBezTo>
                    <a:pt x="354771" y="16311034"/>
                    <a:pt x="0" y="16507650"/>
                    <a:pt x="0" y="16750052"/>
                  </a:cubicBezTo>
                  <a:cubicBezTo>
                    <a:pt x="0" y="16992454"/>
                    <a:pt x="354771" y="17189070"/>
                    <a:pt x="792161" y="17189070"/>
                  </a:cubicBezTo>
                  <a:cubicBezTo>
                    <a:pt x="1229550" y="17189070"/>
                    <a:pt x="1584322" y="16992454"/>
                    <a:pt x="1584322" y="16750052"/>
                  </a:cubicBezTo>
                  <a:cubicBezTo>
                    <a:pt x="1584322" y="16507650"/>
                    <a:pt x="1229550" y="16311034"/>
                    <a:pt x="792161" y="16311034"/>
                  </a:cubicBezTo>
                  <a:close/>
                  <a:moveTo>
                    <a:pt x="10533795" y="16311034"/>
                  </a:moveTo>
                  <a:cubicBezTo>
                    <a:pt x="10096406" y="16311034"/>
                    <a:pt x="9741635" y="16507650"/>
                    <a:pt x="9741635" y="16750052"/>
                  </a:cubicBezTo>
                  <a:cubicBezTo>
                    <a:pt x="9741635" y="16992454"/>
                    <a:pt x="10096406" y="17189070"/>
                    <a:pt x="10533795" y="17189070"/>
                  </a:cubicBezTo>
                  <a:cubicBezTo>
                    <a:pt x="10971185" y="17189070"/>
                    <a:pt x="11325956" y="16992454"/>
                    <a:pt x="11325956" y="16750052"/>
                  </a:cubicBezTo>
                  <a:cubicBezTo>
                    <a:pt x="11325957" y="16507650"/>
                    <a:pt x="10971185" y="16311034"/>
                    <a:pt x="10533795" y="16311034"/>
                  </a:cubicBezTo>
                  <a:close/>
                  <a:moveTo>
                    <a:pt x="20275431" y="16311034"/>
                  </a:moveTo>
                  <a:cubicBezTo>
                    <a:pt x="19838040" y="16311034"/>
                    <a:pt x="19483270" y="16507650"/>
                    <a:pt x="19483270" y="16750052"/>
                  </a:cubicBezTo>
                  <a:cubicBezTo>
                    <a:pt x="19483270" y="16992454"/>
                    <a:pt x="19838040" y="17189070"/>
                    <a:pt x="20275431" y="17189070"/>
                  </a:cubicBezTo>
                  <a:cubicBezTo>
                    <a:pt x="20712821" y="17189070"/>
                    <a:pt x="21067593" y="16992454"/>
                    <a:pt x="21067593" y="16750052"/>
                  </a:cubicBezTo>
                  <a:cubicBezTo>
                    <a:pt x="21067590" y="16507650"/>
                    <a:pt x="20712819" y="16311034"/>
                    <a:pt x="20275431" y="16311034"/>
                  </a:cubicBezTo>
                  <a:close/>
                  <a:moveTo>
                    <a:pt x="30017064" y="16311034"/>
                  </a:moveTo>
                  <a:cubicBezTo>
                    <a:pt x="29579674" y="16311034"/>
                    <a:pt x="29224905" y="16507650"/>
                    <a:pt x="29224905" y="16750052"/>
                  </a:cubicBezTo>
                  <a:cubicBezTo>
                    <a:pt x="29224905" y="16992454"/>
                    <a:pt x="29579674" y="17189070"/>
                    <a:pt x="30017064" y="17189070"/>
                  </a:cubicBezTo>
                  <a:cubicBezTo>
                    <a:pt x="30454454" y="17189070"/>
                    <a:pt x="30809226" y="16992454"/>
                    <a:pt x="30809226" y="16750052"/>
                  </a:cubicBezTo>
                  <a:cubicBezTo>
                    <a:pt x="30809226" y="16507650"/>
                    <a:pt x="30454454" y="16311034"/>
                    <a:pt x="30017064" y="16311034"/>
                  </a:cubicBezTo>
                  <a:close/>
                </a:path>
              </a:pathLst>
            </a:custGeom>
            <a:solidFill>
              <a:srgbClr val="FFE6FF">
                <a:alpha val="49804"/>
              </a:srgbClr>
            </a:solidFill>
          </p:spPr>
        </p:sp>
      </p:grpSp>
      <p:grpSp>
        <p:nvGrpSpPr>
          <p:cNvPr name="Group 4" id="4"/>
          <p:cNvGrpSpPr/>
          <p:nvPr/>
        </p:nvGrpSpPr>
        <p:grpSpPr>
          <a:xfrm rot="0">
            <a:off x="1028700" y="1850104"/>
            <a:ext cx="16230600" cy="6738101"/>
            <a:chOff x="0" y="0"/>
            <a:chExt cx="67189701" cy="27893669"/>
          </a:xfrm>
        </p:grpSpPr>
        <p:sp>
          <p:nvSpPr>
            <p:cNvPr name="Freeform 5" id="5"/>
            <p:cNvSpPr/>
            <p:nvPr/>
          </p:nvSpPr>
          <p:spPr>
            <a:xfrm flipH="false" flipV="false" rot="0">
              <a:off x="72390" y="72390"/>
              <a:ext cx="67044921" cy="27748889"/>
            </a:xfrm>
            <a:custGeom>
              <a:avLst/>
              <a:gdLst/>
              <a:ahLst/>
              <a:cxnLst/>
              <a:rect r="r" b="b" t="t" l="l"/>
              <a:pathLst>
                <a:path h="27748889" w="67044921">
                  <a:moveTo>
                    <a:pt x="0" y="0"/>
                  </a:moveTo>
                  <a:lnTo>
                    <a:pt x="67044921" y="0"/>
                  </a:lnTo>
                  <a:lnTo>
                    <a:pt x="67044921" y="27748889"/>
                  </a:lnTo>
                  <a:lnTo>
                    <a:pt x="0" y="27748889"/>
                  </a:lnTo>
                  <a:lnTo>
                    <a:pt x="0" y="0"/>
                  </a:lnTo>
                  <a:close/>
                </a:path>
              </a:pathLst>
            </a:custGeom>
            <a:solidFill>
              <a:srgbClr val="0F1C91"/>
            </a:solidFill>
          </p:spPr>
        </p:sp>
        <p:sp>
          <p:nvSpPr>
            <p:cNvPr name="Freeform 6" id="6"/>
            <p:cNvSpPr/>
            <p:nvPr/>
          </p:nvSpPr>
          <p:spPr>
            <a:xfrm flipH="false" flipV="false" rot="0">
              <a:off x="0" y="0"/>
              <a:ext cx="67189703" cy="27893668"/>
            </a:xfrm>
            <a:custGeom>
              <a:avLst/>
              <a:gdLst/>
              <a:ahLst/>
              <a:cxnLst/>
              <a:rect r="r" b="b" t="t" l="l"/>
              <a:pathLst>
                <a:path h="27893668" w="67189703">
                  <a:moveTo>
                    <a:pt x="67044919" y="27748889"/>
                  </a:moveTo>
                  <a:lnTo>
                    <a:pt x="67189703" y="27748889"/>
                  </a:lnTo>
                  <a:lnTo>
                    <a:pt x="67189703" y="27893668"/>
                  </a:lnTo>
                  <a:lnTo>
                    <a:pt x="67044919" y="27893668"/>
                  </a:lnTo>
                  <a:lnTo>
                    <a:pt x="67044919" y="27748889"/>
                  </a:lnTo>
                  <a:close/>
                  <a:moveTo>
                    <a:pt x="0" y="144780"/>
                  </a:moveTo>
                  <a:lnTo>
                    <a:pt x="144780" y="144780"/>
                  </a:lnTo>
                  <a:lnTo>
                    <a:pt x="144780" y="27748889"/>
                  </a:lnTo>
                  <a:lnTo>
                    <a:pt x="0" y="27748889"/>
                  </a:lnTo>
                  <a:lnTo>
                    <a:pt x="0" y="144780"/>
                  </a:lnTo>
                  <a:close/>
                  <a:moveTo>
                    <a:pt x="0" y="27748889"/>
                  </a:moveTo>
                  <a:lnTo>
                    <a:pt x="144780" y="27748889"/>
                  </a:lnTo>
                  <a:lnTo>
                    <a:pt x="144780" y="27893668"/>
                  </a:lnTo>
                  <a:lnTo>
                    <a:pt x="0" y="27893668"/>
                  </a:lnTo>
                  <a:lnTo>
                    <a:pt x="0" y="27748889"/>
                  </a:lnTo>
                  <a:close/>
                  <a:moveTo>
                    <a:pt x="67044919" y="144780"/>
                  </a:moveTo>
                  <a:lnTo>
                    <a:pt x="67189703" y="144780"/>
                  </a:lnTo>
                  <a:lnTo>
                    <a:pt x="67189703" y="27748889"/>
                  </a:lnTo>
                  <a:lnTo>
                    <a:pt x="67044919" y="27748889"/>
                  </a:lnTo>
                  <a:lnTo>
                    <a:pt x="67044919" y="144780"/>
                  </a:lnTo>
                  <a:close/>
                  <a:moveTo>
                    <a:pt x="144780" y="27748889"/>
                  </a:moveTo>
                  <a:lnTo>
                    <a:pt x="67044919" y="27748889"/>
                  </a:lnTo>
                  <a:lnTo>
                    <a:pt x="67044919" y="27893668"/>
                  </a:lnTo>
                  <a:lnTo>
                    <a:pt x="144780" y="27893668"/>
                  </a:lnTo>
                  <a:lnTo>
                    <a:pt x="144780" y="27748889"/>
                  </a:lnTo>
                  <a:close/>
                  <a:moveTo>
                    <a:pt x="67044919" y="0"/>
                  </a:moveTo>
                  <a:lnTo>
                    <a:pt x="67189703" y="0"/>
                  </a:lnTo>
                  <a:lnTo>
                    <a:pt x="67189703" y="144780"/>
                  </a:lnTo>
                  <a:lnTo>
                    <a:pt x="67044919" y="144780"/>
                  </a:lnTo>
                  <a:lnTo>
                    <a:pt x="67044919" y="0"/>
                  </a:lnTo>
                  <a:close/>
                  <a:moveTo>
                    <a:pt x="0" y="0"/>
                  </a:moveTo>
                  <a:lnTo>
                    <a:pt x="144780" y="0"/>
                  </a:lnTo>
                  <a:lnTo>
                    <a:pt x="144780" y="144780"/>
                  </a:lnTo>
                  <a:lnTo>
                    <a:pt x="0" y="144780"/>
                  </a:lnTo>
                  <a:lnTo>
                    <a:pt x="0" y="0"/>
                  </a:lnTo>
                  <a:close/>
                  <a:moveTo>
                    <a:pt x="144780" y="0"/>
                  </a:moveTo>
                  <a:lnTo>
                    <a:pt x="67044919" y="0"/>
                  </a:lnTo>
                  <a:lnTo>
                    <a:pt x="67044919" y="144780"/>
                  </a:lnTo>
                  <a:lnTo>
                    <a:pt x="144780" y="144780"/>
                  </a:lnTo>
                  <a:lnTo>
                    <a:pt x="144780" y="0"/>
                  </a:lnTo>
                  <a:close/>
                </a:path>
              </a:pathLst>
            </a:custGeom>
            <a:solidFill>
              <a:srgbClr val="FFE6FF"/>
            </a:solidFill>
          </p:spPr>
        </p:sp>
      </p:grpSp>
      <p:sp>
        <p:nvSpPr>
          <p:cNvPr name="AutoShape 7" id="7"/>
          <p:cNvSpPr/>
          <p:nvPr/>
        </p:nvSpPr>
        <p:spPr>
          <a:xfrm rot="0">
            <a:off x="1194206" y="1564175"/>
            <a:ext cx="15899587" cy="7024030"/>
          </a:xfrm>
          <a:prstGeom prst="rect">
            <a:avLst/>
          </a:prstGeom>
          <a:solidFill>
            <a:srgbClr val="FFE6FF"/>
          </a:solidFill>
        </p:spPr>
      </p:sp>
      <p:sp>
        <p:nvSpPr>
          <p:cNvPr name="AutoShape 8" id="8"/>
          <p:cNvSpPr/>
          <p:nvPr/>
        </p:nvSpPr>
        <p:spPr>
          <a:xfrm rot="0">
            <a:off x="2235012" y="2520447"/>
            <a:ext cx="8019325" cy="871477"/>
          </a:xfrm>
          <a:prstGeom prst="rect">
            <a:avLst/>
          </a:prstGeom>
          <a:solidFill>
            <a:srgbClr val="FD1F1F"/>
          </a:solidFill>
        </p:spPr>
      </p:sp>
      <p:sp>
        <p:nvSpPr>
          <p:cNvPr name="TextBox 9" id="9"/>
          <p:cNvSpPr txBox="true"/>
          <p:nvPr/>
        </p:nvSpPr>
        <p:spPr>
          <a:xfrm rot="0">
            <a:off x="2478131" y="2614873"/>
            <a:ext cx="7776206" cy="606425"/>
          </a:xfrm>
          <a:prstGeom prst="rect">
            <a:avLst/>
          </a:prstGeom>
        </p:spPr>
        <p:txBody>
          <a:bodyPr anchor="t" rtlCol="false" tIns="0" lIns="0" bIns="0" rIns="0">
            <a:spAutoFit/>
          </a:bodyPr>
          <a:lstStyle/>
          <a:p>
            <a:pPr algn="l">
              <a:lnSpc>
                <a:spcPts val="4900"/>
              </a:lnSpc>
              <a:spcBef>
                <a:spcPct val="0"/>
              </a:spcBef>
            </a:pPr>
            <a:r>
              <a:rPr lang="en-US" sz="3500">
                <a:solidFill>
                  <a:srgbClr val="FFFACD"/>
                </a:solidFill>
                <a:latin typeface="DM Sans Bold"/>
              </a:rPr>
              <a:t>JavaScript LOGIC</a:t>
            </a:r>
          </a:p>
        </p:txBody>
      </p:sp>
      <p:sp>
        <p:nvSpPr>
          <p:cNvPr name="TextBox 10" id="10"/>
          <p:cNvSpPr txBox="true"/>
          <p:nvPr/>
        </p:nvSpPr>
        <p:spPr>
          <a:xfrm rot="0">
            <a:off x="2235012" y="3920133"/>
            <a:ext cx="13951327" cy="3190240"/>
          </a:xfrm>
          <a:prstGeom prst="rect">
            <a:avLst/>
          </a:prstGeom>
        </p:spPr>
        <p:txBody>
          <a:bodyPr anchor="t" rtlCol="false" tIns="0" lIns="0" bIns="0" rIns="0">
            <a:spAutoFit/>
          </a:bodyPr>
          <a:lstStyle/>
          <a:p>
            <a:pPr algn="l">
              <a:lnSpc>
                <a:spcPts val="4234"/>
              </a:lnSpc>
              <a:spcBef>
                <a:spcPct val="0"/>
              </a:spcBef>
            </a:pPr>
            <a:r>
              <a:rPr lang="en-US" sz="3024">
                <a:solidFill>
                  <a:srgbClr val="0B1786"/>
                </a:solidFill>
                <a:latin typeface="DM Sans"/>
              </a:rPr>
              <a:t>T</a:t>
            </a:r>
            <a:r>
              <a:rPr lang="en-US" sz="3024">
                <a:solidFill>
                  <a:srgbClr val="0B1786"/>
                </a:solidFill>
                <a:latin typeface="DM Sans"/>
              </a:rPr>
              <a:t>he JavaScript file handles the conversion logic:</a:t>
            </a:r>
          </a:p>
          <a:p>
            <a:pPr algn="l" marL="653097" indent="-326548" lvl="1">
              <a:lnSpc>
                <a:spcPts val="4234"/>
              </a:lnSpc>
              <a:spcBef>
                <a:spcPct val="0"/>
              </a:spcBef>
              <a:buFont typeface="Arial"/>
              <a:buChar char="•"/>
            </a:pPr>
            <a:r>
              <a:rPr lang="en-US" sz="3024">
                <a:solidFill>
                  <a:srgbClr val="0B1786"/>
                </a:solidFill>
                <a:latin typeface="DM Sans"/>
              </a:rPr>
              <a:t>I</a:t>
            </a:r>
            <a:r>
              <a:rPr lang="en-US" sz="3024">
                <a:solidFill>
                  <a:srgbClr val="0B1786"/>
                </a:solidFill>
                <a:latin typeface="DM Sans"/>
              </a:rPr>
              <a:t>nput Validation: Ensures the input is a valid number.</a:t>
            </a:r>
          </a:p>
          <a:p>
            <a:pPr algn="l" marL="653097" indent="-326548" lvl="1">
              <a:lnSpc>
                <a:spcPts val="4234"/>
              </a:lnSpc>
              <a:spcBef>
                <a:spcPct val="0"/>
              </a:spcBef>
              <a:buFont typeface="Arial"/>
              <a:buChar char="•"/>
            </a:pPr>
            <a:r>
              <a:rPr lang="en-US" sz="3024">
                <a:solidFill>
                  <a:srgbClr val="0B1786"/>
                </a:solidFill>
                <a:latin typeface="DM Sans"/>
              </a:rPr>
              <a:t>C</a:t>
            </a:r>
            <a:r>
              <a:rPr lang="en-US" sz="3024">
                <a:solidFill>
                  <a:srgbClr val="0B1786"/>
                </a:solidFill>
                <a:latin typeface="DM Sans"/>
              </a:rPr>
              <a:t>onversion Function: Converts temperature between Celsius, Fahrenheit, and Kelvin.</a:t>
            </a:r>
          </a:p>
          <a:p>
            <a:pPr algn="l" marL="653097" indent="-326548" lvl="1">
              <a:lnSpc>
                <a:spcPts val="4234"/>
              </a:lnSpc>
              <a:spcBef>
                <a:spcPct val="0"/>
              </a:spcBef>
              <a:buFont typeface="Arial"/>
              <a:buChar char="•"/>
            </a:pPr>
            <a:r>
              <a:rPr lang="en-US" sz="3024">
                <a:solidFill>
                  <a:srgbClr val="0B1786"/>
                </a:solidFill>
                <a:latin typeface="DM Sans"/>
              </a:rPr>
              <a:t>Event Listener: Listens for the convert button click and triggers the conversion.</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0F1C91"/>
        </a:solidFill>
      </p:bgPr>
    </p:bg>
    <p:spTree>
      <p:nvGrpSpPr>
        <p:cNvPr id="1" name=""/>
        <p:cNvGrpSpPr/>
        <p:nvPr/>
      </p:nvGrpSpPr>
      <p:grpSpPr>
        <a:xfrm>
          <a:off x="0" y="0"/>
          <a:ext cx="0" cy="0"/>
          <a:chOff x="0" y="0"/>
          <a:chExt cx="0" cy="0"/>
        </a:xfrm>
      </p:grpSpPr>
      <p:grpSp>
        <p:nvGrpSpPr>
          <p:cNvPr name="Group 2" id="2"/>
          <p:cNvGrpSpPr/>
          <p:nvPr/>
        </p:nvGrpSpPr>
        <p:grpSpPr>
          <a:xfrm rot="0">
            <a:off x="66675" y="80294"/>
            <a:ext cx="18288000" cy="10206706"/>
            <a:chOff x="0" y="0"/>
            <a:chExt cx="2036572" cy="2050923"/>
          </a:xfrm>
        </p:grpSpPr>
        <p:sp>
          <p:nvSpPr>
            <p:cNvPr name="Freeform 3" id="3"/>
            <p:cNvSpPr/>
            <p:nvPr/>
          </p:nvSpPr>
          <p:spPr>
            <a:xfrm flipH="false" flipV="false" rot="0">
              <a:off x="0" y="0"/>
              <a:ext cx="30809226" cy="17189070"/>
            </a:xfrm>
            <a:custGeom>
              <a:avLst/>
              <a:gdLst/>
              <a:ahLst/>
              <a:cxnLst/>
              <a:rect r="r" b="b" t="t" l="l"/>
              <a:pathLst>
                <a:path h="17189070" w="30809226">
                  <a:moveTo>
                    <a:pt x="1584322" y="439019"/>
                  </a:moveTo>
                  <a:cubicBezTo>
                    <a:pt x="1584322" y="681422"/>
                    <a:pt x="1229550" y="878038"/>
                    <a:pt x="792161" y="878038"/>
                  </a:cubicBezTo>
                  <a:cubicBezTo>
                    <a:pt x="354771" y="878038"/>
                    <a:pt x="0" y="681422"/>
                    <a:pt x="0" y="439019"/>
                  </a:cubicBezTo>
                  <a:cubicBezTo>
                    <a:pt x="0" y="196616"/>
                    <a:pt x="354771" y="0"/>
                    <a:pt x="792161" y="0"/>
                  </a:cubicBezTo>
                  <a:cubicBezTo>
                    <a:pt x="1229550" y="0"/>
                    <a:pt x="1584322" y="196616"/>
                    <a:pt x="1584322" y="439019"/>
                  </a:cubicBezTo>
                  <a:close/>
                  <a:moveTo>
                    <a:pt x="10533795" y="0"/>
                  </a:moveTo>
                  <a:cubicBezTo>
                    <a:pt x="10096406" y="0"/>
                    <a:pt x="9741635" y="196616"/>
                    <a:pt x="9741635" y="439019"/>
                  </a:cubicBezTo>
                  <a:cubicBezTo>
                    <a:pt x="9741635" y="681422"/>
                    <a:pt x="10096406" y="878038"/>
                    <a:pt x="10533795" y="878038"/>
                  </a:cubicBezTo>
                  <a:cubicBezTo>
                    <a:pt x="10971185" y="878038"/>
                    <a:pt x="11325956" y="681422"/>
                    <a:pt x="11325956" y="439019"/>
                  </a:cubicBezTo>
                  <a:cubicBezTo>
                    <a:pt x="11325957" y="196616"/>
                    <a:pt x="10971185" y="0"/>
                    <a:pt x="10533795" y="0"/>
                  </a:cubicBezTo>
                  <a:close/>
                  <a:moveTo>
                    <a:pt x="20275431" y="0"/>
                  </a:moveTo>
                  <a:cubicBezTo>
                    <a:pt x="19838040" y="0"/>
                    <a:pt x="19483270" y="196616"/>
                    <a:pt x="19483270" y="439019"/>
                  </a:cubicBezTo>
                  <a:cubicBezTo>
                    <a:pt x="19483270" y="681422"/>
                    <a:pt x="19838040" y="878038"/>
                    <a:pt x="20275431" y="878038"/>
                  </a:cubicBezTo>
                  <a:cubicBezTo>
                    <a:pt x="20712821" y="878038"/>
                    <a:pt x="21067593" y="681422"/>
                    <a:pt x="21067593" y="439019"/>
                  </a:cubicBezTo>
                  <a:cubicBezTo>
                    <a:pt x="21067590" y="196616"/>
                    <a:pt x="20712819" y="0"/>
                    <a:pt x="20275431" y="0"/>
                  </a:cubicBezTo>
                  <a:close/>
                  <a:moveTo>
                    <a:pt x="30017064" y="878038"/>
                  </a:moveTo>
                  <a:cubicBezTo>
                    <a:pt x="30454454" y="878038"/>
                    <a:pt x="30809226" y="681422"/>
                    <a:pt x="30809226" y="439019"/>
                  </a:cubicBezTo>
                  <a:cubicBezTo>
                    <a:pt x="30809226" y="196616"/>
                    <a:pt x="30454454" y="0"/>
                    <a:pt x="30017064" y="0"/>
                  </a:cubicBezTo>
                  <a:cubicBezTo>
                    <a:pt x="29579674" y="0"/>
                    <a:pt x="29224905" y="196616"/>
                    <a:pt x="29224905" y="439019"/>
                  </a:cubicBezTo>
                  <a:cubicBezTo>
                    <a:pt x="29224905" y="681422"/>
                    <a:pt x="29579677" y="878038"/>
                    <a:pt x="30017064" y="878038"/>
                  </a:cubicBezTo>
                  <a:close/>
                  <a:moveTo>
                    <a:pt x="792161" y="5436562"/>
                  </a:moveTo>
                  <a:cubicBezTo>
                    <a:pt x="354771" y="5436562"/>
                    <a:pt x="0" y="5633177"/>
                    <a:pt x="0" y="5875581"/>
                  </a:cubicBezTo>
                  <a:cubicBezTo>
                    <a:pt x="0" y="6117984"/>
                    <a:pt x="354771" y="6314600"/>
                    <a:pt x="792161" y="6314600"/>
                  </a:cubicBezTo>
                  <a:cubicBezTo>
                    <a:pt x="1229550" y="6314600"/>
                    <a:pt x="1584322" y="6117984"/>
                    <a:pt x="1584322" y="5875581"/>
                  </a:cubicBezTo>
                  <a:cubicBezTo>
                    <a:pt x="1584322" y="5633178"/>
                    <a:pt x="1229550" y="5436562"/>
                    <a:pt x="792161" y="5436562"/>
                  </a:cubicBezTo>
                  <a:close/>
                  <a:moveTo>
                    <a:pt x="10533795" y="5436562"/>
                  </a:moveTo>
                  <a:cubicBezTo>
                    <a:pt x="10096406" y="5436562"/>
                    <a:pt x="9741635" y="5633177"/>
                    <a:pt x="9741635" y="5875581"/>
                  </a:cubicBezTo>
                  <a:cubicBezTo>
                    <a:pt x="9741635" y="6117984"/>
                    <a:pt x="10096406" y="6314600"/>
                    <a:pt x="10533795" y="6314600"/>
                  </a:cubicBezTo>
                  <a:cubicBezTo>
                    <a:pt x="10971185" y="6314600"/>
                    <a:pt x="11325956" y="6117984"/>
                    <a:pt x="11325956" y="5875581"/>
                  </a:cubicBezTo>
                  <a:cubicBezTo>
                    <a:pt x="11325957" y="5633178"/>
                    <a:pt x="10971185" y="5436562"/>
                    <a:pt x="10533795" y="5436562"/>
                  </a:cubicBezTo>
                  <a:close/>
                  <a:moveTo>
                    <a:pt x="20275431" y="5436562"/>
                  </a:moveTo>
                  <a:cubicBezTo>
                    <a:pt x="19838040" y="5436562"/>
                    <a:pt x="19483270" y="5633177"/>
                    <a:pt x="19483270" y="5875581"/>
                  </a:cubicBezTo>
                  <a:cubicBezTo>
                    <a:pt x="19483270" y="6117984"/>
                    <a:pt x="19838040" y="6314600"/>
                    <a:pt x="20275431" y="6314600"/>
                  </a:cubicBezTo>
                  <a:cubicBezTo>
                    <a:pt x="20712821" y="6314600"/>
                    <a:pt x="21067593" y="6117984"/>
                    <a:pt x="21067593" y="5875581"/>
                  </a:cubicBezTo>
                  <a:cubicBezTo>
                    <a:pt x="21067590" y="5633178"/>
                    <a:pt x="20712819" y="5436562"/>
                    <a:pt x="20275431" y="5436562"/>
                  </a:cubicBezTo>
                  <a:close/>
                  <a:moveTo>
                    <a:pt x="30017064" y="5436562"/>
                  </a:moveTo>
                  <a:cubicBezTo>
                    <a:pt x="29579674" y="5436562"/>
                    <a:pt x="29224905" y="5633177"/>
                    <a:pt x="29224905" y="5875581"/>
                  </a:cubicBezTo>
                  <a:cubicBezTo>
                    <a:pt x="29224905" y="6117984"/>
                    <a:pt x="29579674" y="6314600"/>
                    <a:pt x="30017064" y="6314600"/>
                  </a:cubicBezTo>
                  <a:cubicBezTo>
                    <a:pt x="30454454" y="6314600"/>
                    <a:pt x="30809226" y="6117984"/>
                    <a:pt x="30809226" y="5875581"/>
                  </a:cubicBezTo>
                  <a:cubicBezTo>
                    <a:pt x="30809226" y="5633178"/>
                    <a:pt x="30454454" y="5436562"/>
                    <a:pt x="30017064" y="5436562"/>
                  </a:cubicBezTo>
                  <a:close/>
                  <a:moveTo>
                    <a:pt x="792161" y="10874471"/>
                  </a:moveTo>
                  <a:cubicBezTo>
                    <a:pt x="354771" y="10874471"/>
                    <a:pt x="0" y="11071086"/>
                    <a:pt x="0" y="11313490"/>
                  </a:cubicBezTo>
                  <a:cubicBezTo>
                    <a:pt x="0" y="11555892"/>
                    <a:pt x="354771" y="11752508"/>
                    <a:pt x="792161" y="11752508"/>
                  </a:cubicBezTo>
                  <a:cubicBezTo>
                    <a:pt x="1229550" y="11752508"/>
                    <a:pt x="1584322" y="11555892"/>
                    <a:pt x="1584322" y="11313490"/>
                  </a:cubicBezTo>
                  <a:cubicBezTo>
                    <a:pt x="1584322" y="11071086"/>
                    <a:pt x="1229550" y="10874471"/>
                    <a:pt x="792161" y="10874471"/>
                  </a:cubicBezTo>
                  <a:close/>
                  <a:moveTo>
                    <a:pt x="10533795" y="10874471"/>
                  </a:moveTo>
                  <a:cubicBezTo>
                    <a:pt x="10096406" y="10874471"/>
                    <a:pt x="9741635" y="11071086"/>
                    <a:pt x="9741635" y="11313490"/>
                  </a:cubicBezTo>
                  <a:cubicBezTo>
                    <a:pt x="9741635" y="11555892"/>
                    <a:pt x="10096406" y="11752508"/>
                    <a:pt x="10533795" y="11752508"/>
                  </a:cubicBezTo>
                  <a:cubicBezTo>
                    <a:pt x="10971185" y="11752508"/>
                    <a:pt x="11325956" y="11555892"/>
                    <a:pt x="11325956" y="11313490"/>
                  </a:cubicBezTo>
                  <a:cubicBezTo>
                    <a:pt x="11325957" y="11071086"/>
                    <a:pt x="10971185" y="10874471"/>
                    <a:pt x="10533795" y="10874471"/>
                  </a:cubicBezTo>
                  <a:close/>
                  <a:moveTo>
                    <a:pt x="20275431" y="10874471"/>
                  </a:moveTo>
                  <a:cubicBezTo>
                    <a:pt x="19838040" y="10874471"/>
                    <a:pt x="19483270" y="11071086"/>
                    <a:pt x="19483270" y="11313490"/>
                  </a:cubicBezTo>
                  <a:cubicBezTo>
                    <a:pt x="19483270" y="11555892"/>
                    <a:pt x="19838040" y="11752508"/>
                    <a:pt x="20275431" y="11752508"/>
                  </a:cubicBezTo>
                  <a:cubicBezTo>
                    <a:pt x="20712821" y="11752508"/>
                    <a:pt x="21067593" y="11555892"/>
                    <a:pt x="21067593" y="11313490"/>
                  </a:cubicBezTo>
                  <a:cubicBezTo>
                    <a:pt x="21067590" y="11071086"/>
                    <a:pt x="20712819" y="10874471"/>
                    <a:pt x="20275431" y="10874471"/>
                  </a:cubicBezTo>
                  <a:close/>
                  <a:moveTo>
                    <a:pt x="30017064" y="10874471"/>
                  </a:moveTo>
                  <a:cubicBezTo>
                    <a:pt x="29579674" y="10874471"/>
                    <a:pt x="29224905" y="11071086"/>
                    <a:pt x="29224905" y="11313490"/>
                  </a:cubicBezTo>
                  <a:cubicBezTo>
                    <a:pt x="29224905" y="11555892"/>
                    <a:pt x="29579674" y="11752508"/>
                    <a:pt x="30017064" y="11752508"/>
                  </a:cubicBezTo>
                  <a:cubicBezTo>
                    <a:pt x="30454454" y="11752508"/>
                    <a:pt x="30809226" y="11555892"/>
                    <a:pt x="30809226" y="11313490"/>
                  </a:cubicBezTo>
                  <a:cubicBezTo>
                    <a:pt x="30809226" y="11071086"/>
                    <a:pt x="30454454" y="10874471"/>
                    <a:pt x="30017064" y="10874471"/>
                  </a:cubicBezTo>
                  <a:close/>
                  <a:moveTo>
                    <a:pt x="792161" y="16311034"/>
                  </a:moveTo>
                  <a:cubicBezTo>
                    <a:pt x="354771" y="16311034"/>
                    <a:pt x="0" y="16507650"/>
                    <a:pt x="0" y="16750052"/>
                  </a:cubicBezTo>
                  <a:cubicBezTo>
                    <a:pt x="0" y="16992454"/>
                    <a:pt x="354771" y="17189070"/>
                    <a:pt x="792161" y="17189070"/>
                  </a:cubicBezTo>
                  <a:cubicBezTo>
                    <a:pt x="1229550" y="17189070"/>
                    <a:pt x="1584322" y="16992454"/>
                    <a:pt x="1584322" y="16750052"/>
                  </a:cubicBezTo>
                  <a:cubicBezTo>
                    <a:pt x="1584322" y="16507650"/>
                    <a:pt x="1229550" y="16311034"/>
                    <a:pt x="792161" y="16311034"/>
                  </a:cubicBezTo>
                  <a:close/>
                  <a:moveTo>
                    <a:pt x="10533795" y="16311034"/>
                  </a:moveTo>
                  <a:cubicBezTo>
                    <a:pt x="10096406" y="16311034"/>
                    <a:pt x="9741635" y="16507650"/>
                    <a:pt x="9741635" y="16750052"/>
                  </a:cubicBezTo>
                  <a:cubicBezTo>
                    <a:pt x="9741635" y="16992454"/>
                    <a:pt x="10096406" y="17189070"/>
                    <a:pt x="10533795" y="17189070"/>
                  </a:cubicBezTo>
                  <a:cubicBezTo>
                    <a:pt x="10971185" y="17189070"/>
                    <a:pt x="11325956" y="16992454"/>
                    <a:pt x="11325956" y="16750052"/>
                  </a:cubicBezTo>
                  <a:cubicBezTo>
                    <a:pt x="11325957" y="16507650"/>
                    <a:pt x="10971185" y="16311034"/>
                    <a:pt x="10533795" y="16311034"/>
                  </a:cubicBezTo>
                  <a:close/>
                  <a:moveTo>
                    <a:pt x="20275431" y="16311034"/>
                  </a:moveTo>
                  <a:cubicBezTo>
                    <a:pt x="19838040" y="16311034"/>
                    <a:pt x="19483270" y="16507650"/>
                    <a:pt x="19483270" y="16750052"/>
                  </a:cubicBezTo>
                  <a:cubicBezTo>
                    <a:pt x="19483270" y="16992454"/>
                    <a:pt x="19838040" y="17189070"/>
                    <a:pt x="20275431" y="17189070"/>
                  </a:cubicBezTo>
                  <a:cubicBezTo>
                    <a:pt x="20712821" y="17189070"/>
                    <a:pt x="21067593" y="16992454"/>
                    <a:pt x="21067593" y="16750052"/>
                  </a:cubicBezTo>
                  <a:cubicBezTo>
                    <a:pt x="21067590" y="16507650"/>
                    <a:pt x="20712819" y="16311034"/>
                    <a:pt x="20275431" y="16311034"/>
                  </a:cubicBezTo>
                  <a:close/>
                  <a:moveTo>
                    <a:pt x="30017064" y="16311034"/>
                  </a:moveTo>
                  <a:cubicBezTo>
                    <a:pt x="29579674" y="16311034"/>
                    <a:pt x="29224905" y="16507650"/>
                    <a:pt x="29224905" y="16750052"/>
                  </a:cubicBezTo>
                  <a:cubicBezTo>
                    <a:pt x="29224905" y="16992454"/>
                    <a:pt x="29579674" y="17189070"/>
                    <a:pt x="30017064" y="17189070"/>
                  </a:cubicBezTo>
                  <a:cubicBezTo>
                    <a:pt x="30454454" y="17189070"/>
                    <a:pt x="30809226" y="16992454"/>
                    <a:pt x="30809226" y="16750052"/>
                  </a:cubicBezTo>
                  <a:cubicBezTo>
                    <a:pt x="30809226" y="16507650"/>
                    <a:pt x="30454454" y="16311034"/>
                    <a:pt x="30017064" y="16311034"/>
                  </a:cubicBezTo>
                  <a:close/>
                </a:path>
              </a:pathLst>
            </a:custGeom>
            <a:solidFill>
              <a:srgbClr val="FFE6FF">
                <a:alpha val="49804"/>
              </a:srgbClr>
            </a:solidFill>
          </p:spPr>
        </p:sp>
      </p:grpSp>
      <p:grpSp>
        <p:nvGrpSpPr>
          <p:cNvPr name="Group 4" id="4"/>
          <p:cNvGrpSpPr/>
          <p:nvPr/>
        </p:nvGrpSpPr>
        <p:grpSpPr>
          <a:xfrm rot="0">
            <a:off x="1028700" y="1850104"/>
            <a:ext cx="16230600" cy="6738101"/>
            <a:chOff x="0" y="0"/>
            <a:chExt cx="67189701" cy="27893669"/>
          </a:xfrm>
        </p:grpSpPr>
        <p:sp>
          <p:nvSpPr>
            <p:cNvPr name="Freeform 5" id="5"/>
            <p:cNvSpPr/>
            <p:nvPr/>
          </p:nvSpPr>
          <p:spPr>
            <a:xfrm flipH="false" flipV="false" rot="0">
              <a:off x="72390" y="72390"/>
              <a:ext cx="67044921" cy="27748889"/>
            </a:xfrm>
            <a:custGeom>
              <a:avLst/>
              <a:gdLst/>
              <a:ahLst/>
              <a:cxnLst/>
              <a:rect r="r" b="b" t="t" l="l"/>
              <a:pathLst>
                <a:path h="27748889" w="67044921">
                  <a:moveTo>
                    <a:pt x="0" y="0"/>
                  </a:moveTo>
                  <a:lnTo>
                    <a:pt x="67044921" y="0"/>
                  </a:lnTo>
                  <a:lnTo>
                    <a:pt x="67044921" y="27748889"/>
                  </a:lnTo>
                  <a:lnTo>
                    <a:pt x="0" y="27748889"/>
                  </a:lnTo>
                  <a:lnTo>
                    <a:pt x="0" y="0"/>
                  </a:lnTo>
                  <a:close/>
                </a:path>
              </a:pathLst>
            </a:custGeom>
            <a:solidFill>
              <a:srgbClr val="0F1C91"/>
            </a:solidFill>
          </p:spPr>
        </p:sp>
        <p:sp>
          <p:nvSpPr>
            <p:cNvPr name="Freeform 6" id="6"/>
            <p:cNvSpPr/>
            <p:nvPr/>
          </p:nvSpPr>
          <p:spPr>
            <a:xfrm flipH="false" flipV="false" rot="0">
              <a:off x="0" y="0"/>
              <a:ext cx="67189703" cy="27893668"/>
            </a:xfrm>
            <a:custGeom>
              <a:avLst/>
              <a:gdLst/>
              <a:ahLst/>
              <a:cxnLst/>
              <a:rect r="r" b="b" t="t" l="l"/>
              <a:pathLst>
                <a:path h="27893668" w="67189703">
                  <a:moveTo>
                    <a:pt x="67044919" y="27748889"/>
                  </a:moveTo>
                  <a:lnTo>
                    <a:pt x="67189703" y="27748889"/>
                  </a:lnTo>
                  <a:lnTo>
                    <a:pt x="67189703" y="27893668"/>
                  </a:lnTo>
                  <a:lnTo>
                    <a:pt x="67044919" y="27893668"/>
                  </a:lnTo>
                  <a:lnTo>
                    <a:pt x="67044919" y="27748889"/>
                  </a:lnTo>
                  <a:close/>
                  <a:moveTo>
                    <a:pt x="0" y="144780"/>
                  </a:moveTo>
                  <a:lnTo>
                    <a:pt x="144780" y="144780"/>
                  </a:lnTo>
                  <a:lnTo>
                    <a:pt x="144780" y="27748889"/>
                  </a:lnTo>
                  <a:lnTo>
                    <a:pt x="0" y="27748889"/>
                  </a:lnTo>
                  <a:lnTo>
                    <a:pt x="0" y="144780"/>
                  </a:lnTo>
                  <a:close/>
                  <a:moveTo>
                    <a:pt x="0" y="27748889"/>
                  </a:moveTo>
                  <a:lnTo>
                    <a:pt x="144780" y="27748889"/>
                  </a:lnTo>
                  <a:lnTo>
                    <a:pt x="144780" y="27893668"/>
                  </a:lnTo>
                  <a:lnTo>
                    <a:pt x="0" y="27893668"/>
                  </a:lnTo>
                  <a:lnTo>
                    <a:pt x="0" y="27748889"/>
                  </a:lnTo>
                  <a:close/>
                  <a:moveTo>
                    <a:pt x="67044919" y="144780"/>
                  </a:moveTo>
                  <a:lnTo>
                    <a:pt x="67189703" y="144780"/>
                  </a:lnTo>
                  <a:lnTo>
                    <a:pt x="67189703" y="27748889"/>
                  </a:lnTo>
                  <a:lnTo>
                    <a:pt x="67044919" y="27748889"/>
                  </a:lnTo>
                  <a:lnTo>
                    <a:pt x="67044919" y="144780"/>
                  </a:lnTo>
                  <a:close/>
                  <a:moveTo>
                    <a:pt x="144780" y="27748889"/>
                  </a:moveTo>
                  <a:lnTo>
                    <a:pt x="67044919" y="27748889"/>
                  </a:lnTo>
                  <a:lnTo>
                    <a:pt x="67044919" y="27893668"/>
                  </a:lnTo>
                  <a:lnTo>
                    <a:pt x="144780" y="27893668"/>
                  </a:lnTo>
                  <a:lnTo>
                    <a:pt x="144780" y="27748889"/>
                  </a:lnTo>
                  <a:close/>
                  <a:moveTo>
                    <a:pt x="67044919" y="0"/>
                  </a:moveTo>
                  <a:lnTo>
                    <a:pt x="67189703" y="0"/>
                  </a:lnTo>
                  <a:lnTo>
                    <a:pt x="67189703" y="144780"/>
                  </a:lnTo>
                  <a:lnTo>
                    <a:pt x="67044919" y="144780"/>
                  </a:lnTo>
                  <a:lnTo>
                    <a:pt x="67044919" y="0"/>
                  </a:lnTo>
                  <a:close/>
                  <a:moveTo>
                    <a:pt x="0" y="0"/>
                  </a:moveTo>
                  <a:lnTo>
                    <a:pt x="144780" y="0"/>
                  </a:lnTo>
                  <a:lnTo>
                    <a:pt x="144780" y="144780"/>
                  </a:lnTo>
                  <a:lnTo>
                    <a:pt x="0" y="144780"/>
                  </a:lnTo>
                  <a:lnTo>
                    <a:pt x="0" y="0"/>
                  </a:lnTo>
                  <a:close/>
                  <a:moveTo>
                    <a:pt x="144780" y="0"/>
                  </a:moveTo>
                  <a:lnTo>
                    <a:pt x="67044919" y="0"/>
                  </a:lnTo>
                  <a:lnTo>
                    <a:pt x="67044919" y="144780"/>
                  </a:lnTo>
                  <a:lnTo>
                    <a:pt x="144780" y="144780"/>
                  </a:lnTo>
                  <a:lnTo>
                    <a:pt x="144780" y="0"/>
                  </a:lnTo>
                  <a:close/>
                </a:path>
              </a:pathLst>
            </a:custGeom>
            <a:solidFill>
              <a:srgbClr val="FFE6FF"/>
            </a:solidFill>
          </p:spPr>
        </p:sp>
      </p:grpSp>
      <p:sp>
        <p:nvSpPr>
          <p:cNvPr name="AutoShape 7" id="7"/>
          <p:cNvSpPr/>
          <p:nvPr/>
        </p:nvSpPr>
        <p:spPr>
          <a:xfrm rot="0">
            <a:off x="1194206" y="1564175"/>
            <a:ext cx="15899587" cy="7024030"/>
          </a:xfrm>
          <a:prstGeom prst="rect">
            <a:avLst/>
          </a:prstGeom>
          <a:solidFill>
            <a:srgbClr val="FFE6FF"/>
          </a:solidFill>
        </p:spPr>
      </p:sp>
      <p:sp>
        <p:nvSpPr>
          <p:cNvPr name="AutoShape 8" id="8"/>
          <p:cNvSpPr/>
          <p:nvPr/>
        </p:nvSpPr>
        <p:spPr>
          <a:xfrm rot="0">
            <a:off x="2235012" y="2084709"/>
            <a:ext cx="6092973" cy="870580"/>
          </a:xfrm>
          <a:prstGeom prst="rect">
            <a:avLst/>
          </a:prstGeom>
          <a:solidFill>
            <a:srgbClr val="FD1F1F"/>
          </a:solidFill>
        </p:spPr>
      </p:sp>
      <p:sp>
        <p:nvSpPr>
          <p:cNvPr name="Freeform 9" id="9"/>
          <p:cNvSpPr/>
          <p:nvPr/>
        </p:nvSpPr>
        <p:spPr>
          <a:xfrm flipH="false" flipV="false" rot="0">
            <a:off x="2235012" y="4083891"/>
            <a:ext cx="7258627" cy="4062930"/>
          </a:xfrm>
          <a:custGeom>
            <a:avLst/>
            <a:gdLst/>
            <a:ahLst/>
            <a:cxnLst/>
            <a:rect r="r" b="b" t="t" l="l"/>
            <a:pathLst>
              <a:path h="4062930" w="7258627">
                <a:moveTo>
                  <a:pt x="0" y="0"/>
                </a:moveTo>
                <a:lnTo>
                  <a:pt x="7258626" y="0"/>
                </a:lnTo>
                <a:lnTo>
                  <a:pt x="7258626" y="4062930"/>
                </a:lnTo>
                <a:lnTo>
                  <a:pt x="0" y="4062930"/>
                </a:lnTo>
                <a:lnTo>
                  <a:pt x="0" y="0"/>
                </a:lnTo>
                <a:close/>
              </a:path>
            </a:pathLst>
          </a:custGeom>
          <a:blipFill>
            <a:blip r:embed="rId2"/>
            <a:stretch>
              <a:fillRect l="0" t="0" r="0" b="0"/>
            </a:stretch>
          </a:blipFill>
        </p:spPr>
      </p:sp>
      <p:sp>
        <p:nvSpPr>
          <p:cNvPr name="TextBox 10" id="10"/>
          <p:cNvSpPr txBox="true"/>
          <p:nvPr/>
        </p:nvSpPr>
        <p:spPr>
          <a:xfrm rot="0">
            <a:off x="2478131" y="2168268"/>
            <a:ext cx="7776206" cy="606425"/>
          </a:xfrm>
          <a:prstGeom prst="rect">
            <a:avLst/>
          </a:prstGeom>
        </p:spPr>
        <p:txBody>
          <a:bodyPr anchor="t" rtlCol="false" tIns="0" lIns="0" bIns="0" rIns="0">
            <a:spAutoFit/>
          </a:bodyPr>
          <a:lstStyle/>
          <a:p>
            <a:pPr algn="l">
              <a:lnSpc>
                <a:spcPts val="4900"/>
              </a:lnSpc>
              <a:spcBef>
                <a:spcPct val="0"/>
              </a:spcBef>
            </a:pPr>
            <a:r>
              <a:rPr lang="en-US" sz="3500">
                <a:solidFill>
                  <a:srgbClr val="FFFACD"/>
                </a:solidFill>
                <a:latin typeface="DM Sans Bold"/>
              </a:rPr>
              <a:t>CONVERSION ALGORITHM</a:t>
            </a:r>
          </a:p>
        </p:txBody>
      </p:sp>
      <p:sp>
        <p:nvSpPr>
          <p:cNvPr name="TextBox 11" id="11"/>
          <p:cNvSpPr txBox="true"/>
          <p:nvPr/>
        </p:nvSpPr>
        <p:spPr>
          <a:xfrm rot="0">
            <a:off x="2235012" y="3362820"/>
            <a:ext cx="13951327" cy="523240"/>
          </a:xfrm>
          <a:prstGeom prst="rect">
            <a:avLst/>
          </a:prstGeom>
        </p:spPr>
        <p:txBody>
          <a:bodyPr anchor="t" rtlCol="false" tIns="0" lIns="0" bIns="0" rIns="0">
            <a:spAutoFit/>
          </a:bodyPr>
          <a:lstStyle/>
          <a:p>
            <a:pPr algn="l">
              <a:lnSpc>
                <a:spcPts val="4234"/>
              </a:lnSpc>
              <a:spcBef>
                <a:spcPct val="0"/>
              </a:spcBef>
            </a:pPr>
            <a:r>
              <a:rPr lang="en-US" sz="3024">
                <a:solidFill>
                  <a:srgbClr val="0B1786"/>
                </a:solidFill>
                <a:latin typeface="DM Sans"/>
              </a:rPr>
              <a:t>The conversion algorithm includes:</a:t>
            </a:r>
          </a:p>
        </p:txBody>
      </p:sp>
    </p:spTree>
  </p:cSld>
  <p:clrMapOvr>
    <a:masterClrMapping/>
  </p:clrMapOvr>
</p:sld>
</file>

<file path=ppt/slides/slide35.xml><?xml version="1.0" encoding="utf-8"?>
<p:sld xmlns:p="http://schemas.openxmlformats.org/presentationml/2006/main" xmlns:a="http://schemas.openxmlformats.org/drawingml/2006/main">
  <p:cSld>
    <p:bg>
      <p:bgPr>
        <a:solidFill>
          <a:srgbClr val="0F1C91"/>
        </a:solidFill>
      </p:bgPr>
    </p:bg>
    <p:spTree>
      <p:nvGrpSpPr>
        <p:cNvPr id="1" name=""/>
        <p:cNvGrpSpPr/>
        <p:nvPr/>
      </p:nvGrpSpPr>
      <p:grpSpPr>
        <a:xfrm>
          <a:off x="0" y="0"/>
          <a:ext cx="0" cy="0"/>
          <a:chOff x="0" y="0"/>
          <a:chExt cx="0" cy="0"/>
        </a:xfrm>
      </p:grpSpPr>
      <p:grpSp>
        <p:nvGrpSpPr>
          <p:cNvPr name="Group 2" id="2"/>
          <p:cNvGrpSpPr/>
          <p:nvPr/>
        </p:nvGrpSpPr>
        <p:grpSpPr>
          <a:xfrm rot="0">
            <a:off x="66675" y="80294"/>
            <a:ext cx="18288000" cy="10206706"/>
            <a:chOff x="0" y="0"/>
            <a:chExt cx="2036572" cy="2050923"/>
          </a:xfrm>
        </p:grpSpPr>
        <p:sp>
          <p:nvSpPr>
            <p:cNvPr name="Freeform 3" id="3"/>
            <p:cNvSpPr/>
            <p:nvPr/>
          </p:nvSpPr>
          <p:spPr>
            <a:xfrm flipH="false" flipV="false" rot="0">
              <a:off x="0" y="0"/>
              <a:ext cx="30809226" cy="17189070"/>
            </a:xfrm>
            <a:custGeom>
              <a:avLst/>
              <a:gdLst/>
              <a:ahLst/>
              <a:cxnLst/>
              <a:rect r="r" b="b" t="t" l="l"/>
              <a:pathLst>
                <a:path h="17189070" w="30809226">
                  <a:moveTo>
                    <a:pt x="1584322" y="439019"/>
                  </a:moveTo>
                  <a:cubicBezTo>
                    <a:pt x="1584322" y="681422"/>
                    <a:pt x="1229550" y="878038"/>
                    <a:pt x="792161" y="878038"/>
                  </a:cubicBezTo>
                  <a:cubicBezTo>
                    <a:pt x="354771" y="878038"/>
                    <a:pt x="0" y="681422"/>
                    <a:pt x="0" y="439019"/>
                  </a:cubicBezTo>
                  <a:cubicBezTo>
                    <a:pt x="0" y="196616"/>
                    <a:pt x="354771" y="0"/>
                    <a:pt x="792161" y="0"/>
                  </a:cubicBezTo>
                  <a:cubicBezTo>
                    <a:pt x="1229550" y="0"/>
                    <a:pt x="1584322" y="196616"/>
                    <a:pt x="1584322" y="439019"/>
                  </a:cubicBezTo>
                  <a:close/>
                  <a:moveTo>
                    <a:pt x="10533795" y="0"/>
                  </a:moveTo>
                  <a:cubicBezTo>
                    <a:pt x="10096406" y="0"/>
                    <a:pt x="9741635" y="196616"/>
                    <a:pt x="9741635" y="439019"/>
                  </a:cubicBezTo>
                  <a:cubicBezTo>
                    <a:pt x="9741635" y="681422"/>
                    <a:pt x="10096406" y="878038"/>
                    <a:pt x="10533795" y="878038"/>
                  </a:cubicBezTo>
                  <a:cubicBezTo>
                    <a:pt x="10971185" y="878038"/>
                    <a:pt x="11325956" y="681422"/>
                    <a:pt x="11325956" y="439019"/>
                  </a:cubicBezTo>
                  <a:cubicBezTo>
                    <a:pt x="11325957" y="196616"/>
                    <a:pt x="10971185" y="0"/>
                    <a:pt x="10533795" y="0"/>
                  </a:cubicBezTo>
                  <a:close/>
                  <a:moveTo>
                    <a:pt x="20275431" y="0"/>
                  </a:moveTo>
                  <a:cubicBezTo>
                    <a:pt x="19838040" y="0"/>
                    <a:pt x="19483270" y="196616"/>
                    <a:pt x="19483270" y="439019"/>
                  </a:cubicBezTo>
                  <a:cubicBezTo>
                    <a:pt x="19483270" y="681422"/>
                    <a:pt x="19838040" y="878038"/>
                    <a:pt x="20275431" y="878038"/>
                  </a:cubicBezTo>
                  <a:cubicBezTo>
                    <a:pt x="20712821" y="878038"/>
                    <a:pt x="21067593" y="681422"/>
                    <a:pt x="21067593" y="439019"/>
                  </a:cubicBezTo>
                  <a:cubicBezTo>
                    <a:pt x="21067590" y="196616"/>
                    <a:pt x="20712819" y="0"/>
                    <a:pt x="20275431" y="0"/>
                  </a:cubicBezTo>
                  <a:close/>
                  <a:moveTo>
                    <a:pt x="30017064" y="878038"/>
                  </a:moveTo>
                  <a:cubicBezTo>
                    <a:pt x="30454454" y="878038"/>
                    <a:pt x="30809226" y="681422"/>
                    <a:pt x="30809226" y="439019"/>
                  </a:cubicBezTo>
                  <a:cubicBezTo>
                    <a:pt x="30809226" y="196616"/>
                    <a:pt x="30454454" y="0"/>
                    <a:pt x="30017064" y="0"/>
                  </a:cubicBezTo>
                  <a:cubicBezTo>
                    <a:pt x="29579674" y="0"/>
                    <a:pt x="29224905" y="196616"/>
                    <a:pt x="29224905" y="439019"/>
                  </a:cubicBezTo>
                  <a:cubicBezTo>
                    <a:pt x="29224905" y="681422"/>
                    <a:pt x="29579677" y="878038"/>
                    <a:pt x="30017064" y="878038"/>
                  </a:cubicBezTo>
                  <a:close/>
                  <a:moveTo>
                    <a:pt x="792161" y="5436562"/>
                  </a:moveTo>
                  <a:cubicBezTo>
                    <a:pt x="354771" y="5436562"/>
                    <a:pt x="0" y="5633177"/>
                    <a:pt x="0" y="5875581"/>
                  </a:cubicBezTo>
                  <a:cubicBezTo>
                    <a:pt x="0" y="6117984"/>
                    <a:pt x="354771" y="6314600"/>
                    <a:pt x="792161" y="6314600"/>
                  </a:cubicBezTo>
                  <a:cubicBezTo>
                    <a:pt x="1229550" y="6314600"/>
                    <a:pt x="1584322" y="6117984"/>
                    <a:pt x="1584322" y="5875581"/>
                  </a:cubicBezTo>
                  <a:cubicBezTo>
                    <a:pt x="1584322" y="5633178"/>
                    <a:pt x="1229550" y="5436562"/>
                    <a:pt x="792161" y="5436562"/>
                  </a:cubicBezTo>
                  <a:close/>
                  <a:moveTo>
                    <a:pt x="10533795" y="5436562"/>
                  </a:moveTo>
                  <a:cubicBezTo>
                    <a:pt x="10096406" y="5436562"/>
                    <a:pt x="9741635" y="5633177"/>
                    <a:pt x="9741635" y="5875581"/>
                  </a:cubicBezTo>
                  <a:cubicBezTo>
                    <a:pt x="9741635" y="6117984"/>
                    <a:pt x="10096406" y="6314600"/>
                    <a:pt x="10533795" y="6314600"/>
                  </a:cubicBezTo>
                  <a:cubicBezTo>
                    <a:pt x="10971185" y="6314600"/>
                    <a:pt x="11325956" y="6117984"/>
                    <a:pt x="11325956" y="5875581"/>
                  </a:cubicBezTo>
                  <a:cubicBezTo>
                    <a:pt x="11325957" y="5633178"/>
                    <a:pt x="10971185" y="5436562"/>
                    <a:pt x="10533795" y="5436562"/>
                  </a:cubicBezTo>
                  <a:close/>
                  <a:moveTo>
                    <a:pt x="20275431" y="5436562"/>
                  </a:moveTo>
                  <a:cubicBezTo>
                    <a:pt x="19838040" y="5436562"/>
                    <a:pt x="19483270" y="5633177"/>
                    <a:pt x="19483270" y="5875581"/>
                  </a:cubicBezTo>
                  <a:cubicBezTo>
                    <a:pt x="19483270" y="6117984"/>
                    <a:pt x="19838040" y="6314600"/>
                    <a:pt x="20275431" y="6314600"/>
                  </a:cubicBezTo>
                  <a:cubicBezTo>
                    <a:pt x="20712821" y="6314600"/>
                    <a:pt x="21067593" y="6117984"/>
                    <a:pt x="21067593" y="5875581"/>
                  </a:cubicBezTo>
                  <a:cubicBezTo>
                    <a:pt x="21067590" y="5633178"/>
                    <a:pt x="20712819" y="5436562"/>
                    <a:pt x="20275431" y="5436562"/>
                  </a:cubicBezTo>
                  <a:close/>
                  <a:moveTo>
                    <a:pt x="30017064" y="5436562"/>
                  </a:moveTo>
                  <a:cubicBezTo>
                    <a:pt x="29579674" y="5436562"/>
                    <a:pt x="29224905" y="5633177"/>
                    <a:pt x="29224905" y="5875581"/>
                  </a:cubicBezTo>
                  <a:cubicBezTo>
                    <a:pt x="29224905" y="6117984"/>
                    <a:pt x="29579674" y="6314600"/>
                    <a:pt x="30017064" y="6314600"/>
                  </a:cubicBezTo>
                  <a:cubicBezTo>
                    <a:pt x="30454454" y="6314600"/>
                    <a:pt x="30809226" y="6117984"/>
                    <a:pt x="30809226" y="5875581"/>
                  </a:cubicBezTo>
                  <a:cubicBezTo>
                    <a:pt x="30809226" y="5633178"/>
                    <a:pt x="30454454" y="5436562"/>
                    <a:pt x="30017064" y="5436562"/>
                  </a:cubicBezTo>
                  <a:close/>
                  <a:moveTo>
                    <a:pt x="792161" y="10874471"/>
                  </a:moveTo>
                  <a:cubicBezTo>
                    <a:pt x="354771" y="10874471"/>
                    <a:pt x="0" y="11071086"/>
                    <a:pt x="0" y="11313490"/>
                  </a:cubicBezTo>
                  <a:cubicBezTo>
                    <a:pt x="0" y="11555892"/>
                    <a:pt x="354771" y="11752508"/>
                    <a:pt x="792161" y="11752508"/>
                  </a:cubicBezTo>
                  <a:cubicBezTo>
                    <a:pt x="1229550" y="11752508"/>
                    <a:pt x="1584322" y="11555892"/>
                    <a:pt x="1584322" y="11313490"/>
                  </a:cubicBezTo>
                  <a:cubicBezTo>
                    <a:pt x="1584322" y="11071086"/>
                    <a:pt x="1229550" y="10874471"/>
                    <a:pt x="792161" y="10874471"/>
                  </a:cubicBezTo>
                  <a:close/>
                  <a:moveTo>
                    <a:pt x="10533795" y="10874471"/>
                  </a:moveTo>
                  <a:cubicBezTo>
                    <a:pt x="10096406" y="10874471"/>
                    <a:pt x="9741635" y="11071086"/>
                    <a:pt x="9741635" y="11313490"/>
                  </a:cubicBezTo>
                  <a:cubicBezTo>
                    <a:pt x="9741635" y="11555892"/>
                    <a:pt x="10096406" y="11752508"/>
                    <a:pt x="10533795" y="11752508"/>
                  </a:cubicBezTo>
                  <a:cubicBezTo>
                    <a:pt x="10971185" y="11752508"/>
                    <a:pt x="11325956" y="11555892"/>
                    <a:pt x="11325956" y="11313490"/>
                  </a:cubicBezTo>
                  <a:cubicBezTo>
                    <a:pt x="11325957" y="11071086"/>
                    <a:pt x="10971185" y="10874471"/>
                    <a:pt x="10533795" y="10874471"/>
                  </a:cubicBezTo>
                  <a:close/>
                  <a:moveTo>
                    <a:pt x="20275431" y="10874471"/>
                  </a:moveTo>
                  <a:cubicBezTo>
                    <a:pt x="19838040" y="10874471"/>
                    <a:pt x="19483270" y="11071086"/>
                    <a:pt x="19483270" y="11313490"/>
                  </a:cubicBezTo>
                  <a:cubicBezTo>
                    <a:pt x="19483270" y="11555892"/>
                    <a:pt x="19838040" y="11752508"/>
                    <a:pt x="20275431" y="11752508"/>
                  </a:cubicBezTo>
                  <a:cubicBezTo>
                    <a:pt x="20712821" y="11752508"/>
                    <a:pt x="21067593" y="11555892"/>
                    <a:pt x="21067593" y="11313490"/>
                  </a:cubicBezTo>
                  <a:cubicBezTo>
                    <a:pt x="21067590" y="11071086"/>
                    <a:pt x="20712819" y="10874471"/>
                    <a:pt x="20275431" y="10874471"/>
                  </a:cubicBezTo>
                  <a:close/>
                  <a:moveTo>
                    <a:pt x="30017064" y="10874471"/>
                  </a:moveTo>
                  <a:cubicBezTo>
                    <a:pt x="29579674" y="10874471"/>
                    <a:pt x="29224905" y="11071086"/>
                    <a:pt x="29224905" y="11313490"/>
                  </a:cubicBezTo>
                  <a:cubicBezTo>
                    <a:pt x="29224905" y="11555892"/>
                    <a:pt x="29579674" y="11752508"/>
                    <a:pt x="30017064" y="11752508"/>
                  </a:cubicBezTo>
                  <a:cubicBezTo>
                    <a:pt x="30454454" y="11752508"/>
                    <a:pt x="30809226" y="11555892"/>
                    <a:pt x="30809226" y="11313490"/>
                  </a:cubicBezTo>
                  <a:cubicBezTo>
                    <a:pt x="30809226" y="11071086"/>
                    <a:pt x="30454454" y="10874471"/>
                    <a:pt x="30017064" y="10874471"/>
                  </a:cubicBezTo>
                  <a:close/>
                  <a:moveTo>
                    <a:pt x="792161" y="16311034"/>
                  </a:moveTo>
                  <a:cubicBezTo>
                    <a:pt x="354771" y="16311034"/>
                    <a:pt x="0" y="16507650"/>
                    <a:pt x="0" y="16750052"/>
                  </a:cubicBezTo>
                  <a:cubicBezTo>
                    <a:pt x="0" y="16992454"/>
                    <a:pt x="354771" y="17189070"/>
                    <a:pt x="792161" y="17189070"/>
                  </a:cubicBezTo>
                  <a:cubicBezTo>
                    <a:pt x="1229550" y="17189070"/>
                    <a:pt x="1584322" y="16992454"/>
                    <a:pt x="1584322" y="16750052"/>
                  </a:cubicBezTo>
                  <a:cubicBezTo>
                    <a:pt x="1584322" y="16507650"/>
                    <a:pt x="1229550" y="16311034"/>
                    <a:pt x="792161" y="16311034"/>
                  </a:cubicBezTo>
                  <a:close/>
                  <a:moveTo>
                    <a:pt x="10533795" y="16311034"/>
                  </a:moveTo>
                  <a:cubicBezTo>
                    <a:pt x="10096406" y="16311034"/>
                    <a:pt x="9741635" y="16507650"/>
                    <a:pt x="9741635" y="16750052"/>
                  </a:cubicBezTo>
                  <a:cubicBezTo>
                    <a:pt x="9741635" y="16992454"/>
                    <a:pt x="10096406" y="17189070"/>
                    <a:pt x="10533795" y="17189070"/>
                  </a:cubicBezTo>
                  <a:cubicBezTo>
                    <a:pt x="10971185" y="17189070"/>
                    <a:pt x="11325956" y="16992454"/>
                    <a:pt x="11325956" y="16750052"/>
                  </a:cubicBezTo>
                  <a:cubicBezTo>
                    <a:pt x="11325957" y="16507650"/>
                    <a:pt x="10971185" y="16311034"/>
                    <a:pt x="10533795" y="16311034"/>
                  </a:cubicBezTo>
                  <a:close/>
                  <a:moveTo>
                    <a:pt x="20275431" y="16311034"/>
                  </a:moveTo>
                  <a:cubicBezTo>
                    <a:pt x="19838040" y="16311034"/>
                    <a:pt x="19483270" y="16507650"/>
                    <a:pt x="19483270" y="16750052"/>
                  </a:cubicBezTo>
                  <a:cubicBezTo>
                    <a:pt x="19483270" y="16992454"/>
                    <a:pt x="19838040" y="17189070"/>
                    <a:pt x="20275431" y="17189070"/>
                  </a:cubicBezTo>
                  <a:cubicBezTo>
                    <a:pt x="20712821" y="17189070"/>
                    <a:pt x="21067593" y="16992454"/>
                    <a:pt x="21067593" y="16750052"/>
                  </a:cubicBezTo>
                  <a:cubicBezTo>
                    <a:pt x="21067590" y="16507650"/>
                    <a:pt x="20712819" y="16311034"/>
                    <a:pt x="20275431" y="16311034"/>
                  </a:cubicBezTo>
                  <a:close/>
                  <a:moveTo>
                    <a:pt x="30017064" y="16311034"/>
                  </a:moveTo>
                  <a:cubicBezTo>
                    <a:pt x="29579674" y="16311034"/>
                    <a:pt x="29224905" y="16507650"/>
                    <a:pt x="29224905" y="16750052"/>
                  </a:cubicBezTo>
                  <a:cubicBezTo>
                    <a:pt x="29224905" y="16992454"/>
                    <a:pt x="29579674" y="17189070"/>
                    <a:pt x="30017064" y="17189070"/>
                  </a:cubicBezTo>
                  <a:cubicBezTo>
                    <a:pt x="30454454" y="17189070"/>
                    <a:pt x="30809226" y="16992454"/>
                    <a:pt x="30809226" y="16750052"/>
                  </a:cubicBezTo>
                  <a:cubicBezTo>
                    <a:pt x="30809226" y="16507650"/>
                    <a:pt x="30454454" y="16311034"/>
                    <a:pt x="30017064" y="16311034"/>
                  </a:cubicBezTo>
                  <a:close/>
                </a:path>
              </a:pathLst>
            </a:custGeom>
            <a:solidFill>
              <a:srgbClr val="FFE6FF">
                <a:alpha val="49804"/>
              </a:srgbClr>
            </a:solidFill>
          </p:spPr>
        </p:sp>
      </p:grpSp>
      <p:grpSp>
        <p:nvGrpSpPr>
          <p:cNvPr name="Group 4" id="4"/>
          <p:cNvGrpSpPr/>
          <p:nvPr/>
        </p:nvGrpSpPr>
        <p:grpSpPr>
          <a:xfrm rot="0">
            <a:off x="1028700" y="1850104"/>
            <a:ext cx="16230600" cy="6738101"/>
            <a:chOff x="0" y="0"/>
            <a:chExt cx="67189701" cy="27893669"/>
          </a:xfrm>
        </p:grpSpPr>
        <p:sp>
          <p:nvSpPr>
            <p:cNvPr name="Freeform 5" id="5"/>
            <p:cNvSpPr/>
            <p:nvPr/>
          </p:nvSpPr>
          <p:spPr>
            <a:xfrm flipH="false" flipV="false" rot="0">
              <a:off x="72390" y="72390"/>
              <a:ext cx="67044921" cy="27748889"/>
            </a:xfrm>
            <a:custGeom>
              <a:avLst/>
              <a:gdLst/>
              <a:ahLst/>
              <a:cxnLst/>
              <a:rect r="r" b="b" t="t" l="l"/>
              <a:pathLst>
                <a:path h="27748889" w="67044921">
                  <a:moveTo>
                    <a:pt x="0" y="0"/>
                  </a:moveTo>
                  <a:lnTo>
                    <a:pt x="67044921" y="0"/>
                  </a:lnTo>
                  <a:lnTo>
                    <a:pt x="67044921" y="27748889"/>
                  </a:lnTo>
                  <a:lnTo>
                    <a:pt x="0" y="27748889"/>
                  </a:lnTo>
                  <a:lnTo>
                    <a:pt x="0" y="0"/>
                  </a:lnTo>
                  <a:close/>
                </a:path>
              </a:pathLst>
            </a:custGeom>
            <a:solidFill>
              <a:srgbClr val="0F1C91"/>
            </a:solidFill>
          </p:spPr>
        </p:sp>
        <p:sp>
          <p:nvSpPr>
            <p:cNvPr name="Freeform 6" id="6"/>
            <p:cNvSpPr/>
            <p:nvPr/>
          </p:nvSpPr>
          <p:spPr>
            <a:xfrm flipH="false" flipV="false" rot="0">
              <a:off x="0" y="0"/>
              <a:ext cx="67189703" cy="27893668"/>
            </a:xfrm>
            <a:custGeom>
              <a:avLst/>
              <a:gdLst/>
              <a:ahLst/>
              <a:cxnLst/>
              <a:rect r="r" b="b" t="t" l="l"/>
              <a:pathLst>
                <a:path h="27893668" w="67189703">
                  <a:moveTo>
                    <a:pt x="67044919" y="27748889"/>
                  </a:moveTo>
                  <a:lnTo>
                    <a:pt x="67189703" y="27748889"/>
                  </a:lnTo>
                  <a:lnTo>
                    <a:pt x="67189703" y="27893668"/>
                  </a:lnTo>
                  <a:lnTo>
                    <a:pt x="67044919" y="27893668"/>
                  </a:lnTo>
                  <a:lnTo>
                    <a:pt x="67044919" y="27748889"/>
                  </a:lnTo>
                  <a:close/>
                  <a:moveTo>
                    <a:pt x="0" y="144780"/>
                  </a:moveTo>
                  <a:lnTo>
                    <a:pt x="144780" y="144780"/>
                  </a:lnTo>
                  <a:lnTo>
                    <a:pt x="144780" y="27748889"/>
                  </a:lnTo>
                  <a:lnTo>
                    <a:pt x="0" y="27748889"/>
                  </a:lnTo>
                  <a:lnTo>
                    <a:pt x="0" y="144780"/>
                  </a:lnTo>
                  <a:close/>
                  <a:moveTo>
                    <a:pt x="0" y="27748889"/>
                  </a:moveTo>
                  <a:lnTo>
                    <a:pt x="144780" y="27748889"/>
                  </a:lnTo>
                  <a:lnTo>
                    <a:pt x="144780" y="27893668"/>
                  </a:lnTo>
                  <a:lnTo>
                    <a:pt x="0" y="27893668"/>
                  </a:lnTo>
                  <a:lnTo>
                    <a:pt x="0" y="27748889"/>
                  </a:lnTo>
                  <a:close/>
                  <a:moveTo>
                    <a:pt x="67044919" y="144780"/>
                  </a:moveTo>
                  <a:lnTo>
                    <a:pt x="67189703" y="144780"/>
                  </a:lnTo>
                  <a:lnTo>
                    <a:pt x="67189703" y="27748889"/>
                  </a:lnTo>
                  <a:lnTo>
                    <a:pt x="67044919" y="27748889"/>
                  </a:lnTo>
                  <a:lnTo>
                    <a:pt x="67044919" y="144780"/>
                  </a:lnTo>
                  <a:close/>
                  <a:moveTo>
                    <a:pt x="144780" y="27748889"/>
                  </a:moveTo>
                  <a:lnTo>
                    <a:pt x="67044919" y="27748889"/>
                  </a:lnTo>
                  <a:lnTo>
                    <a:pt x="67044919" y="27893668"/>
                  </a:lnTo>
                  <a:lnTo>
                    <a:pt x="144780" y="27893668"/>
                  </a:lnTo>
                  <a:lnTo>
                    <a:pt x="144780" y="27748889"/>
                  </a:lnTo>
                  <a:close/>
                  <a:moveTo>
                    <a:pt x="67044919" y="0"/>
                  </a:moveTo>
                  <a:lnTo>
                    <a:pt x="67189703" y="0"/>
                  </a:lnTo>
                  <a:lnTo>
                    <a:pt x="67189703" y="144780"/>
                  </a:lnTo>
                  <a:lnTo>
                    <a:pt x="67044919" y="144780"/>
                  </a:lnTo>
                  <a:lnTo>
                    <a:pt x="67044919" y="0"/>
                  </a:lnTo>
                  <a:close/>
                  <a:moveTo>
                    <a:pt x="0" y="0"/>
                  </a:moveTo>
                  <a:lnTo>
                    <a:pt x="144780" y="0"/>
                  </a:lnTo>
                  <a:lnTo>
                    <a:pt x="144780" y="144780"/>
                  </a:lnTo>
                  <a:lnTo>
                    <a:pt x="0" y="144780"/>
                  </a:lnTo>
                  <a:lnTo>
                    <a:pt x="0" y="0"/>
                  </a:lnTo>
                  <a:close/>
                  <a:moveTo>
                    <a:pt x="144780" y="0"/>
                  </a:moveTo>
                  <a:lnTo>
                    <a:pt x="67044919" y="0"/>
                  </a:lnTo>
                  <a:lnTo>
                    <a:pt x="67044919" y="144780"/>
                  </a:lnTo>
                  <a:lnTo>
                    <a:pt x="144780" y="144780"/>
                  </a:lnTo>
                  <a:lnTo>
                    <a:pt x="144780" y="0"/>
                  </a:lnTo>
                  <a:close/>
                </a:path>
              </a:pathLst>
            </a:custGeom>
            <a:solidFill>
              <a:srgbClr val="FFE6FF"/>
            </a:solidFill>
          </p:spPr>
        </p:sp>
      </p:grpSp>
      <p:sp>
        <p:nvSpPr>
          <p:cNvPr name="AutoShape 7" id="7"/>
          <p:cNvSpPr/>
          <p:nvPr/>
        </p:nvSpPr>
        <p:spPr>
          <a:xfrm rot="0">
            <a:off x="1194206" y="1564175"/>
            <a:ext cx="15899587" cy="7024030"/>
          </a:xfrm>
          <a:prstGeom prst="rect">
            <a:avLst/>
          </a:prstGeom>
          <a:solidFill>
            <a:srgbClr val="FFE6FF"/>
          </a:solidFill>
        </p:spPr>
      </p:sp>
      <p:sp>
        <p:nvSpPr>
          <p:cNvPr name="AutoShape 8" id="8"/>
          <p:cNvSpPr/>
          <p:nvPr/>
        </p:nvSpPr>
        <p:spPr>
          <a:xfrm rot="0">
            <a:off x="2235012" y="2084709"/>
            <a:ext cx="5360717" cy="952041"/>
          </a:xfrm>
          <a:prstGeom prst="rect">
            <a:avLst/>
          </a:prstGeom>
          <a:solidFill>
            <a:srgbClr val="FD1F1F"/>
          </a:solidFill>
        </p:spPr>
      </p:sp>
      <p:sp>
        <p:nvSpPr>
          <p:cNvPr name="TextBox 9" id="9"/>
          <p:cNvSpPr txBox="true"/>
          <p:nvPr/>
        </p:nvSpPr>
        <p:spPr>
          <a:xfrm rot="0">
            <a:off x="2478131" y="2168268"/>
            <a:ext cx="7776206" cy="606425"/>
          </a:xfrm>
          <a:prstGeom prst="rect">
            <a:avLst/>
          </a:prstGeom>
        </p:spPr>
        <p:txBody>
          <a:bodyPr anchor="t" rtlCol="false" tIns="0" lIns="0" bIns="0" rIns="0">
            <a:spAutoFit/>
          </a:bodyPr>
          <a:lstStyle/>
          <a:p>
            <a:pPr algn="l">
              <a:lnSpc>
                <a:spcPts val="4900"/>
              </a:lnSpc>
              <a:spcBef>
                <a:spcPct val="0"/>
              </a:spcBef>
            </a:pPr>
            <a:r>
              <a:rPr lang="en-US" sz="3500">
                <a:solidFill>
                  <a:srgbClr val="FFFACD"/>
                </a:solidFill>
                <a:latin typeface="DM Sans Bold"/>
              </a:rPr>
              <a:t>CHARACTER SECTION</a:t>
            </a:r>
          </a:p>
        </p:txBody>
      </p:sp>
      <p:sp>
        <p:nvSpPr>
          <p:cNvPr name="TextBox 10" id="10"/>
          <p:cNvSpPr txBox="true"/>
          <p:nvPr/>
        </p:nvSpPr>
        <p:spPr>
          <a:xfrm rot="0">
            <a:off x="2235012" y="3857397"/>
            <a:ext cx="13951327" cy="3190240"/>
          </a:xfrm>
          <a:prstGeom prst="rect">
            <a:avLst/>
          </a:prstGeom>
        </p:spPr>
        <p:txBody>
          <a:bodyPr anchor="t" rtlCol="false" tIns="0" lIns="0" bIns="0" rIns="0">
            <a:spAutoFit/>
          </a:bodyPr>
          <a:lstStyle/>
          <a:p>
            <a:pPr algn="l">
              <a:lnSpc>
                <a:spcPts val="4234"/>
              </a:lnSpc>
              <a:spcBef>
                <a:spcPct val="0"/>
              </a:spcBef>
            </a:pPr>
            <a:r>
              <a:rPr lang="en-US" sz="3024">
                <a:solidFill>
                  <a:srgbClr val="0B1786"/>
                </a:solidFill>
                <a:latin typeface="DM Sans"/>
              </a:rPr>
              <a:t>Th</a:t>
            </a:r>
            <a:r>
              <a:rPr lang="en-US" sz="3024">
                <a:solidFill>
                  <a:srgbClr val="0B1786"/>
                </a:solidFill>
                <a:latin typeface="DM Sans"/>
              </a:rPr>
              <a:t>e character section is designed to showcase the main characters:</a:t>
            </a:r>
          </a:p>
          <a:p>
            <a:pPr algn="l" marL="653097" indent="-326548" lvl="1">
              <a:lnSpc>
                <a:spcPts val="4234"/>
              </a:lnSpc>
              <a:spcBef>
                <a:spcPct val="0"/>
              </a:spcBef>
              <a:buFont typeface="Arial"/>
              <a:buChar char="•"/>
            </a:pPr>
            <a:r>
              <a:rPr lang="en-US" sz="3024">
                <a:solidFill>
                  <a:srgbClr val="0B1786"/>
                </a:solidFill>
                <a:latin typeface="DM Sans"/>
              </a:rPr>
              <a:t>Charact</a:t>
            </a:r>
            <a:r>
              <a:rPr lang="en-US" sz="3024">
                <a:solidFill>
                  <a:srgbClr val="0B1786"/>
                </a:solidFill>
                <a:latin typeface="DM Sans"/>
              </a:rPr>
              <a:t>er C</a:t>
            </a:r>
            <a:r>
              <a:rPr lang="en-US" sz="3024">
                <a:solidFill>
                  <a:srgbClr val="0B1786"/>
                </a:solidFill>
                <a:latin typeface="DM Sans"/>
              </a:rPr>
              <a:t>ards: Each character is displayed in a card format with an image, name, and description.</a:t>
            </a:r>
          </a:p>
          <a:p>
            <a:pPr algn="l" marL="653097" indent="-326548" lvl="1">
              <a:lnSpc>
                <a:spcPts val="4234"/>
              </a:lnSpc>
              <a:spcBef>
                <a:spcPct val="0"/>
              </a:spcBef>
              <a:buFont typeface="Arial"/>
              <a:buChar char="•"/>
            </a:pPr>
            <a:r>
              <a:rPr lang="en-US" sz="3024">
                <a:solidFill>
                  <a:srgbClr val="0B1786"/>
                </a:solidFill>
                <a:latin typeface="DM Sans"/>
              </a:rPr>
              <a:t>Flexbox Layout: Ensures characters are well-aligned and spaced evenly.</a:t>
            </a:r>
          </a:p>
          <a:p>
            <a:pPr algn="l" marL="653097" indent="-326548" lvl="1">
              <a:lnSpc>
                <a:spcPts val="4234"/>
              </a:lnSpc>
              <a:spcBef>
                <a:spcPct val="0"/>
              </a:spcBef>
              <a:buFont typeface="Arial"/>
              <a:buChar char="•"/>
            </a:pPr>
            <a:r>
              <a:rPr lang="en-US" sz="3024">
                <a:solidFill>
                  <a:srgbClr val="0B1786"/>
                </a:solidFill>
                <a:latin typeface="DM Sans"/>
              </a:rPr>
              <a:t>Im</a:t>
            </a:r>
            <a:r>
              <a:rPr lang="en-US" sz="3024">
                <a:solidFill>
                  <a:srgbClr val="0B1786"/>
                </a:solidFill>
                <a:latin typeface="DM Sans"/>
              </a:rPr>
              <a:t>age Styling: Rounded corners and shadows add a polished look to character images.</a:t>
            </a:r>
          </a:p>
        </p:txBody>
      </p:sp>
    </p:spTree>
  </p:cSld>
  <p:clrMapOvr>
    <a:masterClrMapping/>
  </p:clrMapOvr>
</p:sld>
</file>

<file path=ppt/slides/slide36.xml><?xml version="1.0" encoding="utf-8"?>
<p:sld xmlns:p="http://schemas.openxmlformats.org/presentationml/2006/main" xmlns:a="http://schemas.openxmlformats.org/drawingml/2006/main">
  <p:cSld>
    <p:bg>
      <p:bgPr>
        <a:solidFill>
          <a:srgbClr val="0F1C91"/>
        </a:solidFill>
      </p:bgPr>
    </p:bg>
    <p:spTree>
      <p:nvGrpSpPr>
        <p:cNvPr id="1" name=""/>
        <p:cNvGrpSpPr/>
        <p:nvPr/>
      </p:nvGrpSpPr>
      <p:grpSpPr>
        <a:xfrm>
          <a:off x="0" y="0"/>
          <a:ext cx="0" cy="0"/>
          <a:chOff x="0" y="0"/>
          <a:chExt cx="0" cy="0"/>
        </a:xfrm>
      </p:grpSpPr>
      <p:grpSp>
        <p:nvGrpSpPr>
          <p:cNvPr name="Group 2" id="2"/>
          <p:cNvGrpSpPr/>
          <p:nvPr/>
        </p:nvGrpSpPr>
        <p:grpSpPr>
          <a:xfrm rot="0">
            <a:off x="66675" y="80294"/>
            <a:ext cx="18288000" cy="10206706"/>
            <a:chOff x="0" y="0"/>
            <a:chExt cx="2036572" cy="2050923"/>
          </a:xfrm>
        </p:grpSpPr>
        <p:sp>
          <p:nvSpPr>
            <p:cNvPr name="Freeform 3" id="3"/>
            <p:cNvSpPr/>
            <p:nvPr/>
          </p:nvSpPr>
          <p:spPr>
            <a:xfrm flipH="false" flipV="false" rot="0">
              <a:off x="0" y="0"/>
              <a:ext cx="30809226" cy="17189070"/>
            </a:xfrm>
            <a:custGeom>
              <a:avLst/>
              <a:gdLst/>
              <a:ahLst/>
              <a:cxnLst/>
              <a:rect r="r" b="b" t="t" l="l"/>
              <a:pathLst>
                <a:path h="17189070" w="30809226">
                  <a:moveTo>
                    <a:pt x="1584322" y="439019"/>
                  </a:moveTo>
                  <a:cubicBezTo>
                    <a:pt x="1584322" y="681422"/>
                    <a:pt x="1229550" y="878038"/>
                    <a:pt x="792161" y="878038"/>
                  </a:cubicBezTo>
                  <a:cubicBezTo>
                    <a:pt x="354771" y="878038"/>
                    <a:pt x="0" y="681422"/>
                    <a:pt x="0" y="439019"/>
                  </a:cubicBezTo>
                  <a:cubicBezTo>
                    <a:pt x="0" y="196616"/>
                    <a:pt x="354771" y="0"/>
                    <a:pt x="792161" y="0"/>
                  </a:cubicBezTo>
                  <a:cubicBezTo>
                    <a:pt x="1229550" y="0"/>
                    <a:pt x="1584322" y="196616"/>
                    <a:pt x="1584322" y="439019"/>
                  </a:cubicBezTo>
                  <a:close/>
                  <a:moveTo>
                    <a:pt x="10533795" y="0"/>
                  </a:moveTo>
                  <a:cubicBezTo>
                    <a:pt x="10096406" y="0"/>
                    <a:pt x="9741635" y="196616"/>
                    <a:pt x="9741635" y="439019"/>
                  </a:cubicBezTo>
                  <a:cubicBezTo>
                    <a:pt x="9741635" y="681422"/>
                    <a:pt x="10096406" y="878038"/>
                    <a:pt x="10533795" y="878038"/>
                  </a:cubicBezTo>
                  <a:cubicBezTo>
                    <a:pt x="10971185" y="878038"/>
                    <a:pt x="11325956" y="681422"/>
                    <a:pt x="11325956" y="439019"/>
                  </a:cubicBezTo>
                  <a:cubicBezTo>
                    <a:pt x="11325957" y="196616"/>
                    <a:pt x="10971185" y="0"/>
                    <a:pt x="10533795" y="0"/>
                  </a:cubicBezTo>
                  <a:close/>
                  <a:moveTo>
                    <a:pt x="20275431" y="0"/>
                  </a:moveTo>
                  <a:cubicBezTo>
                    <a:pt x="19838040" y="0"/>
                    <a:pt x="19483270" y="196616"/>
                    <a:pt x="19483270" y="439019"/>
                  </a:cubicBezTo>
                  <a:cubicBezTo>
                    <a:pt x="19483270" y="681422"/>
                    <a:pt x="19838040" y="878038"/>
                    <a:pt x="20275431" y="878038"/>
                  </a:cubicBezTo>
                  <a:cubicBezTo>
                    <a:pt x="20712821" y="878038"/>
                    <a:pt x="21067593" y="681422"/>
                    <a:pt x="21067593" y="439019"/>
                  </a:cubicBezTo>
                  <a:cubicBezTo>
                    <a:pt x="21067590" y="196616"/>
                    <a:pt x="20712819" y="0"/>
                    <a:pt x="20275431" y="0"/>
                  </a:cubicBezTo>
                  <a:close/>
                  <a:moveTo>
                    <a:pt x="30017064" y="878038"/>
                  </a:moveTo>
                  <a:cubicBezTo>
                    <a:pt x="30454454" y="878038"/>
                    <a:pt x="30809226" y="681422"/>
                    <a:pt x="30809226" y="439019"/>
                  </a:cubicBezTo>
                  <a:cubicBezTo>
                    <a:pt x="30809226" y="196616"/>
                    <a:pt x="30454454" y="0"/>
                    <a:pt x="30017064" y="0"/>
                  </a:cubicBezTo>
                  <a:cubicBezTo>
                    <a:pt x="29579674" y="0"/>
                    <a:pt x="29224905" y="196616"/>
                    <a:pt x="29224905" y="439019"/>
                  </a:cubicBezTo>
                  <a:cubicBezTo>
                    <a:pt x="29224905" y="681422"/>
                    <a:pt x="29579677" y="878038"/>
                    <a:pt x="30017064" y="878038"/>
                  </a:cubicBezTo>
                  <a:close/>
                  <a:moveTo>
                    <a:pt x="792161" y="5436562"/>
                  </a:moveTo>
                  <a:cubicBezTo>
                    <a:pt x="354771" y="5436562"/>
                    <a:pt x="0" y="5633177"/>
                    <a:pt x="0" y="5875581"/>
                  </a:cubicBezTo>
                  <a:cubicBezTo>
                    <a:pt x="0" y="6117984"/>
                    <a:pt x="354771" y="6314600"/>
                    <a:pt x="792161" y="6314600"/>
                  </a:cubicBezTo>
                  <a:cubicBezTo>
                    <a:pt x="1229550" y="6314600"/>
                    <a:pt x="1584322" y="6117984"/>
                    <a:pt x="1584322" y="5875581"/>
                  </a:cubicBezTo>
                  <a:cubicBezTo>
                    <a:pt x="1584322" y="5633178"/>
                    <a:pt x="1229550" y="5436562"/>
                    <a:pt x="792161" y="5436562"/>
                  </a:cubicBezTo>
                  <a:close/>
                  <a:moveTo>
                    <a:pt x="10533795" y="5436562"/>
                  </a:moveTo>
                  <a:cubicBezTo>
                    <a:pt x="10096406" y="5436562"/>
                    <a:pt x="9741635" y="5633177"/>
                    <a:pt x="9741635" y="5875581"/>
                  </a:cubicBezTo>
                  <a:cubicBezTo>
                    <a:pt x="9741635" y="6117984"/>
                    <a:pt x="10096406" y="6314600"/>
                    <a:pt x="10533795" y="6314600"/>
                  </a:cubicBezTo>
                  <a:cubicBezTo>
                    <a:pt x="10971185" y="6314600"/>
                    <a:pt x="11325956" y="6117984"/>
                    <a:pt x="11325956" y="5875581"/>
                  </a:cubicBezTo>
                  <a:cubicBezTo>
                    <a:pt x="11325957" y="5633178"/>
                    <a:pt x="10971185" y="5436562"/>
                    <a:pt x="10533795" y="5436562"/>
                  </a:cubicBezTo>
                  <a:close/>
                  <a:moveTo>
                    <a:pt x="20275431" y="5436562"/>
                  </a:moveTo>
                  <a:cubicBezTo>
                    <a:pt x="19838040" y="5436562"/>
                    <a:pt x="19483270" y="5633177"/>
                    <a:pt x="19483270" y="5875581"/>
                  </a:cubicBezTo>
                  <a:cubicBezTo>
                    <a:pt x="19483270" y="6117984"/>
                    <a:pt x="19838040" y="6314600"/>
                    <a:pt x="20275431" y="6314600"/>
                  </a:cubicBezTo>
                  <a:cubicBezTo>
                    <a:pt x="20712821" y="6314600"/>
                    <a:pt x="21067593" y="6117984"/>
                    <a:pt x="21067593" y="5875581"/>
                  </a:cubicBezTo>
                  <a:cubicBezTo>
                    <a:pt x="21067590" y="5633178"/>
                    <a:pt x="20712819" y="5436562"/>
                    <a:pt x="20275431" y="5436562"/>
                  </a:cubicBezTo>
                  <a:close/>
                  <a:moveTo>
                    <a:pt x="30017064" y="5436562"/>
                  </a:moveTo>
                  <a:cubicBezTo>
                    <a:pt x="29579674" y="5436562"/>
                    <a:pt x="29224905" y="5633177"/>
                    <a:pt x="29224905" y="5875581"/>
                  </a:cubicBezTo>
                  <a:cubicBezTo>
                    <a:pt x="29224905" y="6117984"/>
                    <a:pt x="29579674" y="6314600"/>
                    <a:pt x="30017064" y="6314600"/>
                  </a:cubicBezTo>
                  <a:cubicBezTo>
                    <a:pt x="30454454" y="6314600"/>
                    <a:pt x="30809226" y="6117984"/>
                    <a:pt x="30809226" y="5875581"/>
                  </a:cubicBezTo>
                  <a:cubicBezTo>
                    <a:pt x="30809226" y="5633178"/>
                    <a:pt x="30454454" y="5436562"/>
                    <a:pt x="30017064" y="5436562"/>
                  </a:cubicBezTo>
                  <a:close/>
                  <a:moveTo>
                    <a:pt x="792161" y="10874471"/>
                  </a:moveTo>
                  <a:cubicBezTo>
                    <a:pt x="354771" y="10874471"/>
                    <a:pt x="0" y="11071086"/>
                    <a:pt x="0" y="11313490"/>
                  </a:cubicBezTo>
                  <a:cubicBezTo>
                    <a:pt x="0" y="11555892"/>
                    <a:pt x="354771" y="11752508"/>
                    <a:pt x="792161" y="11752508"/>
                  </a:cubicBezTo>
                  <a:cubicBezTo>
                    <a:pt x="1229550" y="11752508"/>
                    <a:pt x="1584322" y="11555892"/>
                    <a:pt x="1584322" y="11313490"/>
                  </a:cubicBezTo>
                  <a:cubicBezTo>
                    <a:pt x="1584322" y="11071086"/>
                    <a:pt x="1229550" y="10874471"/>
                    <a:pt x="792161" y="10874471"/>
                  </a:cubicBezTo>
                  <a:close/>
                  <a:moveTo>
                    <a:pt x="10533795" y="10874471"/>
                  </a:moveTo>
                  <a:cubicBezTo>
                    <a:pt x="10096406" y="10874471"/>
                    <a:pt x="9741635" y="11071086"/>
                    <a:pt x="9741635" y="11313490"/>
                  </a:cubicBezTo>
                  <a:cubicBezTo>
                    <a:pt x="9741635" y="11555892"/>
                    <a:pt x="10096406" y="11752508"/>
                    <a:pt x="10533795" y="11752508"/>
                  </a:cubicBezTo>
                  <a:cubicBezTo>
                    <a:pt x="10971185" y="11752508"/>
                    <a:pt x="11325956" y="11555892"/>
                    <a:pt x="11325956" y="11313490"/>
                  </a:cubicBezTo>
                  <a:cubicBezTo>
                    <a:pt x="11325957" y="11071086"/>
                    <a:pt x="10971185" y="10874471"/>
                    <a:pt x="10533795" y="10874471"/>
                  </a:cubicBezTo>
                  <a:close/>
                  <a:moveTo>
                    <a:pt x="20275431" y="10874471"/>
                  </a:moveTo>
                  <a:cubicBezTo>
                    <a:pt x="19838040" y="10874471"/>
                    <a:pt x="19483270" y="11071086"/>
                    <a:pt x="19483270" y="11313490"/>
                  </a:cubicBezTo>
                  <a:cubicBezTo>
                    <a:pt x="19483270" y="11555892"/>
                    <a:pt x="19838040" y="11752508"/>
                    <a:pt x="20275431" y="11752508"/>
                  </a:cubicBezTo>
                  <a:cubicBezTo>
                    <a:pt x="20712821" y="11752508"/>
                    <a:pt x="21067593" y="11555892"/>
                    <a:pt x="21067593" y="11313490"/>
                  </a:cubicBezTo>
                  <a:cubicBezTo>
                    <a:pt x="21067590" y="11071086"/>
                    <a:pt x="20712819" y="10874471"/>
                    <a:pt x="20275431" y="10874471"/>
                  </a:cubicBezTo>
                  <a:close/>
                  <a:moveTo>
                    <a:pt x="30017064" y="10874471"/>
                  </a:moveTo>
                  <a:cubicBezTo>
                    <a:pt x="29579674" y="10874471"/>
                    <a:pt x="29224905" y="11071086"/>
                    <a:pt x="29224905" y="11313490"/>
                  </a:cubicBezTo>
                  <a:cubicBezTo>
                    <a:pt x="29224905" y="11555892"/>
                    <a:pt x="29579674" y="11752508"/>
                    <a:pt x="30017064" y="11752508"/>
                  </a:cubicBezTo>
                  <a:cubicBezTo>
                    <a:pt x="30454454" y="11752508"/>
                    <a:pt x="30809226" y="11555892"/>
                    <a:pt x="30809226" y="11313490"/>
                  </a:cubicBezTo>
                  <a:cubicBezTo>
                    <a:pt x="30809226" y="11071086"/>
                    <a:pt x="30454454" y="10874471"/>
                    <a:pt x="30017064" y="10874471"/>
                  </a:cubicBezTo>
                  <a:close/>
                  <a:moveTo>
                    <a:pt x="792161" y="16311034"/>
                  </a:moveTo>
                  <a:cubicBezTo>
                    <a:pt x="354771" y="16311034"/>
                    <a:pt x="0" y="16507650"/>
                    <a:pt x="0" y="16750052"/>
                  </a:cubicBezTo>
                  <a:cubicBezTo>
                    <a:pt x="0" y="16992454"/>
                    <a:pt x="354771" y="17189070"/>
                    <a:pt x="792161" y="17189070"/>
                  </a:cubicBezTo>
                  <a:cubicBezTo>
                    <a:pt x="1229550" y="17189070"/>
                    <a:pt x="1584322" y="16992454"/>
                    <a:pt x="1584322" y="16750052"/>
                  </a:cubicBezTo>
                  <a:cubicBezTo>
                    <a:pt x="1584322" y="16507650"/>
                    <a:pt x="1229550" y="16311034"/>
                    <a:pt x="792161" y="16311034"/>
                  </a:cubicBezTo>
                  <a:close/>
                  <a:moveTo>
                    <a:pt x="10533795" y="16311034"/>
                  </a:moveTo>
                  <a:cubicBezTo>
                    <a:pt x="10096406" y="16311034"/>
                    <a:pt x="9741635" y="16507650"/>
                    <a:pt x="9741635" y="16750052"/>
                  </a:cubicBezTo>
                  <a:cubicBezTo>
                    <a:pt x="9741635" y="16992454"/>
                    <a:pt x="10096406" y="17189070"/>
                    <a:pt x="10533795" y="17189070"/>
                  </a:cubicBezTo>
                  <a:cubicBezTo>
                    <a:pt x="10971185" y="17189070"/>
                    <a:pt x="11325956" y="16992454"/>
                    <a:pt x="11325956" y="16750052"/>
                  </a:cubicBezTo>
                  <a:cubicBezTo>
                    <a:pt x="11325957" y="16507650"/>
                    <a:pt x="10971185" y="16311034"/>
                    <a:pt x="10533795" y="16311034"/>
                  </a:cubicBezTo>
                  <a:close/>
                  <a:moveTo>
                    <a:pt x="20275431" y="16311034"/>
                  </a:moveTo>
                  <a:cubicBezTo>
                    <a:pt x="19838040" y="16311034"/>
                    <a:pt x="19483270" y="16507650"/>
                    <a:pt x="19483270" y="16750052"/>
                  </a:cubicBezTo>
                  <a:cubicBezTo>
                    <a:pt x="19483270" y="16992454"/>
                    <a:pt x="19838040" y="17189070"/>
                    <a:pt x="20275431" y="17189070"/>
                  </a:cubicBezTo>
                  <a:cubicBezTo>
                    <a:pt x="20712821" y="17189070"/>
                    <a:pt x="21067593" y="16992454"/>
                    <a:pt x="21067593" y="16750052"/>
                  </a:cubicBezTo>
                  <a:cubicBezTo>
                    <a:pt x="21067590" y="16507650"/>
                    <a:pt x="20712819" y="16311034"/>
                    <a:pt x="20275431" y="16311034"/>
                  </a:cubicBezTo>
                  <a:close/>
                  <a:moveTo>
                    <a:pt x="30017064" y="16311034"/>
                  </a:moveTo>
                  <a:cubicBezTo>
                    <a:pt x="29579674" y="16311034"/>
                    <a:pt x="29224905" y="16507650"/>
                    <a:pt x="29224905" y="16750052"/>
                  </a:cubicBezTo>
                  <a:cubicBezTo>
                    <a:pt x="29224905" y="16992454"/>
                    <a:pt x="29579674" y="17189070"/>
                    <a:pt x="30017064" y="17189070"/>
                  </a:cubicBezTo>
                  <a:cubicBezTo>
                    <a:pt x="30454454" y="17189070"/>
                    <a:pt x="30809226" y="16992454"/>
                    <a:pt x="30809226" y="16750052"/>
                  </a:cubicBezTo>
                  <a:cubicBezTo>
                    <a:pt x="30809226" y="16507650"/>
                    <a:pt x="30454454" y="16311034"/>
                    <a:pt x="30017064" y="16311034"/>
                  </a:cubicBezTo>
                  <a:close/>
                </a:path>
              </a:pathLst>
            </a:custGeom>
            <a:solidFill>
              <a:srgbClr val="FFE6FF">
                <a:alpha val="49804"/>
              </a:srgbClr>
            </a:solidFill>
          </p:spPr>
        </p:sp>
      </p:grpSp>
      <p:grpSp>
        <p:nvGrpSpPr>
          <p:cNvPr name="Group 4" id="4"/>
          <p:cNvGrpSpPr/>
          <p:nvPr/>
        </p:nvGrpSpPr>
        <p:grpSpPr>
          <a:xfrm rot="0">
            <a:off x="1028700" y="1850104"/>
            <a:ext cx="16230600" cy="6738101"/>
            <a:chOff x="0" y="0"/>
            <a:chExt cx="67189701" cy="27893669"/>
          </a:xfrm>
        </p:grpSpPr>
        <p:sp>
          <p:nvSpPr>
            <p:cNvPr name="Freeform 5" id="5"/>
            <p:cNvSpPr/>
            <p:nvPr/>
          </p:nvSpPr>
          <p:spPr>
            <a:xfrm flipH="false" flipV="false" rot="0">
              <a:off x="72390" y="72390"/>
              <a:ext cx="67044921" cy="27748889"/>
            </a:xfrm>
            <a:custGeom>
              <a:avLst/>
              <a:gdLst/>
              <a:ahLst/>
              <a:cxnLst/>
              <a:rect r="r" b="b" t="t" l="l"/>
              <a:pathLst>
                <a:path h="27748889" w="67044921">
                  <a:moveTo>
                    <a:pt x="0" y="0"/>
                  </a:moveTo>
                  <a:lnTo>
                    <a:pt x="67044921" y="0"/>
                  </a:lnTo>
                  <a:lnTo>
                    <a:pt x="67044921" y="27748889"/>
                  </a:lnTo>
                  <a:lnTo>
                    <a:pt x="0" y="27748889"/>
                  </a:lnTo>
                  <a:lnTo>
                    <a:pt x="0" y="0"/>
                  </a:lnTo>
                  <a:close/>
                </a:path>
              </a:pathLst>
            </a:custGeom>
            <a:solidFill>
              <a:srgbClr val="0F1C91"/>
            </a:solidFill>
          </p:spPr>
        </p:sp>
        <p:sp>
          <p:nvSpPr>
            <p:cNvPr name="Freeform 6" id="6"/>
            <p:cNvSpPr/>
            <p:nvPr/>
          </p:nvSpPr>
          <p:spPr>
            <a:xfrm flipH="false" flipV="false" rot="0">
              <a:off x="0" y="0"/>
              <a:ext cx="67189703" cy="27893668"/>
            </a:xfrm>
            <a:custGeom>
              <a:avLst/>
              <a:gdLst/>
              <a:ahLst/>
              <a:cxnLst/>
              <a:rect r="r" b="b" t="t" l="l"/>
              <a:pathLst>
                <a:path h="27893668" w="67189703">
                  <a:moveTo>
                    <a:pt x="67044919" y="27748889"/>
                  </a:moveTo>
                  <a:lnTo>
                    <a:pt x="67189703" y="27748889"/>
                  </a:lnTo>
                  <a:lnTo>
                    <a:pt x="67189703" y="27893668"/>
                  </a:lnTo>
                  <a:lnTo>
                    <a:pt x="67044919" y="27893668"/>
                  </a:lnTo>
                  <a:lnTo>
                    <a:pt x="67044919" y="27748889"/>
                  </a:lnTo>
                  <a:close/>
                  <a:moveTo>
                    <a:pt x="0" y="144780"/>
                  </a:moveTo>
                  <a:lnTo>
                    <a:pt x="144780" y="144780"/>
                  </a:lnTo>
                  <a:lnTo>
                    <a:pt x="144780" y="27748889"/>
                  </a:lnTo>
                  <a:lnTo>
                    <a:pt x="0" y="27748889"/>
                  </a:lnTo>
                  <a:lnTo>
                    <a:pt x="0" y="144780"/>
                  </a:lnTo>
                  <a:close/>
                  <a:moveTo>
                    <a:pt x="0" y="27748889"/>
                  </a:moveTo>
                  <a:lnTo>
                    <a:pt x="144780" y="27748889"/>
                  </a:lnTo>
                  <a:lnTo>
                    <a:pt x="144780" y="27893668"/>
                  </a:lnTo>
                  <a:lnTo>
                    <a:pt x="0" y="27893668"/>
                  </a:lnTo>
                  <a:lnTo>
                    <a:pt x="0" y="27748889"/>
                  </a:lnTo>
                  <a:close/>
                  <a:moveTo>
                    <a:pt x="67044919" y="144780"/>
                  </a:moveTo>
                  <a:lnTo>
                    <a:pt x="67189703" y="144780"/>
                  </a:lnTo>
                  <a:lnTo>
                    <a:pt x="67189703" y="27748889"/>
                  </a:lnTo>
                  <a:lnTo>
                    <a:pt x="67044919" y="27748889"/>
                  </a:lnTo>
                  <a:lnTo>
                    <a:pt x="67044919" y="144780"/>
                  </a:lnTo>
                  <a:close/>
                  <a:moveTo>
                    <a:pt x="144780" y="27748889"/>
                  </a:moveTo>
                  <a:lnTo>
                    <a:pt x="67044919" y="27748889"/>
                  </a:lnTo>
                  <a:lnTo>
                    <a:pt x="67044919" y="27893668"/>
                  </a:lnTo>
                  <a:lnTo>
                    <a:pt x="144780" y="27893668"/>
                  </a:lnTo>
                  <a:lnTo>
                    <a:pt x="144780" y="27748889"/>
                  </a:lnTo>
                  <a:close/>
                  <a:moveTo>
                    <a:pt x="67044919" y="0"/>
                  </a:moveTo>
                  <a:lnTo>
                    <a:pt x="67189703" y="0"/>
                  </a:lnTo>
                  <a:lnTo>
                    <a:pt x="67189703" y="144780"/>
                  </a:lnTo>
                  <a:lnTo>
                    <a:pt x="67044919" y="144780"/>
                  </a:lnTo>
                  <a:lnTo>
                    <a:pt x="67044919" y="0"/>
                  </a:lnTo>
                  <a:close/>
                  <a:moveTo>
                    <a:pt x="0" y="0"/>
                  </a:moveTo>
                  <a:lnTo>
                    <a:pt x="144780" y="0"/>
                  </a:lnTo>
                  <a:lnTo>
                    <a:pt x="144780" y="144780"/>
                  </a:lnTo>
                  <a:lnTo>
                    <a:pt x="0" y="144780"/>
                  </a:lnTo>
                  <a:lnTo>
                    <a:pt x="0" y="0"/>
                  </a:lnTo>
                  <a:close/>
                  <a:moveTo>
                    <a:pt x="144780" y="0"/>
                  </a:moveTo>
                  <a:lnTo>
                    <a:pt x="67044919" y="0"/>
                  </a:lnTo>
                  <a:lnTo>
                    <a:pt x="67044919" y="144780"/>
                  </a:lnTo>
                  <a:lnTo>
                    <a:pt x="144780" y="144780"/>
                  </a:lnTo>
                  <a:lnTo>
                    <a:pt x="144780" y="0"/>
                  </a:lnTo>
                  <a:close/>
                </a:path>
              </a:pathLst>
            </a:custGeom>
            <a:solidFill>
              <a:srgbClr val="FFE6FF"/>
            </a:solidFill>
          </p:spPr>
        </p:sp>
      </p:grpSp>
      <p:sp>
        <p:nvSpPr>
          <p:cNvPr name="AutoShape 7" id="7"/>
          <p:cNvSpPr/>
          <p:nvPr/>
        </p:nvSpPr>
        <p:spPr>
          <a:xfrm rot="0">
            <a:off x="1194206" y="1564175"/>
            <a:ext cx="15899587" cy="7024030"/>
          </a:xfrm>
          <a:prstGeom prst="rect">
            <a:avLst/>
          </a:prstGeom>
          <a:solidFill>
            <a:srgbClr val="FFE6FF"/>
          </a:solidFill>
        </p:spPr>
      </p:sp>
      <p:sp>
        <p:nvSpPr>
          <p:cNvPr name="AutoShape 8" id="8"/>
          <p:cNvSpPr/>
          <p:nvPr/>
        </p:nvSpPr>
        <p:spPr>
          <a:xfrm rot="0">
            <a:off x="2235012" y="2084709"/>
            <a:ext cx="4514797" cy="911759"/>
          </a:xfrm>
          <a:prstGeom prst="rect">
            <a:avLst/>
          </a:prstGeom>
          <a:solidFill>
            <a:srgbClr val="FD1F1F"/>
          </a:solidFill>
        </p:spPr>
      </p:sp>
      <p:sp>
        <p:nvSpPr>
          <p:cNvPr name="TextBox 9" id="9"/>
          <p:cNvSpPr txBox="true"/>
          <p:nvPr/>
        </p:nvSpPr>
        <p:spPr>
          <a:xfrm rot="0">
            <a:off x="2478131" y="2168268"/>
            <a:ext cx="4029985" cy="606425"/>
          </a:xfrm>
          <a:prstGeom prst="rect">
            <a:avLst/>
          </a:prstGeom>
        </p:spPr>
        <p:txBody>
          <a:bodyPr anchor="t" rtlCol="false" tIns="0" lIns="0" bIns="0" rIns="0">
            <a:spAutoFit/>
          </a:bodyPr>
          <a:lstStyle/>
          <a:p>
            <a:pPr algn="l">
              <a:lnSpc>
                <a:spcPts val="4900"/>
              </a:lnSpc>
              <a:spcBef>
                <a:spcPct val="0"/>
              </a:spcBef>
            </a:pPr>
            <a:r>
              <a:rPr lang="en-US" sz="3500">
                <a:solidFill>
                  <a:srgbClr val="FFFACD"/>
                </a:solidFill>
                <a:latin typeface="DM Sans Bold"/>
              </a:rPr>
              <a:t>FAN ART GALLERY</a:t>
            </a:r>
          </a:p>
        </p:txBody>
      </p:sp>
      <p:sp>
        <p:nvSpPr>
          <p:cNvPr name="TextBox 10" id="10"/>
          <p:cNvSpPr txBox="true"/>
          <p:nvPr/>
        </p:nvSpPr>
        <p:spPr>
          <a:xfrm rot="0">
            <a:off x="2235012" y="3857397"/>
            <a:ext cx="13951327" cy="2656840"/>
          </a:xfrm>
          <a:prstGeom prst="rect">
            <a:avLst/>
          </a:prstGeom>
        </p:spPr>
        <p:txBody>
          <a:bodyPr anchor="t" rtlCol="false" tIns="0" lIns="0" bIns="0" rIns="0">
            <a:spAutoFit/>
          </a:bodyPr>
          <a:lstStyle/>
          <a:p>
            <a:pPr algn="l">
              <a:lnSpc>
                <a:spcPts val="4234"/>
              </a:lnSpc>
              <a:spcBef>
                <a:spcPct val="0"/>
              </a:spcBef>
            </a:pPr>
            <a:r>
              <a:rPr lang="en-US" sz="3024">
                <a:solidFill>
                  <a:srgbClr val="0B1786"/>
                </a:solidFill>
                <a:latin typeface="DM Sans"/>
              </a:rPr>
              <a:t>Th</a:t>
            </a:r>
            <a:r>
              <a:rPr lang="en-US" sz="3024">
                <a:solidFill>
                  <a:srgbClr val="0B1786"/>
                </a:solidFill>
                <a:latin typeface="DM Sans"/>
              </a:rPr>
              <a:t>e fan art gallery section showcases fan creations:</a:t>
            </a:r>
          </a:p>
          <a:p>
            <a:pPr algn="l" marL="653097" indent="-326548" lvl="1">
              <a:lnSpc>
                <a:spcPts val="4234"/>
              </a:lnSpc>
              <a:spcBef>
                <a:spcPct val="0"/>
              </a:spcBef>
              <a:buFont typeface="Arial"/>
              <a:buChar char="•"/>
            </a:pPr>
            <a:r>
              <a:rPr lang="en-US" sz="3024">
                <a:solidFill>
                  <a:srgbClr val="0B1786"/>
                </a:solidFill>
                <a:latin typeface="DM Sans"/>
              </a:rPr>
              <a:t>Cent</a:t>
            </a:r>
            <a:r>
              <a:rPr lang="en-US" sz="3024">
                <a:solidFill>
                  <a:srgbClr val="0B1786"/>
                </a:solidFill>
                <a:latin typeface="DM Sans"/>
              </a:rPr>
              <a:t>er Alignment</a:t>
            </a:r>
            <a:r>
              <a:rPr lang="en-US" sz="3024">
                <a:solidFill>
                  <a:srgbClr val="0B1786"/>
                </a:solidFill>
                <a:latin typeface="DM Sans"/>
              </a:rPr>
              <a:t>: Images are center-aligned for a balanced layout.</a:t>
            </a:r>
          </a:p>
          <a:p>
            <a:pPr algn="l" marL="653097" indent="-326548" lvl="1">
              <a:lnSpc>
                <a:spcPts val="4234"/>
              </a:lnSpc>
              <a:spcBef>
                <a:spcPct val="0"/>
              </a:spcBef>
              <a:buFont typeface="Arial"/>
              <a:buChar char="•"/>
            </a:pPr>
            <a:r>
              <a:rPr lang="en-US" sz="3024">
                <a:solidFill>
                  <a:srgbClr val="0B1786"/>
                </a:solidFill>
                <a:latin typeface="DM Sans"/>
              </a:rPr>
              <a:t>Flexbox Gallery: Flexbox is used to create a responsive and visually appealing gallery.</a:t>
            </a:r>
          </a:p>
          <a:p>
            <a:pPr algn="l" marL="653097" indent="-326548" lvl="1">
              <a:lnSpc>
                <a:spcPts val="4234"/>
              </a:lnSpc>
              <a:spcBef>
                <a:spcPct val="0"/>
              </a:spcBef>
              <a:buFont typeface="Arial"/>
              <a:buChar char="•"/>
            </a:pPr>
            <a:r>
              <a:rPr lang="en-US" sz="3024">
                <a:solidFill>
                  <a:srgbClr val="0B1786"/>
                </a:solidFill>
                <a:latin typeface="DM Sans"/>
              </a:rPr>
              <a:t>Im</a:t>
            </a:r>
            <a:r>
              <a:rPr lang="en-US" sz="3024">
                <a:solidFill>
                  <a:srgbClr val="0B1786"/>
                </a:solidFill>
                <a:latin typeface="DM Sans"/>
              </a:rPr>
              <a:t>age Spacing: Adequate spacing between images ensures a clean look.</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0F1C91"/>
        </a:solidFill>
      </p:bgPr>
    </p:bg>
    <p:spTree>
      <p:nvGrpSpPr>
        <p:cNvPr id="1" name=""/>
        <p:cNvGrpSpPr/>
        <p:nvPr/>
      </p:nvGrpSpPr>
      <p:grpSpPr>
        <a:xfrm>
          <a:off x="0" y="0"/>
          <a:ext cx="0" cy="0"/>
          <a:chOff x="0" y="0"/>
          <a:chExt cx="0" cy="0"/>
        </a:xfrm>
      </p:grpSpPr>
      <p:grpSp>
        <p:nvGrpSpPr>
          <p:cNvPr name="Group 2" id="2"/>
          <p:cNvGrpSpPr/>
          <p:nvPr/>
        </p:nvGrpSpPr>
        <p:grpSpPr>
          <a:xfrm rot="0">
            <a:off x="66675" y="80294"/>
            <a:ext cx="18288000" cy="10206706"/>
            <a:chOff x="0" y="0"/>
            <a:chExt cx="2036572" cy="2050923"/>
          </a:xfrm>
        </p:grpSpPr>
        <p:sp>
          <p:nvSpPr>
            <p:cNvPr name="Freeform 3" id="3"/>
            <p:cNvSpPr/>
            <p:nvPr/>
          </p:nvSpPr>
          <p:spPr>
            <a:xfrm flipH="false" flipV="false" rot="0">
              <a:off x="0" y="0"/>
              <a:ext cx="30809226" cy="17189070"/>
            </a:xfrm>
            <a:custGeom>
              <a:avLst/>
              <a:gdLst/>
              <a:ahLst/>
              <a:cxnLst/>
              <a:rect r="r" b="b" t="t" l="l"/>
              <a:pathLst>
                <a:path h="17189070" w="30809226">
                  <a:moveTo>
                    <a:pt x="1584322" y="439019"/>
                  </a:moveTo>
                  <a:cubicBezTo>
                    <a:pt x="1584322" y="681422"/>
                    <a:pt x="1229550" y="878038"/>
                    <a:pt x="792161" y="878038"/>
                  </a:cubicBezTo>
                  <a:cubicBezTo>
                    <a:pt x="354771" y="878038"/>
                    <a:pt x="0" y="681422"/>
                    <a:pt x="0" y="439019"/>
                  </a:cubicBezTo>
                  <a:cubicBezTo>
                    <a:pt x="0" y="196616"/>
                    <a:pt x="354771" y="0"/>
                    <a:pt x="792161" y="0"/>
                  </a:cubicBezTo>
                  <a:cubicBezTo>
                    <a:pt x="1229550" y="0"/>
                    <a:pt x="1584322" y="196616"/>
                    <a:pt x="1584322" y="439019"/>
                  </a:cubicBezTo>
                  <a:close/>
                  <a:moveTo>
                    <a:pt x="10533795" y="0"/>
                  </a:moveTo>
                  <a:cubicBezTo>
                    <a:pt x="10096406" y="0"/>
                    <a:pt x="9741635" y="196616"/>
                    <a:pt x="9741635" y="439019"/>
                  </a:cubicBezTo>
                  <a:cubicBezTo>
                    <a:pt x="9741635" y="681422"/>
                    <a:pt x="10096406" y="878038"/>
                    <a:pt x="10533795" y="878038"/>
                  </a:cubicBezTo>
                  <a:cubicBezTo>
                    <a:pt x="10971185" y="878038"/>
                    <a:pt x="11325956" y="681422"/>
                    <a:pt x="11325956" y="439019"/>
                  </a:cubicBezTo>
                  <a:cubicBezTo>
                    <a:pt x="11325957" y="196616"/>
                    <a:pt x="10971185" y="0"/>
                    <a:pt x="10533795" y="0"/>
                  </a:cubicBezTo>
                  <a:close/>
                  <a:moveTo>
                    <a:pt x="20275431" y="0"/>
                  </a:moveTo>
                  <a:cubicBezTo>
                    <a:pt x="19838040" y="0"/>
                    <a:pt x="19483270" y="196616"/>
                    <a:pt x="19483270" y="439019"/>
                  </a:cubicBezTo>
                  <a:cubicBezTo>
                    <a:pt x="19483270" y="681422"/>
                    <a:pt x="19838040" y="878038"/>
                    <a:pt x="20275431" y="878038"/>
                  </a:cubicBezTo>
                  <a:cubicBezTo>
                    <a:pt x="20712821" y="878038"/>
                    <a:pt x="21067593" y="681422"/>
                    <a:pt x="21067593" y="439019"/>
                  </a:cubicBezTo>
                  <a:cubicBezTo>
                    <a:pt x="21067590" y="196616"/>
                    <a:pt x="20712819" y="0"/>
                    <a:pt x="20275431" y="0"/>
                  </a:cubicBezTo>
                  <a:close/>
                  <a:moveTo>
                    <a:pt x="30017064" y="878038"/>
                  </a:moveTo>
                  <a:cubicBezTo>
                    <a:pt x="30454454" y="878038"/>
                    <a:pt x="30809226" y="681422"/>
                    <a:pt x="30809226" y="439019"/>
                  </a:cubicBezTo>
                  <a:cubicBezTo>
                    <a:pt x="30809226" y="196616"/>
                    <a:pt x="30454454" y="0"/>
                    <a:pt x="30017064" y="0"/>
                  </a:cubicBezTo>
                  <a:cubicBezTo>
                    <a:pt x="29579674" y="0"/>
                    <a:pt x="29224905" y="196616"/>
                    <a:pt x="29224905" y="439019"/>
                  </a:cubicBezTo>
                  <a:cubicBezTo>
                    <a:pt x="29224905" y="681422"/>
                    <a:pt x="29579677" y="878038"/>
                    <a:pt x="30017064" y="878038"/>
                  </a:cubicBezTo>
                  <a:close/>
                  <a:moveTo>
                    <a:pt x="792161" y="5436562"/>
                  </a:moveTo>
                  <a:cubicBezTo>
                    <a:pt x="354771" y="5436562"/>
                    <a:pt x="0" y="5633177"/>
                    <a:pt x="0" y="5875581"/>
                  </a:cubicBezTo>
                  <a:cubicBezTo>
                    <a:pt x="0" y="6117984"/>
                    <a:pt x="354771" y="6314600"/>
                    <a:pt x="792161" y="6314600"/>
                  </a:cubicBezTo>
                  <a:cubicBezTo>
                    <a:pt x="1229550" y="6314600"/>
                    <a:pt x="1584322" y="6117984"/>
                    <a:pt x="1584322" y="5875581"/>
                  </a:cubicBezTo>
                  <a:cubicBezTo>
                    <a:pt x="1584322" y="5633178"/>
                    <a:pt x="1229550" y="5436562"/>
                    <a:pt x="792161" y="5436562"/>
                  </a:cubicBezTo>
                  <a:close/>
                  <a:moveTo>
                    <a:pt x="10533795" y="5436562"/>
                  </a:moveTo>
                  <a:cubicBezTo>
                    <a:pt x="10096406" y="5436562"/>
                    <a:pt x="9741635" y="5633177"/>
                    <a:pt x="9741635" y="5875581"/>
                  </a:cubicBezTo>
                  <a:cubicBezTo>
                    <a:pt x="9741635" y="6117984"/>
                    <a:pt x="10096406" y="6314600"/>
                    <a:pt x="10533795" y="6314600"/>
                  </a:cubicBezTo>
                  <a:cubicBezTo>
                    <a:pt x="10971185" y="6314600"/>
                    <a:pt x="11325956" y="6117984"/>
                    <a:pt x="11325956" y="5875581"/>
                  </a:cubicBezTo>
                  <a:cubicBezTo>
                    <a:pt x="11325957" y="5633178"/>
                    <a:pt x="10971185" y="5436562"/>
                    <a:pt x="10533795" y="5436562"/>
                  </a:cubicBezTo>
                  <a:close/>
                  <a:moveTo>
                    <a:pt x="20275431" y="5436562"/>
                  </a:moveTo>
                  <a:cubicBezTo>
                    <a:pt x="19838040" y="5436562"/>
                    <a:pt x="19483270" y="5633177"/>
                    <a:pt x="19483270" y="5875581"/>
                  </a:cubicBezTo>
                  <a:cubicBezTo>
                    <a:pt x="19483270" y="6117984"/>
                    <a:pt x="19838040" y="6314600"/>
                    <a:pt x="20275431" y="6314600"/>
                  </a:cubicBezTo>
                  <a:cubicBezTo>
                    <a:pt x="20712821" y="6314600"/>
                    <a:pt x="21067593" y="6117984"/>
                    <a:pt x="21067593" y="5875581"/>
                  </a:cubicBezTo>
                  <a:cubicBezTo>
                    <a:pt x="21067590" y="5633178"/>
                    <a:pt x="20712819" y="5436562"/>
                    <a:pt x="20275431" y="5436562"/>
                  </a:cubicBezTo>
                  <a:close/>
                  <a:moveTo>
                    <a:pt x="30017064" y="5436562"/>
                  </a:moveTo>
                  <a:cubicBezTo>
                    <a:pt x="29579674" y="5436562"/>
                    <a:pt x="29224905" y="5633177"/>
                    <a:pt x="29224905" y="5875581"/>
                  </a:cubicBezTo>
                  <a:cubicBezTo>
                    <a:pt x="29224905" y="6117984"/>
                    <a:pt x="29579674" y="6314600"/>
                    <a:pt x="30017064" y="6314600"/>
                  </a:cubicBezTo>
                  <a:cubicBezTo>
                    <a:pt x="30454454" y="6314600"/>
                    <a:pt x="30809226" y="6117984"/>
                    <a:pt x="30809226" y="5875581"/>
                  </a:cubicBezTo>
                  <a:cubicBezTo>
                    <a:pt x="30809226" y="5633178"/>
                    <a:pt x="30454454" y="5436562"/>
                    <a:pt x="30017064" y="5436562"/>
                  </a:cubicBezTo>
                  <a:close/>
                  <a:moveTo>
                    <a:pt x="792161" y="10874471"/>
                  </a:moveTo>
                  <a:cubicBezTo>
                    <a:pt x="354771" y="10874471"/>
                    <a:pt x="0" y="11071086"/>
                    <a:pt x="0" y="11313490"/>
                  </a:cubicBezTo>
                  <a:cubicBezTo>
                    <a:pt x="0" y="11555892"/>
                    <a:pt x="354771" y="11752508"/>
                    <a:pt x="792161" y="11752508"/>
                  </a:cubicBezTo>
                  <a:cubicBezTo>
                    <a:pt x="1229550" y="11752508"/>
                    <a:pt x="1584322" y="11555892"/>
                    <a:pt x="1584322" y="11313490"/>
                  </a:cubicBezTo>
                  <a:cubicBezTo>
                    <a:pt x="1584322" y="11071086"/>
                    <a:pt x="1229550" y="10874471"/>
                    <a:pt x="792161" y="10874471"/>
                  </a:cubicBezTo>
                  <a:close/>
                  <a:moveTo>
                    <a:pt x="10533795" y="10874471"/>
                  </a:moveTo>
                  <a:cubicBezTo>
                    <a:pt x="10096406" y="10874471"/>
                    <a:pt x="9741635" y="11071086"/>
                    <a:pt x="9741635" y="11313490"/>
                  </a:cubicBezTo>
                  <a:cubicBezTo>
                    <a:pt x="9741635" y="11555892"/>
                    <a:pt x="10096406" y="11752508"/>
                    <a:pt x="10533795" y="11752508"/>
                  </a:cubicBezTo>
                  <a:cubicBezTo>
                    <a:pt x="10971185" y="11752508"/>
                    <a:pt x="11325956" y="11555892"/>
                    <a:pt x="11325956" y="11313490"/>
                  </a:cubicBezTo>
                  <a:cubicBezTo>
                    <a:pt x="11325957" y="11071086"/>
                    <a:pt x="10971185" y="10874471"/>
                    <a:pt x="10533795" y="10874471"/>
                  </a:cubicBezTo>
                  <a:close/>
                  <a:moveTo>
                    <a:pt x="20275431" y="10874471"/>
                  </a:moveTo>
                  <a:cubicBezTo>
                    <a:pt x="19838040" y="10874471"/>
                    <a:pt x="19483270" y="11071086"/>
                    <a:pt x="19483270" y="11313490"/>
                  </a:cubicBezTo>
                  <a:cubicBezTo>
                    <a:pt x="19483270" y="11555892"/>
                    <a:pt x="19838040" y="11752508"/>
                    <a:pt x="20275431" y="11752508"/>
                  </a:cubicBezTo>
                  <a:cubicBezTo>
                    <a:pt x="20712821" y="11752508"/>
                    <a:pt x="21067593" y="11555892"/>
                    <a:pt x="21067593" y="11313490"/>
                  </a:cubicBezTo>
                  <a:cubicBezTo>
                    <a:pt x="21067590" y="11071086"/>
                    <a:pt x="20712819" y="10874471"/>
                    <a:pt x="20275431" y="10874471"/>
                  </a:cubicBezTo>
                  <a:close/>
                  <a:moveTo>
                    <a:pt x="30017064" y="10874471"/>
                  </a:moveTo>
                  <a:cubicBezTo>
                    <a:pt x="29579674" y="10874471"/>
                    <a:pt x="29224905" y="11071086"/>
                    <a:pt x="29224905" y="11313490"/>
                  </a:cubicBezTo>
                  <a:cubicBezTo>
                    <a:pt x="29224905" y="11555892"/>
                    <a:pt x="29579674" y="11752508"/>
                    <a:pt x="30017064" y="11752508"/>
                  </a:cubicBezTo>
                  <a:cubicBezTo>
                    <a:pt x="30454454" y="11752508"/>
                    <a:pt x="30809226" y="11555892"/>
                    <a:pt x="30809226" y="11313490"/>
                  </a:cubicBezTo>
                  <a:cubicBezTo>
                    <a:pt x="30809226" y="11071086"/>
                    <a:pt x="30454454" y="10874471"/>
                    <a:pt x="30017064" y="10874471"/>
                  </a:cubicBezTo>
                  <a:close/>
                  <a:moveTo>
                    <a:pt x="792161" y="16311034"/>
                  </a:moveTo>
                  <a:cubicBezTo>
                    <a:pt x="354771" y="16311034"/>
                    <a:pt x="0" y="16507650"/>
                    <a:pt x="0" y="16750052"/>
                  </a:cubicBezTo>
                  <a:cubicBezTo>
                    <a:pt x="0" y="16992454"/>
                    <a:pt x="354771" y="17189070"/>
                    <a:pt x="792161" y="17189070"/>
                  </a:cubicBezTo>
                  <a:cubicBezTo>
                    <a:pt x="1229550" y="17189070"/>
                    <a:pt x="1584322" y="16992454"/>
                    <a:pt x="1584322" y="16750052"/>
                  </a:cubicBezTo>
                  <a:cubicBezTo>
                    <a:pt x="1584322" y="16507650"/>
                    <a:pt x="1229550" y="16311034"/>
                    <a:pt x="792161" y="16311034"/>
                  </a:cubicBezTo>
                  <a:close/>
                  <a:moveTo>
                    <a:pt x="10533795" y="16311034"/>
                  </a:moveTo>
                  <a:cubicBezTo>
                    <a:pt x="10096406" y="16311034"/>
                    <a:pt x="9741635" y="16507650"/>
                    <a:pt x="9741635" y="16750052"/>
                  </a:cubicBezTo>
                  <a:cubicBezTo>
                    <a:pt x="9741635" y="16992454"/>
                    <a:pt x="10096406" y="17189070"/>
                    <a:pt x="10533795" y="17189070"/>
                  </a:cubicBezTo>
                  <a:cubicBezTo>
                    <a:pt x="10971185" y="17189070"/>
                    <a:pt x="11325956" y="16992454"/>
                    <a:pt x="11325956" y="16750052"/>
                  </a:cubicBezTo>
                  <a:cubicBezTo>
                    <a:pt x="11325957" y="16507650"/>
                    <a:pt x="10971185" y="16311034"/>
                    <a:pt x="10533795" y="16311034"/>
                  </a:cubicBezTo>
                  <a:close/>
                  <a:moveTo>
                    <a:pt x="20275431" y="16311034"/>
                  </a:moveTo>
                  <a:cubicBezTo>
                    <a:pt x="19838040" y="16311034"/>
                    <a:pt x="19483270" y="16507650"/>
                    <a:pt x="19483270" y="16750052"/>
                  </a:cubicBezTo>
                  <a:cubicBezTo>
                    <a:pt x="19483270" y="16992454"/>
                    <a:pt x="19838040" y="17189070"/>
                    <a:pt x="20275431" y="17189070"/>
                  </a:cubicBezTo>
                  <a:cubicBezTo>
                    <a:pt x="20712821" y="17189070"/>
                    <a:pt x="21067593" y="16992454"/>
                    <a:pt x="21067593" y="16750052"/>
                  </a:cubicBezTo>
                  <a:cubicBezTo>
                    <a:pt x="21067590" y="16507650"/>
                    <a:pt x="20712819" y="16311034"/>
                    <a:pt x="20275431" y="16311034"/>
                  </a:cubicBezTo>
                  <a:close/>
                  <a:moveTo>
                    <a:pt x="30017064" y="16311034"/>
                  </a:moveTo>
                  <a:cubicBezTo>
                    <a:pt x="29579674" y="16311034"/>
                    <a:pt x="29224905" y="16507650"/>
                    <a:pt x="29224905" y="16750052"/>
                  </a:cubicBezTo>
                  <a:cubicBezTo>
                    <a:pt x="29224905" y="16992454"/>
                    <a:pt x="29579674" y="17189070"/>
                    <a:pt x="30017064" y="17189070"/>
                  </a:cubicBezTo>
                  <a:cubicBezTo>
                    <a:pt x="30454454" y="17189070"/>
                    <a:pt x="30809226" y="16992454"/>
                    <a:pt x="30809226" y="16750052"/>
                  </a:cubicBezTo>
                  <a:cubicBezTo>
                    <a:pt x="30809226" y="16507650"/>
                    <a:pt x="30454454" y="16311034"/>
                    <a:pt x="30017064" y="16311034"/>
                  </a:cubicBezTo>
                  <a:close/>
                </a:path>
              </a:pathLst>
            </a:custGeom>
            <a:solidFill>
              <a:srgbClr val="FFE6FF">
                <a:alpha val="40000"/>
              </a:srgbClr>
            </a:solidFill>
          </p:spPr>
        </p:sp>
      </p:grpSp>
      <p:grpSp>
        <p:nvGrpSpPr>
          <p:cNvPr name="Group 4" id="4"/>
          <p:cNvGrpSpPr/>
          <p:nvPr/>
        </p:nvGrpSpPr>
        <p:grpSpPr>
          <a:xfrm rot="0">
            <a:off x="2435311" y="4143085"/>
            <a:ext cx="13417378" cy="4279487"/>
            <a:chOff x="0" y="0"/>
            <a:chExt cx="17889837" cy="5705983"/>
          </a:xfrm>
        </p:grpSpPr>
        <p:sp>
          <p:nvSpPr>
            <p:cNvPr name="AutoShape 5" id="5"/>
            <p:cNvSpPr/>
            <p:nvPr/>
          </p:nvSpPr>
          <p:spPr>
            <a:xfrm rot="0">
              <a:off x="0" y="0"/>
              <a:ext cx="17889837" cy="5705983"/>
            </a:xfrm>
            <a:prstGeom prst="rect">
              <a:avLst/>
            </a:prstGeom>
            <a:solidFill>
              <a:srgbClr val="FFE6FF"/>
            </a:solidFill>
          </p:spPr>
        </p:sp>
        <p:sp>
          <p:nvSpPr>
            <p:cNvPr name="TextBox 6" id="6"/>
            <p:cNvSpPr txBox="true"/>
            <p:nvPr/>
          </p:nvSpPr>
          <p:spPr>
            <a:xfrm rot="0">
              <a:off x="355600" y="370565"/>
              <a:ext cx="17178637" cy="4926753"/>
            </a:xfrm>
            <a:prstGeom prst="rect">
              <a:avLst/>
            </a:prstGeom>
          </p:spPr>
          <p:txBody>
            <a:bodyPr anchor="t" rtlCol="false" tIns="0" lIns="0" bIns="0" rIns="0">
              <a:spAutoFit/>
            </a:bodyPr>
            <a:lstStyle/>
            <a:p>
              <a:pPr algn="ctr">
                <a:lnSpc>
                  <a:spcPts val="4940"/>
                </a:lnSpc>
              </a:pPr>
              <a:r>
                <a:rPr lang="en-US" sz="3800">
                  <a:solidFill>
                    <a:srgbClr val="0B1786"/>
                  </a:solidFill>
                  <a:latin typeface="DM Sans"/>
                </a:rPr>
                <a:t>In conclusion, the TBATE landing page effectively showcases the story and its characters while providing interactive elements and aesthetic enhancements to engage users. The use of HTML, CSS, and responsive design principles ensures a smooth user experience across devices.</a:t>
              </a:r>
            </a:p>
          </p:txBody>
        </p:sp>
      </p:grpSp>
      <p:grpSp>
        <p:nvGrpSpPr>
          <p:cNvPr name="Group 7" id="7"/>
          <p:cNvGrpSpPr/>
          <p:nvPr/>
        </p:nvGrpSpPr>
        <p:grpSpPr>
          <a:xfrm rot="0">
            <a:off x="5502514" y="2133509"/>
            <a:ext cx="7282971" cy="1720405"/>
            <a:chOff x="0" y="0"/>
            <a:chExt cx="9710628" cy="2293873"/>
          </a:xfrm>
        </p:grpSpPr>
        <p:grpSp>
          <p:nvGrpSpPr>
            <p:cNvPr name="Group 8" id="8"/>
            <p:cNvGrpSpPr/>
            <p:nvPr/>
          </p:nvGrpSpPr>
          <p:grpSpPr>
            <a:xfrm rot="0">
              <a:off x="0" y="404333"/>
              <a:ext cx="9710628" cy="1889540"/>
              <a:chOff x="0" y="0"/>
              <a:chExt cx="30149265" cy="5866588"/>
            </a:xfrm>
          </p:grpSpPr>
          <p:sp>
            <p:nvSpPr>
              <p:cNvPr name="Freeform 9" id="9"/>
              <p:cNvSpPr/>
              <p:nvPr/>
            </p:nvSpPr>
            <p:spPr>
              <a:xfrm flipH="false" flipV="false" rot="0">
                <a:off x="72390" y="72390"/>
                <a:ext cx="30004484" cy="5721808"/>
              </a:xfrm>
              <a:custGeom>
                <a:avLst/>
                <a:gdLst/>
                <a:ahLst/>
                <a:cxnLst/>
                <a:rect r="r" b="b" t="t" l="l"/>
                <a:pathLst>
                  <a:path h="5721808" w="30004484">
                    <a:moveTo>
                      <a:pt x="0" y="0"/>
                    </a:moveTo>
                    <a:lnTo>
                      <a:pt x="30004484" y="0"/>
                    </a:lnTo>
                    <a:lnTo>
                      <a:pt x="30004484" y="5721808"/>
                    </a:lnTo>
                    <a:lnTo>
                      <a:pt x="0" y="5721808"/>
                    </a:lnTo>
                    <a:lnTo>
                      <a:pt x="0" y="0"/>
                    </a:lnTo>
                    <a:close/>
                  </a:path>
                </a:pathLst>
              </a:custGeom>
              <a:solidFill>
                <a:srgbClr val="0F1C91"/>
              </a:solidFill>
            </p:spPr>
          </p:sp>
          <p:sp>
            <p:nvSpPr>
              <p:cNvPr name="Freeform 10" id="10"/>
              <p:cNvSpPr/>
              <p:nvPr/>
            </p:nvSpPr>
            <p:spPr>
              <a:xfrm flipH="false" flipV="false" rot="0">
                <a:off x="0" y="0"/>
                <a:ext cx="30149264" cy="5866588"/>
              </a:xfrm>
              <a:custGeom>
                <a:avLst/>
                <a:gdLst/>
                <a:ahLst/>
                <a:cxnLst/>
                <a:rect r="r" b="b" t="t" l="l"/>
                <a:pathLst>
                  <a:path h="5866588" w="30149264">
                    <a:moveTo>
                      <a:pt x="30004485" y="5721808"/>
                    </a:moveTo>
                    <a:lnTo>
                      <a:pt x="30149264" y="5721808"/>
                    </a:lnTo>
                    <a:lnTo>
                      <a:pt x="30149264" y="5866588"/>
                    </a:lnTo>
                    <a:lnTo>
                      <a:pt x="30004485" y="5866588"/>
                    </a:lnTo>
                    <a:lnTo>
                      <a:pt x="30004485" y="5721808"/>
                    </a:lnTo>
                    <a:close/>
                    <a:moveTo>
                      <a:pt x="0" y="144780"/>
                    </a:moveTo>
                    <a:lnTo>
                      <a:pt x="144780" y="144780"/>
                    </a:lnTo>
                    <a:lnTo>
                      <a:pt x="144780" y="5721808"/>
                    </a:lnTo>
                    <a:lnTo>
                      <a:pt x="0" y="5721808"/>
                    </a:lnTo>
                    <a:lnTo>
                      <a:pt x="0" y="144780"/>
                    </a:lnTo>
                    <a:close/>
                    <a:moveTo>
                      <a:pt x="0" y="5721808"/>
                    </a:moveTo>
                    <a:lnTo>
                      <a:pt x="144780" y="5721808"/>
                    </a:lnTo>
                    <a:lnTo>
                      <a:pt x="144780" y="5866588"/>
                    </a:lnTo>
                    <a:lnTo>
                      <a:pt x="0" y="5866588"/>
                    </a:lnTo>
                    <a:lnTo>
                      <a:pt x="0" y="5721808"/>
                    </a:lnTo>
                    <a:close/>
                    <a:moveTo>
                      <a:pt x="30004485" y="144780"/>
                    </a:moveTo>
                    <a:lnTo>
                      <a:pt x="30149264" y="144780"/>
                    </a:lnTo>
                    <a:lnTo>
                      <a:pt x="30149264" y="5721808"/>
                    </a:lnTo>
                    <a:lnTo>
                      <a:pt x="30004485" y="5721808"/>
                    </a:lnTo>
                    <a:lnTo>
                      <a:pt x="30004485" y="144780"/>
                    </a:lnTo>
                    <a:close/>
                    <a:moveTo>
                      <a:pt x="144780" y="5721808"/>
                    </a:moveTo>
                    <a:lnTo>
                      <a:pt x="30004485" y="5721808"/>
                    </a:lnTo>
                    <a:lnTo>
                      <a:pt x="30004485" y="5866588"/>
                    </a:lnTo>
                    <a:lnTo>
                      <a:pt x="144780" y="5866588"/>
                    </a:lnTo>
                    <a:lnTo>
                      <a:pt x="144780" y="5721808"/>
                    </a:lnTo>
                    <a:close/>
                    <a:moveTo>
                      <a:pt x="30004485" y="0"/>
                    </a:moveTo>
                    <a:lnTo>
                      <a:pt x="30149264" y="0"/>
                    </a:lnTo>
                    <a:lnTo>
                      <a:pt x="30149264" y="144780"/>
                    </a:lnTo>
                    <a:lnTo>
                      <a:pt x="30004485" y="144780"/>
                    </a:lnTo>
                    <a:lnTo>
                      <a:pt x="30004485" y="0"/>
                    </a:lnTo>
                    <a:close/>
                    <a:moveTo>
                      <a:pt x="0" y="0"/>
                    </a:moveTo>
                    <a:lnTo>
                      <a:pt x="144780" y="0"/>
                    </a:lnTo>
                    <a:lnTo>
                      <a:pt x="144780" y="144780"/>
                    </a:lnTo>
                    <a:lnTo>
                      <a:pt x="0" y="144780"/>
                    </a:lnTo>
                    <a:lnTo>
                      <a:pt x="0" y="0"/>
                    </a:lnTo>
                    <a:close/>
                    <a:moveTo>
                      <a:pt x="144780" y="0"/>
                    </a:moveTo>
                    <a:lnTo>
                      <a:pt x="30004485" y="0"/>
                    </a:lnTo>
                    <a:lnTo>
                      <a:pt x="30004485" y="144780"/>
                    </a:lnTo>
                    <a:lnTo>
                      <a:pt x="144780" y="144780"/>
                    </a:lnTo>
                    <a:lnTo>
                      <a:pt x="144780" y="0"/>
                    </a:lnTo>
                    <a:close/>
                  </a:path>
                </a:pathLst>
              </a:custGeom>
              <a:solidFill>
                <a:srgbClr val="FFE6FF"/>
              </a:solidFill>
            </p:spPr>
          </p:sp>
        </p:grpSp>
        <p:sp>
          <p:nvSpPr>
            <p:cNvPr name="AutoShape 11" id="11"/>
            <p:cNvSpPr/>
            <p:nvPr/>
          </p:nvSpPr>
          <p:spPr>
            <a:xfrm rot="0">
              <a:off x="174268" y="0"/>
              <a:ext cx="9362092" cy="2107698"/>
            </a:xfrm>
            <a:prstGeom prst="rect">
              <a:avLst/>
            </a:prstGeom>
            <a:solidFill>
              <a:srgbClr val="FD1F1F"/>
            </a:solidFill>
          </p:spPr>
        </p:sp>
        <p:sp>
          <p:nvSpPr>
            <p:cNvPr name="TextBox 12" id="12"/>
            <p:cNvSpPr txBox="true"/>
            <p:nvPr/>
          </p:nvSpPr>
          <p:spPr>
            <a:xfrm rot="0">
              <a:off x="749570" y="478116"/>
              <a:ext cx="8211488" cy="1284817"/>
            </a:xfrm>
            <a:prstGeom prst="rect">
              <a:avLst/>
            </a:prstGeom>
          </p:spPr>
          <p:txBody>
            <a:bodyPr anchor="t" rtlCol="false" tIns="0" lIns="0" bIns="0" rIns="0">
              <a:spAutoFit/>
            </a:bodyPr>
            <a:lstStyle/>
            <a:p>
              <a:pPr algn="ctr">
                <a:lnSpc>
                  <a:spcPts val="6999"/>
                </a:lnSpc>
              </a:pPr>
              <a:r>
                <a:rPr lang="en-US" sz="6999">
                  <a:solidFill>
                    <a:srgbClr val="FFFACD"/>
                  </a:solidFill>
                  <a:latin typeface="DM Sans Bold"/>
                </a:rPr>
                <a:t>Conclusioin</a:t>
              </a:r>
            </a:p>
          </p:txBody>
        </p:sp>
      </p:grpSp>
      <p:sp>
        <p:nvSpPr>
          <p:cNvPr name="Freeform 13" id="13"/>
          <p:cNvSpPr/>
          <p:nvPr/>
        </p:nvSpPr>
        <p:spPr>
          <a:xfrm flipH="false" flipV="false" rot="0">
            <a:off x="14578003" y="-260887"/>
            <a:ext cx="4246041" cy="4114800"/>
          </a:xfrm>
          <a:custGeom>
            <a:avLst/>
            <a:gdLst/>
            <a:ahLst/>
            <a:cxnLst/>
            <a:rect r="r" b="b" t="t" l="l"/>
            <a:pathLst>
              <a:path h="4114800" w="4246041">
                <a:moveTo>
                  <a:pt x="0" y="0"/>
                </a:moveTo>
                <a:lnTo>
                  <a:pt x="4246041" y="0"/>
                </a:lnTo>
                <a:lnTo>
                  <a:pt x="424604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10800000">
            <a:off x="-475808" y="6884488"/>
            <a:ext cx="4246041" cy="4114800"/>
          </a:xfrm>
          <a:custGeom>
            <a:avLst/>
            <a:gdLst/>
            <a:ahLst/>
            <a:cxnLst/>
            <a:rect r="r" b="b" t="t" l="l"/>
            <a:pathLst>
              <a:path h="4114800" w="4246041">
                <a:moveTo>
                  <a:pt x="0" y="0"/>
                </a:moveTo>
                <a:lnTo>
                  <a:pt x="4246041" y="0"/>
                </a:lnTo>
                <a:lnTo>
                  <a:pt x="424604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38.xml><?xml version="1.0" encoding="utf-8"?>
<p:sld xmlns:p="http://schemas.openxmlformats.org/presentationml/2006/main" xmlns:a="http://schemas.openxmlformats.org/drawingml/2006/main">
  <p:cSld>
    <p:bg>
      <p:bgPr>
        <a:solidFill>
          <a:srgbClr val="EDE0D4"/>
        </a:solidFill>
      </p:bgPr>
    </p:bg>
    <p:spTree>
      <p:nvGrpSpPr>
        <p:cNvPr id="1" name=""/>
        <p:cNvGrpSpPr/>
        <p:nvPr/>
      </p:nvGrpSpPr>
      <p:grpSpPr>
        <a:xfrm>
          <a:off x="0" y="0"/>
          <a:ext cx="0" cy="0"/>
          <a:chOff x="0" y="0"/>
          <a:chExt cx="0" cy="0"/>
        </a:xfrm>
      </p:grpSpPr>
      <p:sp>
        <p:nvSpPr>
          <p:cNvPr name="TextBox 2" id="2"/>
          <p:cNvSpPr txBox="true"/>
          <p:nvPr/>
        </p:nvSpPr>
        <p:spPr>
          <a:xfrm rot="0">
            <a:off x="1028700" y="3695700"/>
            <a:ext cx="14745813" cy="1600200"/>
          </a:xfrm>
          <a:prstGeom prst="rect">
            <a:avLst/>
          </a:prstGeom>
        </p:spPr>
        <p:txBody>
          <a:bodyPr anchor="t" rtlCol="false" tIns="0" lIns="0" bIns="0" rIns="0">
            <a:spAutoFit/>
          </a:bodyPr>
          <a:lstStyle/>
          <a:p>
            <a:pPr algn="l">
              <a:lnSpc>
                <a:spcPts val="12000"/>
              </a:lnSpc>
            </a:pPr>
            <a:r>
              <a:rPr lang="en-US" sz="12000">
                <a:solidFill>
                  <a:srgbClr val="804F3B"/>
                </a:solidFill>
                <a:latin typeface="Radley"/>
              </a:rPr>
              <a:t>Voice Assistant</a:t>
            </a:r>
          </a:p>
        </p:txBody>
      </p:sp>
      <p:grpSp>
        <p:nvGrpSpPr>
          <p:cNvPr name="Group 3" id="3"/>
          <p:cNvGrpSpPr/>
          <p:nvPr/>
        </p:nvGrpSpPr>
        <p:grpSpPr>
          <a:xfrm rot="0">
            <a:off x="16740784" y="0"/>
            <a:ext cx="1547216" cy="10287000"/>
            <a:chOff x="0" y="0"/>
            <a:chExt cx="523379" cy="3479800"/>
          </a:xfrm>
        </p:grpSpPr>
        <p:sp>
          <p:nvSpPr>
            <p:cNvPr name="Freeform 4" id="4"/>
            <p:cNvSpPr/>
            <p:nvPr/>
          </p:nvSpPr>
          <p:spPr>
            <a:xfrm flipH="false" flipV="false" rot="0">
              <a:off x="0" y="0"/>
              <a:ext cx="523379" cy="3479800"/>
            </a:xfrm>
            <a:custGeom>
              <a:avLst/>
              <a:gdLst/>
              <a:ahLst/>
              <a:cxnLst/>
              <a:rect r="r" b="b" t="t" l="l"/>
              <a:pathLst>
                <a:path h="3479800" w="523379">
                  <a:moveTo>
                    <a:pt x="0" y="0"/>
                  </a:moveTo>
                  <a:lnTo>
                    <a:pt x="523379" y="0"/>
                  </a:lnTo>
                  <a:lnTo>
                    <a:pt x="523379" y="3479800"/>
                  </a:lnTo>
                  <a:lnTo>
                    <a:pt x="0" y="3479800"/>
                  </a:lnTo>
                  <a:close/>
                </a:path>
              </a:pathLst>
            </a:custGeom>
            <a:solidFill>
              <a:srgbClr val="E6CCB2"/>
            </a:solidFill>
          </p:spPr>
        </p:sp>
      </p:grpSp>
      <p:sp>
        <p:nvSpPr>
          <p:cNvPr name="TextBox 5" id="5"/>
          <p:cNvSpPr txBox="true"/>
          <p:nvPr/>
        </p:nvSpPr>
        <p:spPr>
          <a:xfrm rot="5400000">
            <a:off x="16399230" y="8400284"/>
            <a:ext cx="2277949" cy="316230"/>
          </a:xfrm>
          <a:prstGeom prst="rect">
            <a:avLst/>
          </a:prstGeom>
        </p:spPr>
        <p:txBody>
          <a:bodyPr anchor="t" rtlCol="false" tIns="0" lIns="0" bIns="0" rIns="0">
            <a:spAutoFit/>
          </a:bodyPr>
          <a:lstStyle/>
          <a:p>
            <a:pPr algn="r">
              <a:lnSpc>
                <a:spcPts val="2520"/>
              </a:lnSpc>
            </a:pPr>
            <a:r>
              <a:rPr lang="en-US" sz="1800">
                <a:solidFill>
                  <a:srgbClr val="804F3B"/>
                </a:solidFill>
                <a:latin typeface="Raleway"/>
              </a:rPr>
              <a:t>Voice Assitant</a:t>
            </a:r>
          </a:p>
        </p:txBody>
      </p:sp>
      <p:sp>
        <p:nvSpPr>
          <p:cNvPr name="TextBox 6" id="6"/>
          <p:cNvSpPr txBox="true"/>
          <p:nvPr/>
        </p:nvSpPr>
        <p:spPr>
          <a:xfrm rot="0">
            <a:off x="8401607" y="8069984"/>
            <a:ext cx="5913783" cy="490855"/>
          </a:xfrm>
          <a:prstGeom prst="rect">
            <a:avLst/>
          </a:prstGeom>
        </p:spPr>
        <p:txBody>
          <a:bodyPr anchor="t" rtlCol="false" tIns="0" lIns="0" bIns="0" rIns="0">
            <a:spAutoFit/>
          </a:bodyPr>
          <a:lstStyle/>
          <a:p>
            <a:pPr algn="l">
              <a:lnSpc>
                <a:spcPts val="3919"/>
              </a:lnSpc>
            </a:pPr>
            <a:r>
              <a:rPr lang="en-US" sz="2799">
                <a:solidFill>
                  <a:srgbClr val="804F3B"/>
                </a:solidFill>
                <a:latin typeface="Raleway"/>
              </a:rPr>
              <a:t>Varshini A</a:t>
            </a:r>
          </a:p>
        </p:txBody>
      </p:sp>
      <p:sp>
        <p:nvSpPr>
          <p:cNvPr name="TextBox 7" id="7"/>
          <p:cNvSpPr txBox="true"/>
          <p:nvPr/>
        </p:nvSpPr>
        <p:spPr>
          <a:xfrm rot="0">
            <a:off x="1028700" y="5551143"/>
            <a:ext cx="10344796" cy="490855"/>
          </a:xfrm>
          <a:prstGeom prst="rect">
            <a:avLst/>
          </a:prstGeom>
        </p:spPr>
        <p:txBody>
          <a:bodyPr anchor="t" rtlCol="false" tIns="0" lIns="0" bIns="0" rIns="0">
            <a:spAutoFit/>
          </a:bodyPr>
          <a:lstStyle/>
          <a:p>
            <a:pPr algn="l">
              <a:lnSpc>
                <a:spcPts val="3919"/>
              </a:lnSpc>
            </a:pPr>
            <a:r>
              <a:rPr lang="en-US" sz="2799">
                <a:solidFill>
                  <a:srgbClr val="804F3B"/>
                </a:solidFill>
                <a:latin typeface="Raleway Bold"/>
              </a:rPr>
              <a:t>Basic Command Recognition to Advanced NLP Capabilites</a:t>
            </a:r>
          </a:p>
        </p:txBody>
      </p:sp>
      <p:sp>
        <p:nvSpPr>
          <p:cNvPr name="TextBox 8" id="8"/>
          <p:cNvSpPr txBox="true"/>
          <p:nvPr/>
        </p:nvSpPr>
        <p:spPr>
          <a:xfrm rot="0">
            <a:off x="8416605" y="7645804"/>
            <a:ext cx="5913783" cy="490855"/>
          </a:xfrm>
          <a:prstGeom prst="rect">
            <a:avLst/>
          </a:prstGeom>
        </p:spPr>
        <p:txBody>
          <a:bodyPr anchor="t" rtlCol="false" tIns="0" lIns="0" bIns="0" rIns="0">
            <a:spAutoFit/>
          </a:bodyPr>
          <a:lstStyle/>
          <a:p>
            <a:pPr algn="l">
              <a:lnSpc>
                <a:spcPts val="3919"/>
              </a:lnSpc>
            </a:pPr>
            <a:r>
              <a:rPr lang="en-US" sz="2799">
                <a:solidFill>
                  <a:srgbClr val="804F3B"/>
                </a:solidFill>
                <a:latin typeface="Raleway Bold"/>
              </a:rPr>
              <a:t>By</a:t>
            </a:r>
          </a:p>
        </p:txBody>
      </p:sp>
      <p:sp>
        <p:nvSpPr>
          <p:cNvPr name="TextBox 9" id="9"/>
          <p:cNvSpPr txBox="true"/>
          <p:nvPr/>
        </p:nvSpPr>
        <p:spPr>
          <a:xfrm rot="0">
            <a:off x="1028700" y="690944"/>
            <a:ext cx="2178410" cy="675513"/>
          </a:xfrm>
          <a:prstGeom prst="rect">
            <a:avLst/>
          </a:prstGeom>
        </p:spPr>
        <p:txBody>
          <a:bodyPr anchor="t" rtlCol="false" tIns="0" lIns="0" bIns="0" rIns="0">
            <a:spAutoFit/>
          </a:bodyPr>
          <a:lstStyle/>
          <a:p>
            <a:pPr algn="l">
              <a:lnSpc>
                <a:spcPts val="2690"/>
              </a:lnSpc>
            </a:pPr>
            <a:r>
              <a:rPr lang="en-US" sz="2299">
                <a:solidFill>
                  <a:srgbClr val="804F3B"/>
                </a:solidFill>
                <a:latin typeface="Raleway Bold"/>
              </a:rPr>
              <a:t>OASIS INFOBYTE</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EDE0D4"/>
        </a:solidFill>
      </p:bgPr>
    </p:bg>
    <p:spTree>
      <p:nvGrpSpPr>
        <p:cNvPr id="1" name=""/>
        <p:cNvGrpSpPr/>
        <p:nvPr/>
      </p:nvGrpSpPr>
      <p:grpSpPr>
        <a:xfrm>
          <a:off x="0" y="0"/>
          <a:ext cx="0" cy="0"/>
          <a:chOff x="0" y="0"/>
          <a:chExt cx="0" cy="0"/>
        </a:xfrm>
      </p:grpSpPr>
      <p:sp>
        <p:nvSpPr>
          <p:cNvPr name="TextBox 2" id="2"/>
          <p:cNvSpPr txBox="true"/>
          <p:nvPr/>
        </p:nvSpPr>
        <p:spPr>
          <a:xfrm rot="0">
            <a:off x="17127588" y="9201150"/>
            <a:ext cx="773608" cy="537845"/>
          </a:xfrm>
          <a:prstGeom prst="rect">
            <a:avLst/>
          </a:prstGeom>
        </p:spPr>
        <p:txBody>
          <a:bodyPr anchor="t" rtlCol="false" tIns="0" lIns="0" bIns="0" rIns="0">
            <a:spAutoFit/>
          </a:bodyPr>
          <a:lstStyle/>
          <a:p>
            <a:pPr algn="ctr">
              <a:lnSpc>
                <a:spcPts val="4480"/>
              </a:lnSpc>
            </a:pPr>
            <a:r>
              <a:rPr lang="en-US" sz="3200">
                <a:solidFill>
                  <a:srgbClr val="804F3B"/>
                </a:solidFill>
                <a:latin typeface="Prata"/>
              </a:rPr>
              <a:t>2</a:t>
            </a:r>
          </a:p>
        </p:txBody>
      </p:sp>
      <p:grpSp>
        <p:nvGrpSpPr>
          <p:cNvPr name="Group 3" id="3"/>
          <p:cNvGrpSpPr/>
          <p:nvPr/>
        </p:nvGrpSpPr>
        <p:grpSpPr>
          <a:xfrm rot="0">
            <a:off x="16740784" y="0"/>
            <a:ext cx="1547216" cy="10287000"/>
            <a:chOff x="0" y="0"/>
            <a:chExt cx="523379" cy="3479800"/>
          </a:xfrm>
        </p:grpSpPr>
        <p:sp>
          <p:nvSpPr>
            <p:cNvPr name="Freeform 4" id="4"/>
            <p:cNvSpPr/>
            <p:nvPr/>
          </p:nvSpPr>
          <p:spPr>
            <a:xfrm flipH="false" flipV="false" rot="0">
              <a:off x="0" y="0"/>
              <a:ext cx="523379" cy="3479800"/>
            </a:xfrm>
            <a:custGeom>
              <a:avLst/>
              <a:gdLst/>
              <a:ahLst/>
              <a:cxnLst/>
              <a:rect r="r" b="b" t="t" l="l"/>
              <a:pathLst>
                <a:path h="3479800" w="523379">
                  <a:moveTo>
                    <a:pt x="0" y="0"/>
                  </a:moveTo>
                  <a:lnTo>
                    <a:pt x="523379" y="0"/>
                  </a:lnTo>
                  <a:lnTo>
                    <a:pt x="523379" y="3479800"/>
                  </a:lnTo>
                  <a:lnTo>
                    <a:pt x="0" y="3479800"/>
                  </a:lnTo>
                  <a:close/>
                </a:path>
              </a:pathLst>
            </a:custGeom>
            <a:solidFill>
              <a:srgbClr val="E6CCB2"/>
            </a:solidFill>
          </p:spPr>
        </p:sp>
      </p:grpSp>
      <p:sp>
        <p:nvSpPr>
          <p:cNvPr name="Freeform 5" id="5"/>
          <p:cNvSpPr/>
          <p:nvPr/>
        </p:nvSpPr>
        <p:spPr>
          <a:xfrm flipH="false" flipV="false" rot="0">
            <a:off x="-1935357" y="3412186"/>
            <a:ext cx="7665281" cy="6898753"/>
          </a:xfrm>
          <a:custGeom>
            <a:avLst/>
            <a:gdLst/>
            <a:ahLst/>
            <a:cxnLst/>
            <a:rect r="r" b="b" t="t" l="l"/>
            <a:pathLst>
              <a:path h="6898753" w="7665281">
                <a:moveTo>
                  <a:pt x="0" y="0"/>
                </a:moveTo>
                <a:lnTo>
                  <a:pt x="7665281" y="0"/>
                </a:lnTo>
                <a:lnTo>
                  <a:pt x="7665281" y="6898753"/>
                </a:lnTo>
                <a:lnTo>
                  <a:pt x="0" y="68987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6730617" y="3859109"/>
            <a:ext cx="8649280" cy="5063490"/>
          </a:xfrm>
          <a:prstGeom prst="rect">
            <a:avLst/>
          </a:prstGeom>
        </p:spPr>
        <p:txBody>
          <a:bodyPr anchor="t" rtlCol="false" tIns="0" lIns="0" bIns="0" rIns="0">
            <a:spAutoFit/>
          </a:bodyPr>
          <a:lstStyle/>
          <a:p>
            <a:pPr algn="l">
              <a:lnSpc>
                <a:spcPts val="5039"/>
              </a:lnSpc>
            </a:pPr>
            <a:r>
              <a:rPr lang="en-US" sz="2799">
                <a:solidFill>
                  <a:srgbClr val="804F3B"/>
                </a:solidFill>
                <a:latin typeface="Raleway"/>
              </a:rPr>
              <a:t>The voice assistant project aims to develop a system that can understand and respond to voice commands. This project demonstrates the evolution from a simple voice command recognition system to a more sophisticated assistant that utilizes natural language processing (NLP) and integrates with various APIs for providing services like weather updates, news headlines, and web search results.</a:t>
            </a:r>
          </a:p>
        </p:txBody>
      </p:sp>
      <p:sp>
        <p:nvSpPr>
          <p:cNvPr name="TextBox 7" id="7"/>
          <p:cNvSpPr txBox="true"/>
          <p:nvPr/>
        </p:nvSpPr>
        <p:spPr>
          <a:xfrm rot="0">
            <a:off x="6730617" y="3088018"/>
            <a:ext cx="10010167" cy="534035"/>
          </a:xfrm>
          <a:prstGeom prst="rect">
            <a:avLst/>
          </a:prstGeom>
        </p:spPr>
        <p:txBody>
          <a:bodyPr anchor="t" rtlCol="false" tIns="0" lIns="0" bIns="0" rIns="0">
            <a:spAutoFit/>
          </a:bodyPr>
          <a:lstStyle/>
          <a:p>
            <a:pPr algn="l">
              <a:lnSpc>
                <a:spcPts val="4479"/>
              </a:lnSpc>
            </a:pPr>
            <a:r>
              <a:rPr lang="en-US" sz="2799" spc="27">
                <a:solidFill>
                  <a:srgbClr val="804F3B"/>
                </a:solidFill>
                <a:latin typeface="Raleway Bold"/>
              </a:rPr>
              <a:t>Brief Overview of the Voice Assistant Project</a:t>
            </a:r>
          </a:p>
        </p:txBody>
      </p:sp>
      <p:sp>
        <p:nvSpPr>
          <p:cNvPr name="TextBox 8" id="8"/>
          <p:cNvSpPr txBox="true"/>
          <p:nvPr/>
        </p:nvSpPr>
        <p:spPr>
          <a:xfrm rot="0">
            <a:off x="1028700" y="713486"/>
            <a:ext cx="237450" cy="234696"/>
          </a:xfrm>
          <a:prstGeom prst="rect">
            <a:avLst/>
          </a:prstGeom>
        </p:spPr>
        <p:txBody>
          <a:bodyPr anchor="t" rtlCol="false" tIns="0" lIns="0" bIns="0" rIns="0">
            <a:spAutoFit/>
          </a:bodyPr>
          <a:lstStyle/>
          <a:p>
            <a:pPr algn="just">
              <a:lnSpc>
                <a:spcPts val="1871"/>
              </a:lnSpc>
            </a:pPr>
            <a:r>
              <a:rPr lang="en-US" sz="1599">
                <a:solidFill>
                  <a:srgbClr val="804F3B"/>
                </a:solidFill>
                <a:latin typeface="Raleway Bold"/>
              </a:rPr>
              <a:t>I</a:t>
            </a:r>
          </a:p>
        </p:txBody>
      </p:sp>
      <p:sp>
        <p:nvSpPr>
          <p:cNvPr name="TextBox 9" id="9"/>
          <p:cNvSpPr txBox="true"/>
          <p:nvPr/>
        </p:nvSpPr>
        <p:spPr>
          <a:xfrm rot="0">
            <a:off x="1355447" y="703961"/>
            <a:ext cx="3235298" cy="283083"/>
          </a:xfrm>
          <a:prstGeom prst="rect">
            <a:avLst/>
          </a:prstGeom>
        </p:spPr>
        <p:txBody>
          <a:bodyPr anchor="t" rtlCol="false" tIns="0" lIns="0" bIns="0" rIns="0">
            <a:spAutoFit/>
          </a:bodyPr>
          <a:lstStyle/>
          <a:p>
            <a:pPr algn="just">
              <a:lnSpc>
                <a:spcPts val="2105"/>
              </a:lnSpc>
            </a:pPr>
            <a:r>
              <a:rPr lang="en-US" sz="1799">
                <a:solidFill>
                  <a:srgbClr val="804F3B"/>
                </a:solidFill>
                <a:latin typeface="Raleway Bold"/>
              </a:rPr>
              <a:t>INTRODUCTION</a:t>
            </a:r>
          </a:p>
        </p:txBody>
      </p:sp>
      <p:sp>
        <p:nvSpPr>
          <p:cNvPr name="TextBox 10" id="10"/>
          <p:cNvSpPr txBox="true"/>
          <p:nvPr/>
        </p:nvSpPr>
        <p:spPr>
          <a:xfrm rot="0">
            <a:off x="16918147" y="9134475"/>
            <a:ext cx="682307" cy="581025"/>
          </a:xfrm>
          <a:prstGeom prst="rect">
            <a:avLst/>
          </a:prstGeom>
        </p:spPr>
        <p:txBody>
          <a:bodyPr anchor="t" rtlCol="false" tIns="0" lIns="0" bIns="0" rIns="0">
            <a:spAutoFit/>
          </a:bodyPr>
          <a:lstStyle/>
          <a:p>
            <a:pPr algn="r">
              <a:lnSpc>
                <a:spcPts val="4800"/>
              </a:lnSpc>
            </a:pPr>
            <a:r>
              <a:rPr lang="en-US" sz="3000">
                <a:solidFill>
                  <a:srgbClr val="804F3B"/>
                </a:solidFill>
                <a:latin typeface="Raleway"/>
              </a:rPr>
              <a:t>2</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EDE0D4"/>
        </a:solidFill>
      </p:bgPr>
    </p:bg>
    <p:spTree>
      <p:nvGrpSpPr>
        <p:cNvPr id="1" name=""/>
        <p:cNvGrpSpPr/>
        <p:nvPr/>
      </p:nvGrpSpPr>
      <p:grpSpPr>
        <a:xfrm>
          <a:off x="0" y="0"/>
          <a:ext cx="0" cy="0"/>
          <a:chOff x="0" y="0"/>
          <a:chExt cx="0" cy="0"/>
        </a:xfrm>
      </p:grpSpPr>
      <p:sp>
        <p:nvSpPr>
          <p:cNvPr name="TextBox 2" id="2"/>
          <p:cNvSpPr txBox="true"/>
          <p:nvPr/>
        </p:nvSpPr>
        <p:spPr>
          <a:xfrm rot="0">
            <a:off x="17127588" y="9201150"/>
            <a:ext cx="773608" cy="537845"/>
          </a:xfrm>
          <a:prstGeom prst="rect">
            <a:avLst/>
          </a:prstGeom>
        </p:spPr>
        <p:txBody>
          <a:bodyPr anchor="t" rtlCol="false" tIns="0" lIns="0" bIns="0" rIns="0">
            <a:spAutoFit/>
          </a:bodyPr>
          <a:lstStyle/>
          <a:p>
            <a:pPr algn="ctr">
              <a:lnSpc>
                <a:spcPts val="4480"/>
              </a:lnSpc>
            </a:pPr>
            <a:r>
              <a:rPr lang="en-US" sz="3200">
                <a:solidFill>
                  <a:srgbClr val="804F3B"/>
                </a:solidFill>
                <a:latin typeface="Prata"/>
              </a:rPr>
              <a:t>2</a:t>
            </a:r>
          </a:p>
        </p:txBody>
      </p:sp>
      <p:grpSp>
        <p:nvGrpSpPr>
          <p:cNvPr name="Group 3" id="3"/>
          <p:cNvGrpSpPr/>
          <p:nvPr/>
        </p:nvGrpSpPr>
        <p:grpSpPr>
          <a:xfrm rot="0">
            <a:off x="16740784" y="0"/>
            <a:ext cx="1547216" cy="10287000"/>
            <a:chOff x="0" y="0"/>
            <a:chExt cx="523379" cy="3479800"/>
          </a:xfrm>
        </p:grpSpPr>
        <p:sp>
          <p:nvSpPr>
            <p:cNvPr name="Freeform 4" id="4"/>
            <p:cNvSpPr/>
            <p:nvPr/>
          </p:nvSpPr>
          <p:spPr>
            <a:xfrm flipH="false" flipV="false" rot="0">
              <a:off x="0" y="0"/>
              <a:ext cx="523379" cy="3479800"/>
            </a:xfrm>
            <a:custGeom>
              <a:avLst/>
              <a:gdLst/>
              <a:ahLst/>
              <a:cxnLst/>
              <a:rect r="r" b="b" t="t" l="l"/>
              <a:pathLst>
                <a:path h="3479800" w="523379">
                  <a:moveTo>
                    <a:pt x="0" y="0"/>
                  </a:moveTo>
                  <a:lnTo>
                    <a:pt x="523379" y="0"/>
                  </a:lnTo>
                  <a:lnTo>
                    <a:pt x="523379" y="3479800"/>
                  </a:lnTo>
                  <a:lnTo>
                    <a:pt x="0" y="3479800"/>
                  </a:lnTo>
                  <a:close/>
                </a:path>
              </a:pathLst>
            </a:custGeom>
            <a:solidFill>
              <a:srgbClr val="E6CCB2"/>
            </a:solidFill>
          </p:spPr>
        </p:sp>
      </p:grpSp>
      <p:sp>
        <p:nvSpPr>
          <p:cNvPr name="Freeform 5" id="5"/>
          <p:cNvSpPr/>
          <p:nvPr/>
        </p:nvSpPr>
        <p:spPr>
          <a:xfrm flipH="false" flipV="false" rot="0">
            <a:off x="-1935357" y="3412186"/>
            <a:ext cx="7665281" cy="6898753"/>
          </a:xfrm>
          <a:custGeom>
            <a:avLst/>
            <a:gdLst/>
            <a:ahLst/>
            <a:cxnLst/>
            <a:rect r="r" b="b" t="t" l="l"/>
            <a:pathLst>
              <a:path h="6898753" w="7665281">
                <a:moveTo>
                  <a:pt x="0" y="0"/>
                </a:moveTo>
                <a:lnTo>
                  <a:pt x="7665281" y="0"/>
                </a:lnTo>
                <a:lnTo>
                  <a:pt x="7665281" y="6898753"/>
                </a:lnTo>
                <a:lnTo>
                  <a:pt x="0" y="68987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6730617" y="3859109"/>
            <a:ext cx="8649280" cy="5063490"/>
          </a:xfrm>
          <a:prstGeom prst="rect">
            <a:avLst/>
          </a:prstGeom>
        </p:spPr>
        <p:txBody>
          <a:bodyPr anchor="t" rtlCol="false" tIns="0" lIns="0" bIns="0" rIns="0">
            <a:spAutoFit/>
          </a:bodyPr>
          <a:lstStyle/>
          <a:p>
            <a:pPr algn="l">
              <a:lnSpc>
                <a:spcPts val="5039"/>
              </a:lnSpc>
            </a:pPr>
            <a:r>
              <a:rPr lang="en-US" sz="2799">
                <a:solidFill>
                  <a:srgbClr val="804F3B"/>
                </a:solidFill>
                <a:latin typeface="Raleway"/>
              </a:rPr>
              <a:t>The easy version of the voice assistant focuses on recognizing and responding to basic voice commands, demonstrating the foundational concept of speech recognition. In contrast, the advanced version incorporates NLP capabilities, text-to-speech conversion, and integrates multiple APIs, significantly enhancing its functionality and user interaction.</a:t>
            </a:r>
          </a:p>
        </p:txBody>
      </p:sp>
      <p:sp>
        <p:nvSpPr>
          <p:cNvPr name="TextBox 7" id="7"/>
          <p:cNvSpPr txBox="true"/>
          <p:nvPr/>
        </p:nvSpPr>
        <p:spPr>
          <a:xfrm rot="0">
            <a:off x="6730617" y="3088018"/>
            <a:ext cx="10010167" cy="534035"/>
          </a:xfrm>
          <a:prstGeom prst="rect">
            <a:avLst/>
          </a:prstGeom>
        </p:spPr>
        <p:txBody>
          <a:bodyPr anchor="t" rtlCol="false" tIns="0" lIns="0" bIns="0" rIns="0">
            <a:spAutoFit/>
          </a:bodyPr>
          <a:lstStyle/>
          <a:p>
            <a:pPr algn="l">
              <a:lnSpc>
                <a:spcPts val="4479"/>
              </a:lnSpc>
            </a:pPr>
            <a:r>
              <a:rPr lang="en-US" sz="2799" spc="27">
                <a:solidFill>
                  <a:srgbClr val="804F3B"/>
                </a:solidFill>
                <a:latin typeface="Raleway Bold"/>
              </a:rPr>
              <a:t>Comparison of Easy and Advanced Versions</a:t>
            </a:r>
          </a:p>
        </p:txBody>
      </p:sp>
      <p:sp>
        <p:nvSpPr>
          <p:cNvPr name="TextBox 8" id="8"/>
          <p:cNvSpPr txBox="true"/>
          <p:nvPr/>
        </p:nvSpPr>
        <p:spPr>
          <a:xfrm rot="0">
            <a:off x="1028700" y="713486"/>
            <a:ext cx="237450" cy="234696"/>
          </a:xfrm>
          <a:prstGeom prst="rect">
            <a:avLst/>
          </a:prstGeom>
        </p:spPr>
        <p:txBody>
          <a:bodyPr anchor="t" rtlCol="false" tIns="0" lIns="0" bIns="0" rIns="0">
            <a:spAutoFit/>
          </a:bodyPr>
          <a:lstStyle/>
          <a:p>
            <a:pPr algn="just">
              <a:lnSpc>
                <a:spcPts val="1871"/>
              </a:lnSpc>
            </a:pPr>
            <a:r>
              <a:rPr lang="en-US" sz="1599">
                <a:solidFill>
                  <a:srgbClr val="804F3B"/>
                </a:solidFill>
                <a:latin typeface="Raleway Bold"/>
              </a:rPr>
              <a:t>I</a:t>
            </a:r>
          </a:p>
        </p:txBody>
      </p:sp>
      <p:sp>
        <p:nvSpPr>
          <p:cNvPr name="TextBox 9" id="9"/>
          <p:cNvSpPr txBox="true"/>
          <p:nvPr/>
        </p:nvSpPr>
        <p:spPr>
          <a:xfrm rot="0">
            <a:off x="1355447" y="703961"/>
            <a:ext cx="3235298" cy="283083"/>
          </a:xfrm>
          <a:prstGeom prst="rect">
            <a:avLst/>
          </a:prstGeom>
        </p:spPr>
        <p:txBody>
          <a:bodyPr anchor="t" rtlCol="false" tIns="0" lIns="0" bIns="0" rIns="0">
            <a:spAutoFit/>
          </a:bodyPr>
          <a:lstStyle/>
          <a:p>
            <a:pPr algn="just">
              <a:lnSpc>
                <a:spcPts val="2105"/>
              </a:lnSpc>
            </a:pPr>
            <a:r>
              <a:rPr lang="en-US" sz="1799">
                <a:solidFill>
                  <a:srgbClr val="804F3B"/>
                </a:solidFill>
                <a:latin typeface="Raleway Bold"/>
              </a:rPr>
              <a:t>INTRODUCTION</a:t>
            </a:r>
          </a:p>
        </p:txBody>
      </p:sp>
      <p:sp>
        <p:nvSpPr>
          <p:cNvPr name="TextBox 10" id="10"/>
          <p:cNvSpPr txBox="true"/>
          <p:nvPr/>
        </p:nvSpPr>
        <p:spPr>
          <a:xfrm rot="0">
            <a:off x="16918147" y="9134475"/>
            <a:ext cx="682307" cy="581025"/>
          </a:xfrm>
          <a:prstGeom prst="rect">
            <a:avLst/>
          </a:prstGeom>
        </p:spPr>
        <p:txBody>
          <a:bodyPr anchor="t" rtlCol="false" tIns="0" lIns="0" bIns="0" rIns="0">
            <a:spAutoFit/>
          </a:bodyPr>
          <a:lstStyle/>
          <a:p>
            <a:pPr algn="r">
              <a:lnSpc>
                <a:spcPts val="4800"/>
              </a:lnSpc>
            </a:pPr>
            <a:r>
              <a:rPr lang="en-US" sz="3000">
                <a:solidFill>
                  <a:srgbClr val="804F3B"/>
                </a:solidFill>
                <a:latin typeface="Raleway"/>
              </a:rPr>
              <a:t>3</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EDE0D4"/>
        </a:solidFill>
      </p:bgPr>
    </p:bg>
    <p:spTree>
      <p:nvGrpSpPr>
        <p:cNvPr id="1" name=""/>
        <p:cNvGrpSpPr/>
        <p:nvPr/>
      </p:nvGrpSpPr>
      <p:grpSpPr>
        <a:xfrm>
          <a:off x="0" y="0"/>
          <a:ext cx="0" cy="0"/>
          <a:chOff x="0" y="0"/>
          <a:chExt cx="0" cy="0"/>
        </a:xfrm>
      </p:grpSpPr>
      <p:sp>
        <p:nvSpPr>
          <p:cNvPr name="TextBox 2" id="2"/>
          <p:cNvSpPr txBox="true"/>
          <p:nvPr/>
        </p:nvSpPr>
        <p:spPr>
          <a:xfrm rot="0">
            <a:off x="17127588" y="9201150"/>
            <a:ext cx="773608" cy="537845"/>
          </a:xfrm>
          <a:prstGeom prst="rect">
            <a:avLst/>
          </a:prstGeom>
        </p:spPr>
        <p:txBody>
          <a:bodyPr anchor="t" rtlCol="false" tIns="0" lIns="0" bIns="0" rIns="0">
            <a:spAutoFit/>
          </a:bodyPr>
          <a:lstStyle/>
          <a:p>
            <a:pPr algn="ctr">
              <a:lnSpc>
                <a:spcPts val="4480"/>
              </a:lnSpc>
            </a:pPr>
            <a:r>
              <a:rPr lang="en-US" sz="3200">
                <a:solidFill>
                  <a:srgbClr val="804F3B"/>
                </a:solidFill>
                <a:latin typeface="Prata"/>
              </a:rPr>
              <a:t>2</a:t>
            </a:r>
          </a:p>
        </p:txBody>
      </p:sp>
      <p:grpSp>
        <p:nvGrpSpPr>
          <p:cNvPr name="Group 3" id="3"/>
          <p:cNvGrpSpPr/>
          <p:nvPr/>
        </p:nvGrpSpPr>
        <p:grpSpPr>
          <a:xfrm rot="0">
            <a:off x="16740784" y="0"/>
            <a:ext cx="1547216" cy="10287000"/>
            <a:chOff x="0" y="0"/>
            <a:chExt cx="523379" cy="3479800"/>
          </a:xfrm>
        </p:grpSpPr>
        <p:sp>
          <p:nvSpPr>
            <p:cNvPr name="Freeform 4" id="4"/>
            <p:cNvSpPr/>
            <p:nvPr/>
          </p:nvSpPr>
          <p:spPr>
            <a:xfrm flipH="false" flipV="false" rot="0">
              <a:off x="0" y="0"/>
              <a:ext cx="523379" cy="3479800"/>
            </a:xfrm>
            <a:custGeom>
              <a:avLst/>
              <a:gdLst/>
              <a:ahLst/>
              <a:cxnLst/>
              <a:rect r="r" b="b" t="t" l="l"/>
              <a:pathLst>
                <a:path h="3479800" w="523379">
                  <a:moveTo>
                    <a:pt x="0" y="0"/>
                  </a:moveTo>
                  <a:lnTo>
                    <a:pt x="523379" y="0"/>
                  </a:lnTo>
                  <a:lnTo>
                    <a:pt x="523379" y="3479800"/>
                  </a:lnTo>
                  <a:lnTo>
                    <a:pt x="0" y="3479800"/>
                  </a:lnTo>
                  <a:close/>
                </a:path>
              </a:pathLst>
            </a:custGeom>
            <a:solidFill>
              <a:srgbClr val="E6CCB2"/>
            </a:solidFill>
          </p:spPr>
        </p:sp>
      </p:grpSp>
      <p:sp>
        <p:nvSpPr>
          <p:cNvPr name="Freeform 5" id="5"/>
          <p:cNvSpPr/>
          <p:nvPr/>
        </p:nvSpPr>
        <p:spPr>
          <a:xfrm flipH="true" flipV="false" rot="0">
            <a:off x="12104142" y="1781595"/>
            <a:ext cx="3425690" cy="7476705"/>
          </a:xfrm>
          <a:custGeom>
            <a:avLst/>
            <a:gdLst/>
            <a:ahLst/>
            <a:cxnLst/>
            <a:rect r="r" b="b" t="t" l="l"/>
            <a:pathLst>
              <a:path h="7476705" w="3425690">
                <a:moveTo>
                  <a:pt x="3425690" y="0"/>
                </a:moveTo>
                <a:lnTo>
                  <a:pt x="0" y="0"/>
                </a:lnTo>
                <a:lnTo>
                  <a:pt x="0" y="7476705"/>
                </a:lnTo>
                <a:lnTo>
                  <a:pt x="3425690" y="7476705"/>
                </a:lnTo>
                <a:lnTo>
                  <a:pt x="342569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028700" y="713486"/>
            <a:ext cx="237450" cy="234696"/>
          </a:xfrm>
          <a:prstGeom prst="rect">
            <a:avLst/>
          </a:prstGeom>
        </p:spPr>
        <p:txBody>
          <a:bodyPr anchor="t" rtlCol="false" tIns="0" lIns="0" bIns="0" rIns="0">
            <a:spAutoFit/>
          </a:bodyPr>
          <a:lstStyle/>
          <a:p>
            <a:pPr algn="just">
              <a:lnSpc>
                <a:spcPts val="1871"/>
              </a:lnSpc>
            </a:pPr>
            <a:r>
              <a:rPr lang="en-US" sz="1599">
                <a:solidFill>
                  <a:srgbClr val="804F3B"/>
                </a:solidFill>
                <a:latin typeface="Raleway Bold"/>
              </a:rPr>
              <a:t>I</a:t>
            </a:r>
          </a:p>
        </p:txBody>
      </p:sp>
      <p:sp>
        <p:nvSpPr>
          <p:cNvPr name="TextBox 7" id="7"/>
          <p:cNvSpPr txBox="true"/>
          <p:nvPr/>
        </p:nvSpPr>
        <p:spPr>
          <a:xfrm rot="0">
            <a:off x="1355447" y="713486"/>
            <a:ext cx="3235298" cy="234696"/>
          </a:xfrm>
          <a:prstGeom prst="rect">
            <a:avLst/>
          </a:prstGeom>
        </p:spPr>
        <p:txBody>
          <a:bodyPr anchor="t" rtlCol="false" tIns="0" lIns="0" bIns="0" rIns="0">
            <a:spAutoFit/>
          </a:bodyPr>
          <a:lstStyle/>
          <a:p>
            <a:pPr algn="just">
              <a:lnSpc>
                <a:spcPts val="1871"/>
              </a:lnSpc>
            </a:pPr>
            <a:r>
              <a:rPr lang="en-US" sz="1599">
                <a:solidFill>
                  <a:srgbClr val="804F3B"/>
                </a:solidFill>
                <a:latin typeface="Raleway Bold"/>
              </a:rPr>
              <a:t>EASY VERSION</a:t>
            </a:r>
          </a:p>
        </p:txBody>
      </p:sp>
      <p:grpSp>
        <p:nvGrpSpPr>
          <p:cNvPr name="Group 8" id="8"/>
          <p:cNvGrpSpPr/>
          <p:nvPr/>
        </p:nvGrpSpPr>
        <p:grpSpPr>
          <a:xfrm rot="0">
            <a:off x="1355447" y="1344561"/>
            <a:ext cx="4652866" cy="6637389"/>
            <a:chOff x="0" y="0"/>
            <a:chExt cx="6203821" cy="8849851"/>
          </a:xfrm>
        </p:grpSpPr>
        <p:sp>
          <p:nvSpPr>
            <p:cNvPr name="TextBox 9" id="9"/>
            <p:cNvSpPr txBox="true"/>
            <p:nvPr/>
          </p:nvSpPr>
          <p:spPr>
            <a:xfrm rot="0">
              <a:off x="0" y="2155681"/>
              <a:ext cx="6203821" cy="6694170"/>
            </a:xfrm>
            <a:prstGeom prst="rect">
              <a:avLst/>
            </a:prstGeom>
          </p:spPr>
          <p:txBody>
            <a:bodyPr anchor="t" rtlCol="false" tIns="0" lIns="0" bIns="0" rIns="0">
              <a:spAutoFit/>
            </a:bodyPr>
            <a:lstStyle/>
            <a:p>
              <a:pPr algn="l">
                <a:lnSpc>
                  <a:spcPts val="5039"/>
                </a:lnSpc>
              </a:pPr>
              <a:r>
                <a:rPr lang="en-US" sz="2799">
                  <a:solidFill>
                    <a:srgbClr val="804F3B"/>
                  </a:solidFill>
                  <a:latin typeface="Raleway"/>
                </a:rPr>
                <a:t>The goal of the easy version is to understand and respond to basic voice commands. It involves minimal functionality but sets the foundation for more complex implementations.</a:t>
              </a:r>
            </a:p>
          </p:txBody>
        </p:sp>
        <p:sp>
          <p:nvSpPr>
            <p:cNvPr name="TextBox 10" id="10"/>
            <p:cNvSpPr txBox="true"/>
            <p:nvPr/>
          </p:nvSpPr>
          <p:spPr>
            <a:xfrm rot="0">
              <a:off x="0" y="-104775"/>
              <a:ext cx="5336531" cy="2163022"/>
            </a:xfrm>
            <a:prstGeom prst="rect">
              <a:avLst/>
            </a:prstGeom>
          </p:spPr>
          <p:txBody>
            <a:bodyPr anchor="t" rtlCol="false" tIns="0" lIns="0" bIns="0" rIns="0">
              <a:spAutoFit/>
            </a:bodyPr>
            <a:lstStyle/>
            <a:p>
              <a:pPr algn="l">
                <a:lnSpc>
                  <a:spcPts val="4479"/>
                </a:lnSpc>
              </a:pPr>
              <a:r>
                <a:rPr lang="en-US" sz="2799">
                  <a:solidFill>
                    <a:srgbClr val="804F3B"/>
                  </a:solidFill>
                  <a:latin typeface="Radley Bold"/>
                </a:rPr>
                <a:t>Objective: Recognize and Respond to Simple Voice Commands</a:t>
              </a:r>
            </a:p>
          </p:txBody>
        </p:sp>
      </p:grpSp>
      <p:grpSp>
        <p:nvGrpSpPr>
          <p:cNvPr name="Group 11" id="11"/>
          <p:cNvGrpSpPr/>
          <p:nvPr/>
        </p:nvGrpSpPr>
        <p:grpSpPr>
          <a:xfrm rot="0">
            <a:off x="6892470" y="1344561"/>
            <a:ext cx="4966054" cy="3027096"/>
            <a:chOff x="0" y="0"/>
            <a:chExt cx="6621405" cy="4036128"/>
          </a:xfrm>
        </p:grpSpPr>
        <p:sp>
          <p:nvSpPr>
            <p:cNvPr name="TextBox 12" id="12"/>
            <p:cNvSpPr txBox="true"/>
            <p:nvPr/>
          </p:nvSpPr>
          <p:spPr>
            <a:xfrm rot="0">
              <a:off x="0" y="745558"/>
              <a:ext cx="6621405" cy="3290570"/>
            </a:xfrm>
            <a:prstGeom prst="rect">
              <a:avLst/>
            </a:prstGeom>
          </p:spPr>
          <p:txBody>
            <a:bodyPr anchor="t" rtlCol="false" tIns="0" lIns="0" bIns="0" rIns="0">
              <a:spAutoFit/>
            </a:bodyPr>
            <a:lstStyle/>
            <a:p>
              <a:pPr algn="l" marL="604519" indent="-302260" lvl="1">
                <a:lnSpc>
                  <a:spcPts val="5039"/>
                </a:lnSpc>
                <a:buFont typeface="Arial"/>
                <a:buChar char="•"/>
              </a:pPr>
              <a:r>
                <a:rPr lang="en-US" sz="2799">
                  <a:solidFill>
                    <a:srgbClr val="804F3B"/>
                  </a:solidFill>
                  <a:latin typeface="Raleway"/>
                </a:rPr>
                <a:t>Simple</a:t>
              </a:r>
              <a:r>
                <a:rPr lang="en-US" sz="2799">
                  <a:solidFill>
                    <a:srgbClr val="804F3B"/>
                  </a:solidFill>
                  <a:latin typeface="Raleway"/>
                </a:rPr>
                <a:t> command recognition.</a:t>
              </a:r>
            </a:p>
            <a:p>
              <a:pPr algn="l" marL="604519" indent="-302260" lvl="1">
                <a:lnSpc>
                  <a:spcPts val="5039"/>
                </a:lnSpc>
                <a:buFont typeface="Arial"/>
                <a:buChar char="•"/>
              </a:pPr>
              <a:r>
                <a:rPr lang="en-US" sz="2799">
                  <a:solidFill>
                    <a:srgbClr val="804F3B"/>
                  </a:solidFill>
                  <a:latin typeface="Raleway"/>
                </a:rPr>
                <a:t>Responds to the command "Hello".</a:t>
              </a:r>
            </a:p>
          </p:txBody>
        </p:sp>
        <p:sp>
          <p:nvSpPr>
            <p:cNvPr name="TextBox 13" id="13"/>
            <p:cNvSpPr txBox="true"/>
            <p:nvPr/>
          </p:nvSpPr>
          <p:spPr>
            <a:xfrm rot="0">
              <a:off x="0" y="-104775"/>
              <a:ext cx="5336531" cy="664422"/>
            </a:xfrm>
            <a:prstGeom prst="rect">
              <a:avLst/>
            </a:prstGeom>
          </p:spPr>
          <p:txBody>
            <a:bodyPr anchor="t" rtlCol="false" tIns="0" lIns="0" bIns="0" rIns="0">
              <a:spAutoFit/>
            </a:bodyPr>
            <a:lstStyle/>
            <a:p>
              <a:pPr algn="l">
                <a:lnSpc>
                  <a:spcPts val="4479"/>
                </a:lnSpc>
              </a:pPr>
              <a:r>
                <a:rPr lang="en-US" sz="2799">
                  <a:solidFill>
                    <a:srgbClr val="804F3B"/>
                  </a:solidFill>
                  <a:latin typeface="Radley Bold"/>
                </a:rPr>
                <a:t>Features</a:t>
              </a:r>
            </a:p>
          </p:txBody>
        </p:sp>
      </p:grpSp>
      <p:sp>
        <p:nvSpPr>
          <p:cNvPr name="TextBox 14" id="14"/>
          <p:cNvSpPr txBox="true"/>
          <p:nvPr/>
        </p:nvSpPr>
        <p:spPr>
          <a:xfrm rot="0">
            <a:off x="16918147" y="9134475"/>
            <a:ext cx="682307" cy="581025"/>
          </a:xfrm>
          <a:prstGeom prst="rect">
            <a:avLst/>
          </a:prstGeom>
        </p:spPr>
        <p:txBody>
          <a:bodyPr anchor="t" rtlCol="false" tIns="0" lIns="0" bIns="0" rIns="0">
            <a:spAutoFit/>
          </a:bodyPr>
          <a:lstStyle/>
          <a:p>
            <a:pPr algn="r">
              <a:lnSpc>
                <a:spcPts val="4800"/>
              </a:lnSpc>
            </a:pPr>
            <a:r>
              <a:rPr lang="en-US" sz="3000">
                <a:solidFill>
                  <a:srgbClr val="804F3B"/>
                </a:solidFill>
                <a:latin typeface="Raleway"/>
              </a:rPr>
              <a:t>4</a:t>
            </a:r>
          </a:p>
        </p:txBody>
      </p:sp>
      <p:grpSp>
        <p:nvGrpSpPr>
          <p:cNvPr name="Group 15" id="15"/>
          <p:cNvGrpSpPr/>
          <p:nvPr/>
        </p:nvGrpSpPr>
        <p:grpSpPr>
          <a:xfrm rot="0">
            <a:off x="6892470" y="5519948"/>
            <a:ext cx="4966054" cy="2388921"/>
            <a:chOff x="0" y="0"/>
            <a:chExt cx="6621405" cy="3185228"/>
          </a:xfrm>
        </p:grpSpPr>
        <p:sp>
          <p:nvSpPr>
            <p:cNvPr name="TextBox 16" id="16"/>
            <p:cNvSpPr txBox="true"/>
            <p:nvPr/>
          </p:nvSpPr>
          <p:spPr>
            <a:xfrm rot="0">
              <a:off x="0" y="745558"/>
              <a:ext cx="6621405" cy="2439670"/>
            </a:xfrm>
            <a:prstGeom prst="rect">
              <a:avLst/>
            </a:prstGeom>
          </p:spPr>
          <p:txBody>
            <a:bodyPr anchor="t" rtlCol="false" tIns="0" lIns="0" bIns="0" rIns="0">
              <a:spAutoFit/>
            </a:bodyPr>
            <a:lstStyle/>
            <a:p>
              <a:pPr algn="l" marL="604519" indent="-302260" lvl="1">
                <a:lnSpc>
                  <a:spcPts val="5039"/>
                </a:lnSpc>
                <a:buFont typeface="Arial"/>
                <a:buChar char="•"/>
              </a:pPr>
              <a:r>
                <a:rPr lang="en-US" sz="2799">
                  <a:solidFill>
                    <a:srgbClr val="804F3B"/>
                  </a:solidFill>
                  <a:latin typeface="Raleway"/>
                </a:rPr>
                <a:t>Python</a:t>
              </a:r>
            </a:p>
            <a:p>
              <a:pPr algn="l" marL="604519" indent="-302260" lvl="1">
                <a:lnSpc>
                  <a:spcPts val="5039"/>
                </a:lnSpc>
                <a:buFont typeface="Arial"/>
                <a:buChar char="•"/>
              </a:pPr>
              <a:r>
                <a:rPr lang="en-US" sz="2799">
                  <a:solidFill>
                    <a:srgbClr val="804F3B"/>
                  </a:solidFill>
                  <a:latin typeface="Raleway"/>
                </a:rPr>
                <a:t>Library: speech_recognition</a:t>
              </a:r>
            </a:p>
          </p:txBody>
        </p:sp>
        <p:sp>
          <p:nvSpPr>
            <p:cNvPr name="TextBox 17" id="17"/>
            <p:cNvSpPr txBox="true"/>
            <p:nvPr/>
          </p:nvSpPr>
          <p:spPr>
            <a:xfrm rot="0">
              <a:off x="0" y="-104775"/>
              <a:ext cx="5336531" cy="664422"/>
            </a:xfrm>
            <a:prstGeom prst="rect">
              <a:avLst/>
            </a:prstGeom>
          </p:spPr>
          <p:txBody>
            <a:bodyPr anchor="t" rtlCol="false" tIns="0" lIns="0" bIns="0" rIns="0">
              <a:spAutoFit/>
            </a:bodyPr>
            <a:lstStyle/>
            <a:p>
              <a:pPr algn="l">
                <a:lnSpc>
                  <a:spcPts val="4479"/>
                </a:lnSpc>
              </a:pPr>
              <a:r>
                <a:rPr lang="en-US" sz="2799">
                  <a:solidFill>
                    <a:srgbClr val="804F3B"/>
                  </a:solidFill>
                  <a:latin typeface="Radley Bold"/>
                </a:rPr>
                <a:t>Technologies Used</a:t>
              </a:r>
            </a:p>
          </p:txBody>
        </p:sp>
      </p:gr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EDE0D4"/>
        </a:solidFill>
      </p:bgPr>
    </p:bg>
    <p:spTree>
      <p:nvGrpSpPr>
        <p:cNvPr id="1" name=""/>
        <p:cNvGrpSpPr/>
        <p:nvPr/>
      </p:nvGrpSpPr>
      <p:grpSpPr>
        <a:xfrm>
          <a:off x="0" y="0"/>
          <a:ext cx="0" cy="0"/>
          <a:chOff x="0" y="0"/>
          <a:chExt cx="0" cy="0"/>
        </a:xfrm>
      </p:grpSpPr>
      <p:sp>
        <p:nvSpPr>
          <p:cNvPr name="TextBox 2" id="2"/>
          <p:cNvSpPr txBox="true"/>
          <p:nvPr/>
        </p:nvSpPr>
        <p:spPr>
          <a:xfrm rot="0">
            <a:off x="17127588" y="9201150"/>
            <a:ext cx="773608" cy="537845"/>
          </a:xfrm>
          <a:prstGeom prst="rect">
            <a:avLst/>
          </a:prstGeom>
        </p:spPr>
        <p:txBody>
          <a:bodyPr anchor="t" rtlCol="false" tIns="0" lIns="0" bIns="0" rIns="0">
            <a:spAutoFit/>
          </a:bodyPr>
          <a:lstStyle/>
          <a:p>
            <a:pPr algn="ctr">
              <a:lnSpc>
                <a:spcPts val="4480"/>
              </a:lnSpc>
            </a:pPr>
            <a:r>
              <a:rPr lang="en-US" sz="3200">
                <a:solidFill>
                  <a:srgbClr val="804F3B"/>
                </a:solidFill>
                <a:latin typeface="Prata"/>
              </a:rPr>
              <a:t>2</a:t>
            </a:r>
          </a:p>
        </p:txBody>
      </p:sp>
      <p:grpSp>
        <p:nvGrpSpPr>
          <p:cNvPr name="Group 3" id="3"/>
          <p:cNvGrpSpPr/>
          <p:nvPr/>
        </p:nvGrpSpPr>
        <p:grpSpPr>
          <a:xfrm rot="0">
            <a:off x="16740784" y="0"/>
            <a:ext cx="1547216" cy="10287000"/>
            <a:chOff x="0" y="0"/>
            <a:chExt cx="523379" cy="3479800"/>
          </a:xfrm>
        </p:grpSpPr>
        <p:sp>
          <p:nvSpPr>
            <p:cNvPr name="Freeform 4" id="4"/>
            <p:cNvSpPr/>
            <p:nvPr/>
          </p:nvSpPr>
          <p:spPr>
            <a:xfrm flipH="false" flipV="false" rot="0">
              <a:off x="0" y="0"/>
              <a:ext cx="523379" cy="3479800"/>
            </a:xfrm>
            <a:custGeom>
              <a:avLst/>
              <a:gdLst/>
              <a:ahLst/>
              <a:cxnLst/>
              <a:rect r="r" b="b" t="t" l="l"/>
              <a:pathLst>
                <a:path h="3479800" w="523379">
                  <a:moveTo>
                    <a:pt x="0" y="0"/>
                  </a:moveTo>
                  <a:lnTo>
                    <a:pt x="523379" y="0"/>
                  </a:lnTo>
                  <a:lnTo>
                    <a:pt x="523379" y="3479800"/>
                  </a:lnTo>
                  <a:lnTo>
                    <a:pt x="0" y="3479800"/>
                  </a:lnTo>
                  <a:close/>
                </a:path>
              </a:pathLst>
            </a:custGeom>
            <a:solidFill>
              <a:srgbClr val="E6CCB2"/>
            </a:solidFill>
          </p:spPr>
        </p:sp>
      </p:grpSp>
      <p:sp>
        <p:nvSpPr>
          <p:cNvPr name="TextBox 5" id="5"/>
          <p:cNvSpPr txBox="true"/>
          <p:nvPr/>
        </p:nvSpPr>
        <p:spPr>
          <a:xfrm rot="0">
            <a:off x="1028700" y="713486"/>
            <a:ext cx="237450" cy="234696"/>
          </a:xfrm>
          <a:prstGeom prst="rect">
            <a:avLst/>
          </a:prstGeom>
        </p:spPr>
        <p:txBody>
          <a:bodyPr anchor="t" rtlCol="false" tIns="0" lIns="0" bIns="0" rIns="0">
            <a:spAutoFit/>
          </a:bodyPr>
          <a:lstStyle/>
          <a:p>
            <a:pPr algn="just">
              <a:lnSpc>
                <a:spcPts val="1871"/>
              </a:lnSpc>
            </a:pPr>
            <a:r>
              <a:rPr lang="en-US" sz="1599">
                <a:solidFill>
                  <a:srgbClr val="804F3B"/>
                </a:solidFill>
                <a:latin typeface="Raleway Bold"/>
              </a:rPr>
              <a:t>I</a:t>
            </a:r>
          </a:p>
        </p:txBody>
      </p:sp>
      <p:sp>
        <p:nvSpPr>
          <p:cNvPr name="TextBox 6" id="6"/>
          <p:cNvSpPr txBox="true"/>
          <p:nvPr/>
        </p:nvSpPr>
        <p:spPr>
          <a:xfrm rot="0">
            <a:off x="1355447" y="713486"/>
            <a:ext cx="3235298" cy="410337"/>
          </a:xfrm>
          <a:prstGeom prst="rect">
            <a:avLst/>
          </a:prstGeom>
        </p:spPr>
        <p:txBody>
          <a:bodyPr anchor="t" rtlCol="false" tIns="0" lIns="0" bIns="0" rIns="0">
            <a:spAutoFit/>
          </a:bodyPr>
          <a:lstStyle/>
          <a:p>
            <a:pPr algn="just">
              <a:lnSpc>
                <a:spcPts val="3158"/>
              </a:lnSpc>
            </a:pPr>
            <a:r>
              <a:rPr lang="en-US" sz="2699">
                <a:solidFill>
                  <a:srgbClr val="804F3B"/>
                </a:solidFill>
                <a:latin typeface="Raleway Bold"/>
              </a:rPr>
              <a:t>IMPLEMENTATION</a:t>
            </a:r>
          </a:p>
        </p:txBody>
      </p:sp>
      <p:sp>
        <p:nvSpPr>
          <p:cNvPr name="TextBox 7" id="7"/>
          <p:cNvSpPr txBox="true"/>
          <p:nvPr/>
        </p:nvSpPr>
        <p:spPr>
          <a:xfrm rot="0">
            <a:off x="16918147" y="9134475"/>
            <a:ext cx="682307" cy="581025"/>
          </a:xfrm>
          <a:prstGeom prst="rect">
            <a:avLst/>
          </a:prstGeom>
        </p:spPr>
        <p:txBody>
          <a:bodyPr anchor="t" rtlCol="false" tIns="0" lIns="0" bIns="0" rIns="0">
            <a:spAutoFit/>
          </a:bodyPr>
          <a:lstStyle/>
          <a:p>
            <a:pPr algn="r">
              <a:lnSpc>
                <a:spcPts val="4800"/>
              </a:lnSpc>
            </a:pPr>
            <a:r>
              <a:rPr lang="en-US" sz="3000">
                <a:solidFill>
                  <a:srgbClr val="804F3B"/>
                </a:solidFill>
                <a:latin typeface="Raleway"/>
              </a:rPr>
              <a:t>5</a:t>
            </a:r>
          </a:p>
        </p:txBody>
      </p:sp>
      <p:sp>
        <p:nvSpPr>
          <p:cNvPr name="TextBox 8" id="8"/>
          <p:cNvSpPr txBox="true"/>
          <p:nvPr/>
        </p:nvSpPr>
        <p:spPr>
          <a:xfrm rot="0">
            <a:off x="1266150" y="1623825"/>
            <a:ext cx="14000633" cy="2210435"/>
          </a:xfrm>
          <a:prstGeom prst="rect">
            <a:avLst/>
          </a:prstGeom>
        </p:spPr>
        <p:txBody>
          <a:bodyPr anchor="t" rtlCol="false" tIns="0" lIns="0" bIns="0" rIns="0">
            <a:spAutoFit/>
          </a:bodyPr>
          <a:lstStyle/>
          <a:p>
            <a:pPr algn="l" marL="604519" indent="-302260" lvl="1">
              <a:lnSpc>
                <a:spcPts val="4479"/>
              </a:lnSpc>
              <a:buFont typeface="Arial"/>
              <a:buChar char="•"/>
            </a:pPr>
            <a:r>
              <a:rPr lang="en-US" sz="2799">
                <a:solidFill>
                  <a:srgbClr val="804F3B"/>
                </a:solidFill>
                <a:latin typeface="Radley Bold"/>
              </a:rPr>
              <a:t>Spe</a:t>
            </a:r>
            <a:r>
              <a:rPr lang="en-US" sz="2799">
                <a:solidFill>
                  <a:srgbClr val="804F3B"/>
                </a:solidFill>
                <a:latin typeface="Radley Bold"/>
              </a:rPr>
              <a:t>ech Recognition Using speech_recognition: The assistant listens for audio input and converts it into text using Google's Speech Recognition API.</a:t>
            </a:r>
          </a:p>
          <a:p>
            <a:pPr algn="l" marL="604519" indent="-302260" lvl="1">
              <a:lnSpc>
                <a:spcPts val="4479"/>
              </a:lnSpc>
              <a:buFont typeface="Arial"/>
              <a:buChar char="•"/>
            </a:pPr>
            <a:r>
              <a:rPr lang="en-US" sz="2799">
                <a:solidFill>
                  <a:srgbClr val="804F3B"/>
                </a:solidFill>
                <a:latin typeface="Radley Bold"/>
              </a:rPr>
              <a:t>Handling Basic Commands: The system checks for specific commands like "Hello" and responds appropriately.</a:t>
            </a:r>
          </a:p>
        </p:txBody>
      </p:sp>
      <p:sp>
        <p:nvSpPr>
          <p:cNvPr name="Freeform 9" id="9"/>
          <p:cNvSpPr/>
          <p:nvPr/>
        </p:nvSpPr>
        <p:spPr>
          <a:xfrm flipH="false" flipV="false" rot="0">
            <a:off x="-431644" y="4613233"/>
            <a:ext cx="10044777" cy="9770829"/>
          </a:xfrm>
          <a:custGeom>
            <a:avLst/>
            <a:gdLst/>
            <a:ahLst/>
            <a:cxnLst/>
            <a:rect r="r" b="b" t="t" l="l"/>
            <a:pathLst>
              <a:path h="9770829" w="10044777">
                <a:moveTo>
                  <a:pt x="0" y="0"/>
                </a:moveTo>
                <a:lnTo>
                  <a:pt x="10044778" y="0"/>
                </a:lnTo>
                <a:lnTo>
                  <a:pt x="10044778" y="9770829"/>
                </a:lnTo>
                <a:lnTo>
                  <a:pt x="0" y="97708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8773302" y="4145534"/>
            <a:ext cx="7533042" cy="6875613"/>
          </a:xfrm>
          <a:custGeom>
            <a:avLst/>
            <a:gdLst/>
            <a:ahLst/>
            <a:cxnLst/>
            <a:rect r="r" b="b" t="t" l="l"/>
            <a:pathLst>
              <a:path h="6875613" w="7533042">
                <a:moveTo>
                  <a:pt x="0" y="0"/>
                </a:moveTo>
                <a:lnTo>
                  <a:pt x="7533042" y="0"/>
                </a:lnTo>
                <a:lnTo>
                  <a:pt x="7533042" y="6875613"/>
                </a:lnTo>
                <a:lnTo>
                  <a:pt x="0" y="68756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EDE0D4"/>
        </a:solidFill>
      </p:bgPr>
    </p:bg>
    <p:spTree>
      <p:nvGrpSpPr>
        <p:cNvPr id="1" name=""/>
        <p:cNvGrpSpPr/>
        <p:nvPr/>
      </p:nvGrpSpPr>
      <p:grpSpPr>
        <a:xfrm>
          <a:off x="0" y="0"/>
          <a:ext cx="0" cy="0"/>
          <a:chOff x="0" y="0"/>
          <a:chExt cx="0" cy="0"/>
        </a:xfrm>
      </p:grpSpPr>
      <p:sp>
        <p:nvSpPr>
          <p:cNvPr name="TextBox 2" id="2"/>
          <p:cNvSpPr txBox="true"/>
          <p:nvPr/>
        </p:nvSpPr>
        <p:spPr>
          <a:xfrm rot="0">
            <a:off x="17127588" y="9201150"/>
            <a:ext cx="773608" cy="537845"/>
          </a:xfrm>
          <a:prstGeom prst="rect">
            <a:avLst/>
          </a:prstGeom>
        </p:spPr>
        <p:txBody>
          <a:bodyPr anchor="t" rtlCol="false" tIns="0" lIns="0" bIns="0" rIns="0">
            <a:spAutoFit/>
          </a:bodyPr>
          <a:lstStyle/>
          <a:p>
            <a:pPr algn="ctr">
              <a:lnSpc>
                <a:spcPts val="4480"/>
              </a:lnSpc>
            </a:pPr>
            <a:r>
              <a:rPr lang="en-US" sz="3200">
                <a:solidFill>
                  <a:srgbClr val="804F3B"/>
                </a:solidFill>
                <a:latin typeface="Prata"/>
              </a:rPr>
              <a:t>2</a:t>
            </a:r>
          </a:p>
        </p:txBody>
      </p:sp>
      <p:grpSp>
        <p:nvGrpSpPr>
          <p:cNvPr name="Group 3" id="3"/>
          <p:cNvGrpSpPr/>
          <p:nvPr/>
        </p:nvGrpSpPr>
        <p:grpSpPr>
          <a:xfrm rot="0">
            <a:off x="16740784" y="0"/>
            <a:ext cx="1547216" cy="10287000"/>
            <a:chOff x="0" y="0"/>
            <a:chExt cx="523379" cy="3479800"/>
          </a:xfrm>
        </p:grpSpPr>
        <p:sp>
          <p:nvSpPr>
            <p:cNvPr name="Freeform 4" id="4"/>
            <p:cNvSpPr/>
            <p:nvPr/>
          </p:nvSpPr>
          <p:spPr>
            <a:xfrm flipH="false" flipV="false" rot="0">
              <a:off x="0" y="0"/>
              <a:ext cx="523379" cy="3479800"/>
            </a:xfrm>
            <a:custGeom>
              <a:avLst/>
              <a:gdLst/>
              <a:ahLst/>
              <a:cxnLst/>
              <a:rect r="r" b="b" t="t" l="l"/>
              <a:pathLst>
                <a:path h="3479800" w="523379">
                  <a:moveTo>
                    <a:pt x="0" y="0"/>
                  </a:moveTo>
                  <a:lnTo>
                    <a:pt x="523379" y="0"/>
                  </a:lnTo>
                  <a:lnTo>
                    <a:pt x="523379" y="3479800"/>
                  </a:lnTo>
                  <a:lnTo>
                    <a:pt x="0" y="3479800"/>
                  </a:lnTo>
                  <a:close/>
                </a:path>
              </a:pathLst>
            </a:custGeom>
            <a:solidFill>
              <a:srgbClr val="E6CCB2"/>
            </a:solidFill>
          </p:spPr>
        </p:sp>
      </p:grpSp>
      <p:sp>
        <p:nvSpPr>
          <p:cNvPr name="Freeform 5" id="5"/>
          <p:cNvSpPr/>
          <p:nvPr/>
        </p:nvSpPr>
        <p:spPr>
          <a:xfrm flipH="false" flipV="false" rot="0">
            <a:off x="9592261" y="2951642"/>
            <a:ext cx="6281436" cy="7366289"/>
          </a:xfrm>
          <a:custGeom>
            <a:avLst/>
            <a:gdLst/>
            <a:ahLst/>
            <a:cxnLst/>
            <a:rect r="r" b="b" t="t" l="l"/>
            <a:pathLst>
              <a:path h="7366289" w="6281436">
                <a:moveTo>
                  <a:pt x="0" y="0"/>
                </a:moveTo>
                <a:lnTo>
                  <a:pt x="6281435" y="0"/>
                </a:lnTo>
                <a:lnTo>
                  <a:pt x="6281435" y="7366289"/>
                </a:lnTo>
                <a:lnTo>
                  <a:pt x="0" y="73662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028700" y="713486"/>
            <a:ext cx="237450" cy="234696"/>
          </a:xfrm>
          <a:prstGeom prst="rect">
            <a:avLst/>
          </a:prstGeom>
        </p:spPr>
        <p:txBody>
          <a:bodyPr anchor="t" rtlCol="false" tIns="0" lIns="0" bIns="0" rIns="0">
            <a:spAutoFit/>
          </a:bodyPr>
          <a:lstStyle/>
          <a:p>
            <a:pPr algn="just">
              <a:lnSpc>
                <a:spcPts val="1871"/>
              </a:lnSpc>
            </a:pPr>
            <a:r>
              <a:rPr lang="en-US" sz="1599">
                <a:solidFill>
                  <a:srgbClr val="804F3B"/>
                </a:solidFill>
                <a:latin typeface="Raleway Bold"/>
              </a:rPr>
              <a:t>II</a:t>
            </a:r>
          </a:p>
        </p:txBody>
      </p:sp>
      <p:sp>
        <p:nvSpPr>
          <p:cNvPr name="TextBox 7" id="7"/>
          <p:cNvSpPr txBox="true"/>
          <p:nvPr/>
        </p:nvSpPr>
        <p:spPr>
          <a:xfrm rot="0">
            <a:off x="1355447" y="713486"/>
            <a:ext cx="3235298" cy="234696"/>
          </a:xfrm>
          <a:prstGeom prst="rect">
            <a:avLst/>
          </a:prstGeom>
        </p:spPr>
        <p:txBody>
          <a:bodyPr anchor="t" rtlCol="false" tIns="0" lIns="0" bIns="0" rIns="0">
            <a:spAutoFit/>
          </a:bodyPr>
          <a:lstStyle/>
          <a:p>
            <a:pPr algn="just">
              <a:lnSpc>
                <a:spcPts val="1871"/>
              </a:lnSpc>
            </a:pPr>
            <a:r>
              <a:rPr lang="en-US" sz="1599">
                <a:solidFill>
                  <a:srgbClr val="804F3B"/>
                </a:solidFill>
                <a:latin typeface="Raleway Bold"/>
              </a:rPr>
              <a:t>ADVANCED VERSION</a:t>
            </a:r>
          </a:p>
        </p:txBody>
      </p:sp>
      <p:sp>
        <p:nvSpPr>
          <p:cNvPr name="TextBox 8" id="8"/>
          <p:cNvSpPr txBox="true"/>
          <p:nvPr/>
        </p:nvSpPr>
        <p:spPr>
          <a:xfrm rot="0">
            <a:off x="16918147" y="9134475"/>
            <a:ext cx="682307" cy="581025"/>
          </a:xfrm>
          <a:prstGeom prst="rect">
            <a:avLst/>
          </a:prstGeom>
        </p:spPr>
        <p:txBody>
          <a:bodyPr anchor="t" rtlCol="false" tIns="0" lIns="0" bIns="0" rIns="0">
            <a:spAutoFit/>
          </a:bodyPr>
          <a:lstStyle/>
          <a:p>
            <a:pPr algn="r">
              <a:lnSpc>
                <a:spcPts val="4800"/>
              </a:lnSpc>
            </a:pPr>
            <a:r>
              <a:rPr lang="en-US" sz="3000">
                <a:solidFill>
                  <a:srgbClr val="804F3B"/>
                </a:solidFill>
                <a:latin typeface="Raleway"/>
              </a:rPr>
              <a:t>6</a:t>
            </a:r>
          </a:p>
        </p:txBody>
      </p:sp>
      <p:sp>
        <p:nvSpPr>
          <p:cNvPr name="TextBox 9" id="9"/>
          <p:cNvSpPr txBox="true"/>
          <p:nvPr/>
        </p:nvSpPr>
        <p:spPr>
          <a:xfrm rot="0">
            <a:off x="1339419" y="1863836"/>
            <a:ext cx="12306242" cy="534035"/>
          </a:xfrm>
          <a:prstGeom prst="rect">
            <a:avLst/>
          </a:prstGeom>
        </p:spPr>
        <p:txBody>
          <a:bodyPr anchor="t" rtlCol="false" tIns="0" lIns="0" bIns="0" rIns="0">
            <a:spAutoFit/>
          </a:bodyPr>
          <a:lstStyle/>
          <a:p>
            <a:pPr algn="l">
              <a:lnSpc>
                <a:spcPts val="4479"/>
              </a:lnSpc>
            </a:pPr>
            <a:r>
              <a:rPr lang="en-US" sz="2799">
                <a:solidFill>
                  <a:srgbClr val="804F3B"/>
                </a:solidFill>
                <a:latin typeface="Raleway"/>
              </a:rPr>
              <a:t>Objective:: Create a Sophisticated Voice Assistant with NLP Capabalilities</a:t>
            </a:r>
          </a:p>
        </p:txBody>
      </p:sp>
      <p:sp>
        <p:nvSpPr>
          <p:cNvPr name="TextBox 10" id="10"/>
          <p:cNvSpPr txBox="true"/>
          <p:nvPr/>
        </p:nvSpPr>
        <p:spPr>
          <a:xfrm rot="0">
            <a:off x="1339419" y="2762800"/>
            <a:ext cx="7804581" cy="2772410"/>
          </a:xfrm>
          <a:prstGeom prst="rect">
            <a:avLst/>
          </a:prstGeom>
        </p:spPr>
        <p:txBody>
          <a:bodyPr anchor="t" rtlCol="false" tIns="0" lIns="0" bIns="0" rIns="0">
            <a:spAutoFit/>
          </a:bodyPr>
          <a:lstStyle/>
          <a:p>
            <a:pPr algn="l">
              <a:lnSpc>
                <a:spcPts val="4479"/>
              </a:lnSpc>
            </a:pPr>
            <a:r>
              <a:rPr lang="en-US" sz="2799">
                <a:solidFill>
                  <a:srgbClr val="804F3B"/>
                </a:solidFill>
                <a:latin typeface="Radley Bold"/>
              </a:rPr>
              <a:t>The advanced version aims to create a comprehensive voice assistant that can understand complex queries, provide detailed responses, and offer various services through API integrations.</a:t>
            </a:r>
          </a:p>
        </p:txBody>
      </p:sp>
      <p:sp>
        <p:nvSpPr>
          <p:cNvPr name="TextBox 11" id="11"/>
          <p:cNvSpPr txBox="true"/>
          <p:nvPr/>
        </p:nvSpPr>
        <p:spPr>
          <a:xfrm rot="0">
            <a:off x="1355447" y="5951855"/>
            <a:ext cx="7177016" cy="3787140"/>
          </a:xfrm>
          <a:prstGeom prst="rect">
            <a:avLst/>
          </a:prstGeom>
        </p:spPr>
        <p:txBody>
          <a:bodyPr anchor="t" rtlCol="false" tIns="0" lIns="0" bIns="0" rIns="0">
            <a:spAutoFit/>
          </a:bodyPr>
          <a:lstStyle/>
          <a:p>
            <a:pPr algn="l">
              <a:lnSpc>
                <a:spcPts val="5039"/>
              </a:lnSpc>
            </a:pPr>
            <a:r>
              <a:rPr lang="en-US" sz="2799">
                <a:solidFill>
                  <a:srgbClr val="804F3B"/>
                </a:solidFill>
                <a:latin typeface="Raleway Bold"/>
              </a:rPr>
              <a:t>Features</a:t>
            </a:r>
          </a:p>
          <a:p>
            <a:pPr algn="l" marL="604519" indent="-302260" lvl="1">
              <a:lnSpc>
                <a:spcPts val="5039"/>
              </a:lnSpc>
              <a:buFont typeface="Arial"/>
              <a:buChar char="•"/>
            </a:pPr>
            <a:r>
              <a:rPr lang="en-US" sz="2799">
                <a:solidFill>
                  <a:srgbClr val="804F3B"/>
                </a:solidFill>
                <a:latin typeface="Raleway"/>
              </a:rPr>
              <a:t>Speech recognition.</a:t>
            </a:r>
          </a:p>
          <a:p>
            <a:pPr algn="l" marL="604519" indent="-302260" lvl="1">
              <a:lnSpc>
                <a:spcPts val="5039"/>
              </a:lnSpc>
              <a:buFont typeface="Arial"/>
              <a:buChar char="•"/>
            </a:pPr>
            <a:r>
              <a:rPr lang="en-US" sz="2799">
                <a:solidFill>
                  <a:srgbClr val="804F3B"/>
                </a:solidFill>
                <a:latin typeface="Raleway"/>
              </a:rPr>
              <a:t>Text-to-speech conversion.</a:t>
            </a:r>
          </a:p>
          <a:p>
            <a:pPr algn="l" marL="604519" indent="-302260" lvl="1">
              <a:lnSpc>
                <a:spcPts val="5039"/>
              </a:lnSpc>
              <a:buFont typeface="Arial"/>
              <a:buChar char="•"/>
            </a:pPr>
            <a:r>
              <a:rPr lang="en-US" sz="2799">
                <a:solidFill>
                  <a:srgbClr val="804F3B"/>
                </a:solidFill>
                <a:latin typeface="Raleway"/>
              </a:rPr>
              <a:t>Weather updates.</a:t>
            </a:r>
          </a:p>
          <a:p>
            <a:pPr algn="l" marL="604519" indent="-302260" lvl="1">
              <a:lnSpc>
                <a:spcPts val="5039"/>
              </a:lnSpc>
              <a:buFont typeface="Arial"/>
              <a:buChar char="•"/>
            </a:pPr>
            <a:r>
              <a:rPr lang="en-US" sz="2799">
                <a:solidFill>
                  <a:srgbClr val="804F3B"/>
                </a:solidFill>
                <a:latin typeface="Raleway"/>
              </a:rPr>
              <a:t>News headlines.</a:t>
            </a:r>
          </a:p>
          <a:p>
            <a:pPr algn="l" marL="604519" indent="-302260" lvl="1">
              <a:lnSpc>
                <a:spcPts val="5039"/>
              </a:lnSpc>
              <a:buFont typeface="Arial"/>
              <a:buChar char="•"/>
            </a:pPr>
            <a:r>
              <a:rPr lang="en-US" sz="2799">
                <a:solidFill>
                  <a:srgbClr val="804F3B"/>
                </a:solidFill>
                <a:latin typeface="Raleway"/>
              </a:rPr>
              <a:t>Web search (Google, Wikipedia).</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bg>
      <p:bgPr>
        <a:solidFill>
          <a:srgbClr val="EDE0D4"/>
        </a:solidFill>
      </p:bgPr>
    </p:bg>
    <p:spTree>
      <p:nvGrpSpPr>
        <p:cNvPr id="1" name=""/>
        <p:cNvGrpSpPr/>
        <p:nvPr/>
      </p:nvGrpSpPr>
      <p:grpSpPr>
        <a:xfrm>
          <a:off x="0" y="0"/>
          <a:ext cx="0" cy="0"/>
          <a:chOff x="0" y="0"/>
          <a:chExt cx="0" cy="0"/>
        </a:xfrm>
      </p:grpSpPr>
      <p:sp>
        <p:nvSpPr>
          <p:cNvPr name="TextBox 2" id="2"/>
          <p:cNvSpPr txBox="true"/>
          <p:nvPr/>
        </p:nvSpPr>
        <p:spPr>
          <a:xfrm rot="0">
            <a:off x="17127588" y="9201150"/>
            <a:ext cx="773608" cy="537845"/>
          </a:xfrm>
          <a:prstGeom prst="rect">
            <a:avLst/>
          </a:prstGeom>
        </p:spPr>
        <p:txBody>
          <a:bodyPr anchor="t" rtlCol="false" tIns="0" lIns="0" bIns="0" rIns="0">
            <a:spAutoFit/>
          </a:bodyPr>
          <a:lstStyle/>
          <a:p>
            <a:pPr algn="ctr">
              <a:lnSpc>
                <a:spcPts val="4480"/>
              </a:lnSpc>
            </a:pPr>
            <a:r>
              <a:rPr lang="en-US" sz="3200">
                <a:solidFill>
                  <a:srgbClr val="804F3B"/>
                </a:solidFill>
                <a:latin typeface="Prata"/>
              </a:rPr>
              <a:t>2</a:t>
            </a:r>
          </a:p>
        </p:txBody>
      </p:sp>
      <p:grpSp>
        <p:nvGrpSpPr>
          <p:cNvPr name="Group 3" id="3"/>
          <p:cNvGrpSpPr/>
          <p:nvPr/>
        </p:nvGrpSpPr>
        <p:grpSpPr>
          <a:xfrm rot="0">
            <a:off x="16740784" y="0"/>
            <a:ext cx="1547216" cy="10287000"/>
            <a:chOff x="0" y="0"/>
            <a:chExt cx="523379" cy="3479800"/>
          </a:xfrm>
        </p:grpSpPr>
        <p:sp>
          <p:nvSpPr>
            <p:cNvPr name="Freeform 4" id="4"/>
            <p:cNvSpPr/>
            <p:nvPr/>
          </p:nvSpPr>
          <p:spPr>
            <a:xfrm flipH="false" flipV="false" rot="0">
              <a:off x="0" y="0"/>
              <a:ext cx="523379" cy="3479800"/>
            </a:xfrm>
            <a:custGeom>
              <a:avLst/>
              <a:gdLst/>
              <a:ahLst/>
              <a:cxnLst/>
              <a:rect r="r" b="b" t="t" l="l"/>
              <a:pathLst>
                <a:path h="3479800" w="523379">
                  <a:moveTo>
                    <a:pt x="0" y="0"/>
                  </a:moveTo>
                  <a:lnTo>
                    <a:pt x="523379" y="0"/>
                  </a:lnTo>
                  <a:lnTo>
                    <a:pt x="523379" y="3479800"/>
                  </a:lnTo>
                  <a:lnTo>
                    <a:pt x="0" y="3479800"/>
                  </a:lnTo>
                  <a:close/>
                </a:path>
              </a:pathLst>
            </a:custGeom>
            <a:solidFill>
              <a:srgbClr val="E6CCB2"/>
            </a:solidFill>
          </p:spPr>
        </p:sp>
      </p:grpSp>
      <p:sp>
        <p:nvSpPr>
          <p:cNvPr name="Freeform 5" id="5"/>
          <p:cNvSpPr/>
          <p:nvPr/>
        </p:nvSpPr>
        <p:spPr>
          <a:xfrm flipH="false" flipV="false" rot="0">
            <a:off x="-1180489" y="3119277"/>
            <a:ext cx="8307170" cy="6139023"/>
          </a:xfrm>
          <a:custGeom>
            <a:avLst/>
            <a:gdLst/>
            <a:ahLst/>
            <a:cxnLst/>
            <a:rect r="r" b="b" t="t" l="l"/>
            <a:pathLst>
              <a:path h="6139023" w="8307170">
                <a:moveTo>
                  <a:pt x="0" y="0"/>
                </a:moveTo>
                <a:lnTo>
                  <a:pt x="8307170" y="0"/>
                </a:lnTo>
                <a:lnTo>
                  <a:pt x="8307170" y="6139023"/>
                </a:lnTo>
                <a:lnTo>
                  <a:pt x="0" y="61390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028700" y="713486"/>
            <a:ext cx="237450" cy="234696"/>
          </a:xfrm>
          <a:prstGeom prst="rect">
            <a:avLst/>
          </a:prstGeom>
        </p:spPr>
        <p:txBody>
          <a:bodyPr anchor="t" rtlCol="false" tIns="0" lIns="0" bIns="0" rIns="0">
            <a:spAutoFit/>
          </a:bodyPr>
          <a:lstStyle/>
          <a:p>
            <a:pPr algn="just">
              <a:lnSpc>
                <a:spcPts val="1871"/>
              </a:lnSpc>
            </a:pPr>
            <a:r>
              <a:rPr lang="en-US" sz="1599">
                <a:solidFill>
                  <a:srgbClr val="804F3B"/>
                </a:solidFill>
                <a:latin typeface="Raleway Bold"/>
              </a:rPr>
              <a:t>II</a:t>
            </a:r>
          </a:p>
        </p:txBody>
      </p:sp>
      <p:sp>
        <p:nvSpPr>
          <p:cNvPr name="TextBox 7" id="7"/>
          <p:cNvSpPr txBox="true"/>
          <p:nvPr/>
        </p:nvSpPr>
        <p:spPr>
          <a:xfrm rot="0">
            <a:off x="1355447" y="713486"/>
            <a:ext cx="3235298" cy="234696"/>
          </a:xfrm>
          <a:prstGeom prst="rect">
            <a:avLst/>
          </a:prstGeom>
        </p:spPr>
        <p:txBody>
          <a:bodyPr anchor="t" rtlCol="false" tIns="0" lIns="0" bIns="0" rIns="0">
            <a:spAutoFit/>
          </a:bodyPr>
          <a:lstStyle/>
          <a:p>
            <a:pPr algn="just">
              <a:lnSpc>
                <a:spcPts val="1871"/>
              </a:lnSpc>
            </a:pPr>
            <a:r>
              <a:rPr lang="en-US" sz="1599">
                <a:solidFill>
                  <a:srgbClr val="804F3B"/>
                </a:solidFill>
                <a:latin typeface="Raleway Bold"/>
              </a:rPr>
              <a:t>ADVANCED VERSION</a:t>
            </a:r>
          </a:p>
        </p:txBody>
      </p:sp>
      <p:sp>
        <p:nvSpPr>
          <p:cNvPr name="TextBox 8" id="8"/>
          <p:cNvSpPr txBox="true"/>
          <p:nvPr/>
        </p:nvSpPr>
        <p:spPr>
          <a:xfrm rot="0">
            <a:off x="16918147" y="9134475"/>
            <a:ext cx="682307" cy="581025"/>
          </a:xfrm>
          <a:prstGeom prst="rect">
            <a:avLst/>
          </a:prstGeom>
        </p:spPr>
        <p:txBody>
          <a:bodyPr anchor="t" rtlCol="false" tIns="0" lIns="0" bIns="0" rIns="0">
            <a:spAutoFit/>
          </a:bodyPr>
          <a:lstStyle/>
          <a:p>
            <a:pPr algn="r">
              <a:lnSpc>
                <a:spcPts val="4800"/>
              </a:lnSpc>
            </a:pPr>
            <a:r>
              <a:rPr lang="en-US" sz="3000">
                <a:solidFill>
                  <a:srgbClr val="804F3B"/>
                </a:solidFill>
                <a:latin typeface="Raleway"/>
              </a:rPr>
              <a:t>7</a:t>
            </a:r>
          </a:p>
        </p:txBody>
      </p:sp>
      <p:sp>
        <p:nvSpPr>
          <p:cNvPr name="TextBox 9" id="9"/>
          <p:cNvSpPr txBox="true"/>
          <p:nvPr/>
        </p:nvSpPr>
        <p:spPr>
          <a:xfrm rot="0">
            <a:off x="8286733" y="1863836"/>
            <a:ext cx="7804581" cy="3343910"/>
          </a:xfrm>
          <a:prstGeom prst="rect">
            <a:avLst/>
          </a:prstGeom>
        </p:spPr>
        <p:txBody>
          <a:bodyPr anchor="t" rtlCol="false" tIns="0" lIns="0" bIns="0" rIns="0">
            <a:spAutoFit/>
          </a:bodyPr>
          <a:lstStyle/>
          <a:p>
            <a:pPr algn="l">
              <a:lnSpc>
                <a:spcPts val="4479"/>
              </a:lnSpc>
            </a:pPr>
            <a:r>
              <a:rPr lang="en-US" sz="2799">
                <a:solidFill>
                  <a:srgbClr val="804F3B"/>
                </a:solidFill>
                <a:latin typeface="Raleway"/>
              </a:rPr>
              <a:t>Technologies Used</a:t>
            </a:r>
          </a:p>
          <a:p>
            <a:pPr algn="l" marL="604519" indent="-302260" lvl="1">
              <a:lnSpc>
                <a:spcPts val="4479"/>
              </a:lnSpc>
              <a:buFont typeface="Arial"/>
              <a:buChar char="•"/>
            </a:pPr>
            <a:r>
              <a:rPr lang="en-US" sz="2799">
                <a:solidFill>
                  <a:srgbClr val="804F3B"/>
                </a:solidFill>
                <a:latin typeface="Raleway"/>
              </a:rPr>
              <a:t>Python</a:t>
            </a:r>
          </a:p>
          <a:p>
            <a:pPr algn="l" marL="604519" indent="-302260" lvl="1">
              <a:lnSpc>
                <a:spcPts val="4479"/>
              </a:lnSpc>
              <a:buFont typeface="Arial"/>
              <a:buChar char="•"/>
            </a:pPr>
            <a:r>
              <a:rPr lang="en-US" sz="2799">
                <a:solidFill>
                  <a:srgbClr val="804F3B"/>
                </a:solidFill>
                <a:latin typeface="Raleway"/>
              </a:rPr>
              <a:t>Libraries: speech_recognition, pyttsx3, spacy, requests, feedparser, webbrowser, wikipedia</a:t>
            </a:r>
          </a:p>
          <a:p>
            <a:pPr algn="l">
              <a:lnSpc>
                <a:spcPts val="4479"/>
              </a:lnSpc>
            </a:pP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EDE0D4"/>
        </a:solidFill>
      </p:bgPr>
    </p:bg>
    <p:spTree>
      <p:nvGrpSpPr>
        <p:cNvPr id="1" name=""/>
        <p:cNvGrpSpPr/>
        <p:nvPr/>
      </p:nvGrpSpPr>
      <p:grpSpPr>
        <a:xfrm>
          <a:off x="0" y="0"/>
          <a:ext cx="0" cy="0"/>
          <a:chOff x="0" y="0"/>
          <a:chExt cx="0" cy="0"/>
        </a:xfrm>
      </p:grpSpPr>
      <p:sp>
        <p:nvSpPr>
          <p:cNvPr name="TextBox 2" id="2"/>
          <p:cNvSpPr txBox="true"/>
          <p:nvPr/>
        </p:nvSpPr>
        <p:spPr>
          <a:xfrm rot="0">
            <a:off x="17127588" y="9201150"/>
            <a:ext cx="773608" cy="537845"/>
          </a:xfrm>
          <a:prstGeom prst="rect">
            <a:avLst/>
          </a:prstGeom>
        </p:spPr>
        <p:txBody>
          <a:bodyPr anchor="t" rtlCol="false" tIns="0" lIns="0" bIns="0" rIns="0">
            <a:spAutoFit/>
          </a:bodyPr>
          <a:lstStyle/>
          <a:p>
            <a:pPr algn="ctr">
              <a:lnSpc>
                <a:spcPts val="4480"/>
              </a:lnSpc>
            </a:pPr>
            <a:r>
              <a:rPr lang="en-US" sz="3200">
                <a:solidFill>
                  <a:srgbClr val="804F3B"/>
                </a:solidFill>
                <a:latin typeface="Prata"/>
              </a:rPr>
              <a:t>2</a:t>
            </a:r>
          </a:p>
        </p:txBody>
      </p:sp>
      <p:grpSp>
        <p:nvGrpSpPr>
          <p:cNvPr name="Group 3" id="3"/>
          <p:cNvGrpSpPr/>
          <p:nvPr/>
        </p:nvGrpSpPr>
        <p:grpSpPr>
          <a:xfrm rot="0">
            <a:off x="16740784" y="0"/>
            <a:ext cx="1547216" cy="10287000"/>
            <a:chOff x="0" y="0"/>
            <a:chExt cx="523379" cy="3479800"/>
          </a:xfrm>
        </p:grpSpPr>
        <p:sp>
          <p:nvSpPr>
            <p:cNvPr name="Freeform 4" id="4"/>
            <p:cNvSpPr/>
            <p:nvPr/>
          </p:nvSpPr>
          <p:spPr>
            <a:xfrm flipH="false" flipV="false" rot="0">
              <a:off x="0" y="0"/>
              <a:ext cx="523379" cy="3479800"/>
            </a:xfrm>
            <a:custGeom>
              <a:avLst/>
              <a:gdLst/>
              <a:ahLst/>
              <a:cxnLst/>
              <a:rect r="r" b="b" t="t" l="l"/>
              <a:pathLst>
                <a:path h="3479800" w="523379">
                  <a:moveTo>
                    <a:pt x="0" y="0"/>
                  </a:moveTo>
                  <a:lnTo>
                    <a:pt x="523379" y="0"/>
                  </a:lnTo>
                  <a:lnTo>
                    <a:pt x="523379" y="3479800"/>
                  </a:lnTo>
                  <a:lnTo>
                    <a:pt x="0" y="3479800"/>
                  </a:lnTo>
                  <a:close/>
                </a:path>
              </a:pathLst>
            </a:custGeom>
            <a:solidFill>
              <a:srgbClr val="E6CCB2"/>
            </a:solidFill>
          </p:spPr>
        </p:sp>
      </p:grpSp>
      <p:sp>
        <p:nvSpPr>
          <p:cNvPr name="Freeform 5" id="5"/>
          <p:cNvSpPr/>
          <p:nvPr/>
        </p:nvSpPr>
        <p:spPr>
          <a:xfrm flipH="false" flipV="false" rot="0">
            <a:off x="-1180489" y="3119277"/>
            <a:ext cx="8307170" cy="6139023"/>
          </a:xfrm>
          <a:custGeom>
            <a:avLst/>
            <a:gdLst/>
            <a:ahLst/>
            <a:cxnLst/>
            <a:rect r="r" b="b" t="t" l="l"/>
            <a:pathLst>
              <a:path h="6139023" w="8307170">
                <a:moveTo>
                  <a:pt x="0" y="0"/>
                </a:moveTo>
                <a:lnTo>
                  <a:pt x="8307170" y="0"/>
                </a:lnTo>
                <a:lnTo>
                  <a:pt x="8307170" y="6139023"/>
                </a:lnTo>
                <a:lnTo>
                  <a:pt x="0" y="61390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6918147" y="9134475"/>
            <a:ext cx="682307" cy="581025"/>
          </a:xfrm>
          <a:prstGeom prst="rect">
            <a:avLst/>
          </a:prstGeom>
        </p:spPr>
        <p:txBody>
          <a:bodyPr anchor="t" rtlCol="false" tIns="0" lIns="0" bIns="0" rIns="0">
            <a:spAutoFit/>
          </a:bodyPr>
          <a:lstStyle/>
          <a:p>
            <a:pPr algn="r">
              <a:lnSpc>
                <a:spcPts val="4800"/>
              </a:lnSpc>
            </a:pPr>
            <a:r>
              <a:rPr lang="en-US" sz="3000">
                <a:solidFill>
                  <a:srgbClr val="804F3B"/>
                </a:solidFill>
                <a:latin typeface="Raleway"/>
              </a:rPr>
              <a:t>8</a:t>
            </a:r>
          </a:p>
        </p:txBody>
      </p:sp>
      <p:sp>
        <p:nvSpPr>
          <p:cNvPr name="TextBox 7" id="7"/>
          <p:cNvSpPr txBox="true"/>
          <p:nvPr/>
        </p:nvSpPr>
        <p:spPr>
          <a:xfrm rot="0">
            <a:off x="7612713" y="1438275"/>
            <a:ext cx="8642039" cy="7286625"/>
          </a:xfrm>
          <a:prstGeom prst="rect">
            <a:avLst/>
          </a:prstGeom>
        </p:spPr>
        <p:txBody>
          <a:bodyPr anchor="t" rtlCol="false" tIns="0" lIns="0" bIns="0" rIns="0">
            <a:spAutoFit/>
          </a:bodyPr>
          <a:lstStyle/>
          <a:p>
            <a:pPr algn="l">
              <a:lnSpc>
                <a:spcPts val="4800"/>
              </a:lnSpc>
              <a:spcBef>
                <a:spcPct val="0"/>
              </a:spcBef>
            </a:pPr>
            <a:r>
              <a:rPr lang="en-US" sz="3000">
                <a:solidFill>
                  <a:srgbClr val="804F3B"/>
                </a:solidFill>
                <a:latin typeface="Raleway"/>
              </a:rPr>
              <a:t>I</a:t>
            </a:r>
            <a:r>
              <a:rPr lang="en-US" sz="3000" u="sng">
                <a:solidFill>
                  <a:srgbClr val="804F3B"/>
                </a:solidFill>
                <a:latin typeface="Raleway Bold"/>
              </a:rPr>
              <a:t>mplementation</a:t>
            </a:r>
          </a:p>
          <a:p>
            <a:pPr algn="l">
              <a:lnSpc>
                <a:spcPts val="4800"/>
              </a:lnSpc>
              <a:spcBef>
                <a:spcPct val="0"/>
              </a:spcBef>
            </a:pPr>
          </a:p>
          <a:p>
            <a:pPr algn="l">
              <a:lnSpc>
                <a:spcPts val="4800"/>
              </a:lnSpc>
              <a:spcBef>
                <a:spcPct val="0"/>
              </a:spcBef>
            </a:pPr>
            <a:r>
              <a:rPr lang="en-US" sz="3000">
                <a:solidFill>
                  <a:srgbClr val="804F3B"/>
                </a:solidFill>
                <a:latin typeface="Raleway Bold"/>
              </a:rPr>
              <a:t>Speech Recognition and Text-to-Speech:</a:t>
            </a:r>
            <a:r>
              <a:rPr lang="en-US" sz="3000">
                <a:solidFill>
                  <a:srgbClr val="804F3B"/>
                </a:solidFill>
                <a:latin typeface="Raleway"/>
              </a:rPr>
              <a:t> The assistant converts speech to text and vice versa, enabling interactive communication with the user.</a:t>
            </a:r>
          </a:p>
          <a:p>
            <a:pPr algn="l">
              <a:lnSpc>
                <a:spcPts val="4800"/>
              </a:lnSpc>
              <a:spcBef>
                <a:spcPct val="0"/>
              </a:spcBef>
            </a:pPr>
            <a:r>
              <a:rPr lang="en-US" sz="3000">
                <a:solidFill>
                  <a:srgbClr val="804F3B"/>
                </a:solidFill>
                <a:latin typeface="Raleway Bold"/>
              </a:rPr>
              <a:t>Natural Language Processing with spacy:</a:t>
            </a:r>
            <a:r>
              <a:rPr lang="en-US" sz="3000">
                <a:solidFill>
                  <a:srgbClr val="804F3B"/>
                </a:solidFill>
                <a:latin typeface="Raleway"/>
              </a:rPr>
              <a:t> The assistant uses NLP to understand and process user queries.</a:t>
            </a:r>
          </a:p>
          <a:p>
            <a:pPr algn="l">
              <a:lnSpc>
                <a:spcPts val="4800"/>
              </a:lnSpc>
              <a:spcBef>
                <a:spcPct val="0"/>
              </a:spcBef>
            </a:pPr>
            <a:r>
              <a:rPr lang="en-US" sz="3000">
                <a:solidFill>
                  <a:srgbClr val="804F3B"/>
                </a:solidFill>
                <a:latin typeface="Raleway Bold"/>
              </a:rPr>
              <a:t>API Integration (OpenWeatherMap, News API):</a:t>
            </a:r>
            <a:r>
              <a:rPr lang="en-US" sz="3000">
                <a:solidFill>
                  <a:srgbClr val="804F3B"/>
                </a:solidFill>
                <a:latin typeface="Raleway"/>
              </a:rPr>
              <a:t> The assistant fetches weather updates and news headlines through API calls.</a:t>
            </a:r>
          </a:p>
        </p:txBody>
      </p:sp>
    </p:spTree>
  </p:cSld>
  <p:clrMapOvr>
    <a:masterClrMapping/>
  </p:clrMapOvr>
</p:sld>
</file>

<file path=ppt/slides/slide46.xml><?xml version="1.0" encoding="utf-8"?>
<p:sld xmlns:p="http://schemas.openxmlformats.org/presentationml/2006/main" xmlns:a="http://schemas.openxmlformats.org/drawingml/2006/main">
  <p:cSld>
    <p:bg>
      <p:bgPr>
        <a:solidFill>
          <a:srgbClr val="EDE0D4"/>
        </a:solidFill>
      </p:bgPr>
    </p:bg>
    <p:spTree>
      <p:nvGrpSpPr>
        <p:cNvPr id="1" name=""/>
        <p:cNvGrpSpPr/>
        <p:nvPr/>
      </p:nvGrpSpPr>
      <p:grpSpPr>
        <a:xfrm>
          <a:off x="0" y="0"/>
          <a:ext cx="0" cy="0"/>
          <a:chOff x="0" y="0"/>
          <a:chExt cx="0" cy="0"/>
        </a:xfrm>
      </p:grpSpPr>
      <p:sp>
        <p:nvSpPr>
          <p:cNvPr name="TextBox 2" id="2"/>
          <p:cNvSpPr txBox="true"/>
          <p:nvPr/>
        </p:nvSpPr>
        <p:spPr>
          <a:xfrm rot="0">
            <a:off x="17127588" y="9201150"/>
            <a:ext cx="773608" cy="537845"/>
          </a:xfrm>
          <a:prstGeom prst="rect">
            <a:avLst/>
          </a:prstGeom>
        </p:spPr>
        <p:txBody>
          <a:bodyPr anchor="t" rtlCol="false" tIns="0" lIns="0" bIns="0" rIns="0">
            <a:spAutoFit/>
          </a:bodyPr>
          <a:lstStyle/>
          <a:p>
            <a:pPr algn="ctr">
              <a:lnSpc>
                <a:spcPts val="4480"/>
              </a:lnSpc>
            </a:pPr>
            <a:r>
              <a:rPr lang="en-US" sz="3200">
                <a:solidFill>
                  <a:srgbClr val="804F3B"/>
                </a:solidFill>
                <a:latin typeface="Prata"/>
              </a:rPr>
              <a:t>2</a:t>
            </a:r>
          </a:p>
        </p:txBody>
      </p:sp>
      <p:grpSp>
        <p:nvGrpSpPr>
          <p:cNvPr name="Group 3" id="3"/>
          <p:cNvGrpSpPr/>
          <p:nvPr/>
        </p:nvGrpSpPr>
        <p:grpSpPr>
          <a:xfrm rot="0">
            <a:off x="16740784" y="0"/>
            <a:ext cx="1547216" cy="10287000"/>
            <a:chOff x="0" y="0"/>
            <a:chExt cx="523379" cy="3479800"/>
          </a:xfrm>
        </p:grpSpPr>
        <p:sp>
          <p:nvSpPr>
            <p:cNvPr name="Freeform 4" id="4"/>
            <p:cNvSpPr/>
            <p:nvPr/>
          </p:nvSpPr>
          <p:spPr>
            <a:xfrm flipH="false" flipV="false" rot="0">
              <a:off x="0" y="0"/>
              <a:ext cx="523379" cy="3479800"/>
            </a:xfrm>
            <a:custGeom>
              <a:avLst/>
              <a:gdLst/>
              <a:ahLst/>
              <a:cxnLst/>
              <a:rect r="r" b="b" t="t" l="l"/>
              <a:pathLst>
                <a:path h="3479800" w="523379">
                  <a:moveTo>
                    <a:pt x="0" y="0"/>
                  </a:moveTo>
                  <a:lnTo>
                    <a:pt x="523379" y="0"/>
                  </a:lnTo>
                  <a:lnTo>
                    <a:pt x="523379" y="3479800"/>
                  </a:lnTo>
                  <a:lnTo>
                    <a:pt x="0" y="3479800"/>
                  </a:lnTo>
                  <a:close/>
                </a:path>
              </a:pathLst>
            </a:custGeom>
            <a:solidFill>
              <a:srgbClr val="E6CCB2"/>
            </a:solidFill>
          </p:spPr>
        </p:sp>
      </p:grpSp>
      <p:sp>
        <p:nvSpPr>
          <p:cNvPr name="TextBox 5" id="5"/>
          <p:cNvSpPr txBox="true"/>
          <p:nvPr/>
        </p:nvSpPr>
        <p:spPr>
          <a:xfrm rot="0">
            <a:off x="16918147" y="9134475"/>
            <a:ext cx="682307" cy="1190625"/>
          </a:xfrm>
          <a:prstGeom prst="rect">
            <a:avLst/>
          </a:prstGeom>
        </p:spPr>
        <p:txBody>
          <a:bodyPr anchor="t" rtlCol="false" tIns="0" lIns="0" bIns="0" rIns="0">
            <a:spAutoFit/>
          </a:bodyPr>
          <a:lstStyle/>
          <a:p>
            <a:pPr algn="r">
              <a:lnSpc>
                <a:spcPts val="4800"/>
              </a:lnSpc>
            </a:pPr>
            <a:r>
              <a:rPr lang="en-US" sz="3000">
                <a:solidFill>
                  <a:srgbClr val="804F3B"/>
                </a:solidFill>
                <a:latin typeface="Raleway"/>
              </a:rPr>
              <a:t>9</a:t>
            </a:r>
          </a:p>
          <a:p>
            <a:pPr algn="r">
              <a:lnSpc>
                <a:spcPts val="4800"/>
              </a:lnSpc>
            </a:pPr>
          </a:p>
        </p:txBody>
      </p:sp>
      <p:sp>
        <p:nvSpPr>
          <p:cNvPr name="TextBox 6" id="6"/>
          <p:cNvSpPr txBox="true"/>
          <p:nvPr/>
        </p:nvSpPr>
        <p:spPr>
          <a:xfrm rot="0">
            <a:off x="1355447" y="1863836"/>
            <a:ext cx="6405098" cy="534035"/>
          </a:xfrm>
          <a:prstGeom prst="rect">
            <a:avLst/>
          </a:prstGeom>
        </p:spPr>
        <p:txBody>
          <a:bodyPr anchor="t" rtlCol="false" tIns="0" lIns="0" bIns="0" rIns="0">
            <a:spAutoFit/>
          </a:bodyPr>
          <a:lstStyle/>
          <a:p>
            <a:pPr algn="l">
              <a:lnSpc>
                <a:spcPts val="4479"/>
              </a:lnSpc>
            </a:pPr>
            <a:r>
              <a:rPr lang="en-US" sz="2799">
                <a:solidFill>
                  <a:srgbClr val="804F3B"/>
                </a:solidFill>
                <a:latin typeface="Raleway"/>
              </a:rPr>
              <a:t>Summary of Both Versions</a:t>
            </a:r>
          </a:p>
        </p:txBody>
      </p:sp>
      <p:sp>
        <p:nvSpPr>
          <p:cNvPr name="TextBox 7" id="7"/>
          <p:cNvSpPr txBox="true"/>
          <p:nvPr/>
        </p:nvSpPr>
        <p:spPr>
          <a:xfrm rot="0">
            <a:off x="1355447" y="2856392"/>
            <a:ext cx="5027690" cy="6249670"/>
          </a:xfrm>
          <a:prstGeom prst="rect">
            <a:avLst/>
          </a:prstGeom>
        </p:spPr>
        <p:txBody>
          <a:bodyPr anchor="t" rtlCol="false" tIns="0" lIns="0" bIns="0" rIns="0">
            <a:spAutoFit/>
          </a:bodyPr>
          <a:lstStyle/>
          <a:p>
            <a:pPr algn="l">
              <a:lnSpc>
                <a:spcPts val="4160"/>
              </a:lnSpc>
            </a:pPr>
            <a:r>
              <a:rPr lang="en-US" sz="2600">
                <a:solidFill>
                  <a:srgbClr val="804F3B"/>
                </a:solidFill>
                <a:latin typeface="Radley Bold"/>
              </a:rPr>
              <a:t>The easy version of the voice assistant serves as a basic introduction to speech recognition, handling simple commands with minimal functionality. The advanced version significantly expands on this by incorporating natural language processing, text-to-speech, and API integrations, providing a much richer and interactive user experience.</a:t>
            </a:r>
          </a:p>
        </p:txBody>
      </p:sp>
      <p:sp>
        <p:nvSpPr>
          <p:cNvPr name="TextBox 8" id="8"/>
          <p:cNvSpPr txBox="true"/>
          <p:nvPr/>
        </p:nvSpPr>
        <p:spPr>
          <a:xfrm rot="0">
            <a:off x="8319851" y="437225"/>
            <a:ext cx="7861627" cy="9403080"/>
          </a:xfrm>
          <a:prstGeom prst="rect">
            <a:avLst/>
          </a:prstGeom>
        </p:spPr>
        <p:txBody>
          <a:bodyPr anchor="t" rtlCol="false" tIns="0" lIns="0" bIns="0" rIns="0">
            <a:spAutoFit/>
          </a:bodyPr>
          <a:lstStyle/>
          <a:p>
            <a:pPr algn="l">
              <a:lnSpc>
                <a:spcPts val="4680"/>
              </a:lnSpc>
            </a:pPr>
            <a:r>
              <a:rPr lang="en-US" sz="2600">
                <a:solidFill>
                  <a:srgbClr val="804F3B"/>
                </a:solidFill>
                <a:latin typeface="Raleway Bold"/>
              </a:rPr>
              <a:t>Potential Future Improvements</a:t>
            </a:r>
          </a:p>
          <a:p>
            <a:pPr algn="l" marL="561341" indent="-280670" lvl="1">
              <a:lnSpc>
                <a:spcPts val="4680"/>
              </a:lnSpc>
              <a:buFont typeface="Arial"/>
              <a:buChar char="•"/>
            </a:pPr>
            <a:r>
              <a:rPr lang="en-US" sz="2600">
                <a:solidFill>
                  <a:srgbClr val="804F3B"/>
                </a:solidFill>
                <a:latin typeface="Raleway"/>
              </a:rPr>
              <a:t>Enhanced NLP: Integrate more advanced NLP models to improve understanding and context handling.</a:t>
            </a:r>
          </a:p>
          <a:p>
            <a:pPr algn="l" marL="561341" indent="-280670" lvl="1">
              <a:lnSpc>
                <a:spcPts val="4680"/>
              </a:lnSpc>
              <a:buFont typeface="Arial"/>
              <a:buChar char="•"/>
            </a:pPr>
            <a:r>
              <a:rPr lang="en-US" sz="2600">
                <a:solidFill>
                  <a:srgbClr val="804F3B"/>
                </a:solidFill>
                <a:latin typeface="Raleway"/>
              </a:rPr>
              <a:t>Multi-Language Support: Add support for multiple languages to cater to a wider audience.</a:t>
            </a:r>
          </a:p>
          <a:p>
            <a:pPr algn="l" marL="561341" indent="-280670" lvl="1">
              <a:lnSpc>
                <a:spcPts val="4680"/>
              </a:lnSpc>
              <a:buFont typeface="Arial"/>
              <a:buChar char="•"/>
            </a:pPr>
            <a:r>
              <a:rPr lang="en-US" sz="2600">
                <a:solidFill>
                  <a:srgbClr val="804F3B"/>
                </a:solidFill>
                <a:latin typeface="Raleway"/>
              </a:rPr>
              <a:t>Additional Services: Integrate more APIs for additional services like calendar management, email reading, and smart home control.</a:t>
            </a:r>
          </a:p>
          <a:p>
            <a:pPr algn="l" marL="561341" indent="-280670" lvl="1">
              <a:lnSpc>
                <a:spcPts val="4680"/>
              </a:lnSpc>
              <a:buFont typeface="Arial"/>
              <a:buChar char="•"/>
            </a:pPr>
            <a:r>
              <a:rPr lang="en-US" sz="2600">
                <a:solidFill>
                  <a:srgbClr val="804F3B"/>
                </a:solidFill>
                <a:latin typeface="Raleway"/>
              </a:rPr>
              <a:t>User Personalization: Allow the assistant to learn user preferences and customize responses accordingly.</a:t>
            </a:r>
          </a:p>
          <a:p>
            <a:pPr algn="l" marL="561341" indent="-280670" lvl="1">
              <a:lnSpc>
                <a:spcPts val="4680"/>
              </a:lnSpc>
              <a:buFont typeface="Arial"/>
              <a:buChar char="•"/>
            </a:pPr>
            <a:r>
              <a:rPr lang="en-US" sz="2600">
                <a:solidFill>
                  <a:srgbClr val="804F3B"/>
                </a:solidFill>
                <a:latin typeface="Raleway"/>
              </a:rPr>
              <a:t>Security Enhancements: Implement authentication mechanisms to ensure secure interactions.</a:t>
            </a:r>
          </a:p>
        </p:txBody>
      </p:sp>
    </p:spTree>
  </p:cSld>
  <p:clrMapOvr>
    <a:masterClrMapping/>
  </p:clrMapOvr>
</p:sld>
</file>

<file path=ppt/slides/slide47.xml><?xml version="1.0" encoding="utf-8"?>
<p:sld xmlns:p="http://schemas.openxmlformats.org/presentationml/2006/main" xmlns:a="http://schemas.openxmlformats.org/drawingml/2006/main">
  <p:cSld>
    <p:bg>
      <p:bgPr>
        <a:solidFill>
          <a:srgbClr val="EDE0D4"/>
        </a:solidFill>
      </p:bgPr>
    </p:bg>
    <p:spTree>
      <p:nvGrpSpPr>
        <p:cNvPr id="1" name=""/>
        <p:cNvGrpSpPr/>
        <p:nvPr/>
      </p:nvGrpSpPr>
      <p:grpSpPr>
        <a:xfrm>
          <a:off x="0" y="0"/>
          <a:ext cx="0" cy="0"/>
          <a:chOff x="0" y="0"/>
          <a:chExt cx="0" cy="0"/>
        </a:xfrm>
      </p:grpSpPr>
      <p:sp>
        <p:nvSpPr>
          <p:cNvPr name="TextBox 2" id="2"/>
          <p:cNvSpPr txBox="true"/>
          <p:nvPr/>
        </p:nvSpPr>
        <p:spPr>
          <a:xfrm rot="0">
            <a:off x="1028700" y="3695700"/>
            <a:ext cx="14745813" cy="3124200"/>
          </a:xfrm>
          <a:prstGeom prst="rect">
            <a:avLst/>
          </a:prstGeom>
        </p:spPr>
        <p:txBody>
          <a:bodyPr anchor="t" rtlCol="false" tIns="0" lIns="0" bIns="0" rIns="0">
            <a:spAutoFit/>
          </a:bodyPr>
          <a:lstStyle/>
          <a:p>
            <a:pPr algn="l">
              <a:lnSpc>
                <a:spcPts val="12000"/>
              </a:lnSpc>
            </a:pPr>
            <a:r>
              <a:rPr lang="en-US" sz="12000">
                <a:solidFill>
                  <a:srgbClr val="804F3B"/>
                </a:solidFill>
                <a:latin typeface="Radley"/>
              </a:rPr>
              <a:t>Thank you</a:t>
            </a:r>
          </a:p>
          <a:p>
            <a:pPr algn="l">
              <a:lnSpc>
                <a:spcPts val="12000"/>
              </a:lnSpc>
            </a:pPr>
            <a:r>
              <a:rPr lang="en-US" sz="12000">
                <a:solidFill>
                  <a:srgbClr val="804F3B"/>
                </a:solidFill>
                <a:latin typeface="Radley"/>
              </a:rPr>
              <a:t>for listening!</a:t>
            </a:r>
          </a:p>
        </p:txBody>
      </p:sp>
      <p:grpSp>
        <p:nvGrpSpPr>
          <p:cNvPr name="Group 3" id="3"/>
          <p:cNvGrpSpPr/>
          <p:nvPr/>
        </p:nvGrpSpPr>
        <p:grpSpPr>
          <a:xfrm rot="0">
            <a:off x="16740784" y="0"/>
            <a:ext cx="1547216" cy="10287000"/>
            <a:chOff x="0" y="0"/>
            <a:chExt cx="523379" cy="3479800"/>
          </a:xfrm>
        </p:grpSpPr>
        <p:sp>
          <p:nvSpPr>
            <p:cNvPr name="Freeform 4" id="4"/>
            <p:cNvSpPr/>
            <p:nvPr/>
          </p:nvSpPr>
          <p:spPr>
            <a:xfrm flipH="false" flipV="false" rot="0">
              <a:off x="0" y="0"/>
              <a:ext cx="523379" cy="3479800"/>
            </a:xfrm>
            <a:custGeom>
              <a:avLst/>
              <a:gdLst/>
              <a:ahLst/>
              <a:cxnLst/>
              <a:rect r="r" b="b" t="t" l="l"/>
              <a:pathLst>
                <a:path h="3479800" w="523379">
                  <a:moveTo>
                    <a:pt x="0" y="0"/>
                  </a:moveTo>
                  <a:lnTo>
                    <a:pt x="523379" y="0"/>
                  </a:lnTo>
                  <a:lnTo>
                    <a:pt x="523379" y="3479800"/>
                  </a:lnTo>
                  <a:lnTo>
                    <a:pt x="0" y="3479800"/>
                  </a:lnTo>
                  <a:close/>
                </a:path>
              </a:pathLst>
            </a:custGeom>
            <a:solidFill>
              <a:srgbClr val="E6CCB2"/>
            </a:solidFill>
          </p:spPr>
        </p:sp>
      </p:grpSp>
      <p:sp>
        <p:nvSpPr>
          <p:cNvPr name="TextBox 5" id="5"/>
          <p:cNvSpPr txBox="true"/>
          <p:nvPr/>
        </p:nvSpPr>
        <p:spPr>
          <a:xfrm rot="0">
            <a:off x="9144000" y="9206520"/>
            <a:ext cx="5913783" cy="490855"/>
          </a:xfrm>
          <a:prstGeom prst="rect">
            <a:avLst/>
          </a:prstGeom>
        </p:spPr>
        <p:txBody>
          <a:bodyPr anchor="t" rtlCol="false" tIns="0" lIns="0" bIns="0" rIns="0">
            <a:spAutoFit/>
          </a:bodyPr>
          <a:lstStyle/>
          <a:p>
            <a:pPr algn="l">
              <a:lnSpc>
                <a:spcPts val="3919"/>
              </a:lnSpc>
            </a:pPr>
            <a:r>
              <a:rPr lang="en-US" sz="2799">
                <a:solidFill>
                  <a:srgbClr val="804F3B"/>
                </a:solidFill>
                <a:latin typeface="Raleway"/>
              </a:rPr>
              <a:t>Varshini A</a:t>
            </a:r>
          </a:p>
        </p:txBody>
      </p:sp>
      <p:sp>
        <p:nvSpPr>
          <p:cNvPr name="TextBox 6" id="6"/>
          <p:cNvSpPr txBox="true"/>
          <p:nvPr/>
        </p:nvSpPr>
        <p:spPr>
          <a:xfrm rot="0">
            <a:off x="9144000" y="8491725"/>
            <a:ext cx="5913783" cy="490855"/>
          </a:xfrm>
          <a:prstGeom prst="rect">
            <a:avLst/>
          </a:prstGeom>
        </p:spPr>
        <p:txBody>
          <a:bodyPr anchor="t" rtlCol="false" tIns="0" lIns="0" bIns="0" rIns="0">
            <a:spAutoFit/>
          </a:bodyPr>
          <a:lstStyle/>
          <a:p>
            <a:pPr algn="l">
              <a:lnSpc>
                <a:spcPts val="3919"/>
              </a:lnSpc>
            </a:pPr>
            <a:r>
              <a:rPr lang="en-US" sz="2799">
                <a:solidFill>
                  <a:srgbClr val="804F3B"/>
                </a:solidFill>
                <a:latin typeface="Raleway Bold"/>
              </a:rPr>
              <a:t>Student</a:t>
            </a:r>
          </a:p>
        </p:txBody>
      </p:sp>
      <p:sp>
        <p:nvSpPr>
          <p:cNvPr name="TextBox 7" id="7"/>
          <p:cNvSpPr txBox="true"/>
          <p:nvPr/>
        </p:nvSpPr>
        <p:spPr>
          <a:xfrm rot="0">
            <a:off x="2113008" y="631408"/>
            <a:ext cx="2178410" cy="234696"/>
          </a:xfrm>
          <a:prstGeom prst="rect">
            <a:avLst/>
          </a:prstGeom>
        </p:spPr>
        <p:txBody>
          <a:bodyPr anchor="t" rtlCol="false" tIns="0" lIns="0" bIns="0" rIns="0">
            <a:spAutoFit/>
          </a:bodyPr>
          <a:lstStyle/>
          <a:p>
            <a:pPr algn="l">
              <a:lnSpc>
                <a:spcPts val="1871"/>
              </a:lnSpc>
            </a:pPr>
            <a:r>
              <a:rPr lang="en-US" sz="1599">
                <a:solidFill>
                  <a:srgbClr val="804F3B"/>
                </a:solidFill>
                <a:latin typeface="Raleway Bold"/>
              </a:rPr>
              <a:t>OASIS INFOBYTE</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bg>
      <p:bgPr>
        <a:solidFill>
          <a:srgbClr val="FFF3EA"/>
        </a:solidFill>
      </p:bgPr>
    </p:bg>
    <p:spTree>
      <p:nvGrpSpPr>
        <p:cNvPr id="1" name=""/>
        <p:cNvGrpSpPr/>
        <p:nvPr/>
      </p:nvGrpSpPr>
      <p:grpSpPr>
        <a:xfrm>
          <a:off x="0" y="0"/>
          <a:ext cx="0" cy="0"/>
          <a:chOff x="0" y="0"/>
          <a:chExt cx="0" cy="0"/>
        </a:xfrm>
      </p:grpSpPr>
      <p:sp>
        <p:nvSpPr>
          <p:cNvPr name="Freeform 2" id="2"/>
          <p:cNvSpPr/>
          <p:nvPr/>
        </p:nvSpPr>
        <p:spPr>
          <a:xfrm flipH="false" flipV="true" rot="0">
            <a:off x="12267834" y="0"/>
            <a:ext cx="6020166" cy="2714547"/>
          </a:xfrm>
          <a:custGeom>
            <a:avLst/>
            <a:gdLst/>
            <a:ahLst/>
            <a:cxnLst/>
            <a:rect r="r" b="b" t="t" l="l"/>
            <a:pathLst>
              <a:path h="2714547" w="6020166">
                <a:moveTo>
                  <a:pt x="0" y="2714547"/>
                </a:moveTo>
                <a:lnTo>
                  <a:pt x="6020166" y="2714547"/>
                </a:lnTo>
                <a:lnTo>
                  <a:pt x="6020166" y="0"/>
                </a:lnTo>
                <a:lnTo>
                  <a:pt x="0" y="0"/>
                </a:lnTo>
                <a:lnTo>
                  <a:pt x="0" y="271454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346277" y="7704836"/>
            <a:ext cx="7732172" cy="3106927"/>
          </a:xfrm>
          <a:custGeom>
            <a:avLst/>
            <a:gdLst/>
            <a:ahLst/>
            <a:cxnLst/>
            <a:rect r="r" b="b" t="t" l="l"/>
            <a:pathLst>
              <a:path h="3106927" w="7732172">
                <a:moveTo>
                  <a:pt x="7732173" y="0"/>
                </a:moveTo>
                <a:lnTo>
                  <a:pt x="0" y="0"/>
                </a:lnTo>
                <a:lnTo>
                  <a:pt x="0" y="3106928"/>
                </a:lnTo>
                <a:lnTo>
                  <a:pt x="7732173" y="3106928"/>
                </a:lnTo>
                <a:lnTo>
                  <a:pt x="7732173"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788165" y="-1044642"/>
            <a:ext cx="3001583" cy="3004662"/>
          </a:xfrm>
          <a:custGeom>
            <a:avLst/>
            <a:gdLst/>
            <a:ahLst/>
            <a:cxnLst/>
            <a:rect r="r" b="b" t="t" l="l"/>
            <a:pathLst>
              <a:path h="3004662" w="3001583">
                <a:moveTo>
                  <a:pt x="0" y="0"/>
                </a:moveTo>
                <a:lnTo>
                  <a:pt x="3001584" y="0"/>
                </a:lnTo>
                <a:lnTo>
                  <a:pt x="3001584" y="3004662"/>
                </a:lnTo>
                <a:lnTo>
                  <a:pt x="0" y="30046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5881251" y="7447116"/>
            <a:ext cx="3060897" cy="2992284"/>
          </a:xfrm>
          <a:custGeom>
            <a:avLst/>
            <a:gdLst/>
            <a:ahLst/>
            <a:cxnLst/>
            <a:rect r="r" b="b" t="t" l="l"/>
            <a:pathLst>
              <a:path h="2992284" w="3060897">
                <a:moveTo>
                  <a:pt x="0" y="0"/>
                </a:moveTo>
                <a:lnTo>
                  <a:pt x="3060898" y="0"/>
                </a:lnTo>
                <a:lnTo>
                  <a:pt x="3060898" y="2992284"/>
                </a:lnTo>
                <a:lnTo>
                  <a:pt x="0" y="2992284"/>
                </a:lnTo>
                <a:lnTo>
                  <a:pt x="0" y="0"/>
                </a:lnTo>
                <a:close/>
              </a:path>
            </a:pathLst>
          </a:custGeom>
          <a:blipFill>
            <a:blip r:embed="rId8">
              <a:alphaModFix amt="15000"/>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5728851" y="7294716"/>
            <a:ext cx="3060897" cy="2992284"/>
          </a:xfrm>
          <a:custGeom>
            <a:avLst/>
            <a:gdLst/>
            <a:ahLst/>
            <a:cxnLst/>
            <a:rect r="r" b="b" t="t" l="l"/>
            <a:pathLst>
              <a:path h="2992284" w="3060897">
                <a:moveTo>
                  <a:pt x="0" y="0"/>
                </a:moveTo>
                <a:lnTo>
                  <a:pt x="3060898" y="0"/>
                </a:lnTo>
                <a:lnTo>
                  <a:pt x="3060898" y="2992284"/>
                </a:lnTo>
                <a:lnTo>
                  <a:pt x="0" y="299228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0" y="-700126"/>
            <a:ext cx="4198776" cy="4114800"/>
          </a:xfrm>
          <a:custGeom>
            <a:avLst/>
            <a:gdLst/>
            <a:ahLst/>
            <a:cxnLst/>
            <a:rect r="r" b="b" t="t" l="l"/>
            <a:pathLst>
              <a:path h="4114800" w="4198776">
                <a:moveTo>
                  <a:pt x="0" y="0"/>
                </a:moveTo>
                <a:lnTo>
                  <a:pt x="4198776" y="0"/>
                </a:lnTo>
                <a:lnTo>
                  <a:pt x="4198776"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7670306">
            <a:off x="14726548" y="1077050"/>
            <a:ext cx="1440796" cy="1464476"/>
          </a:xfrm>
          <a:custGeom>
            <a:avLst/>
            <a:gdLst/>
            <a:ahLst/>
            <a:cxnLst/>
            <a:rect r="r" b="b" t="t" l="l"/>
            <a:pathLst>
              <a:path h="1464476" w="1440796">
                <a:moveTo>
                  <a:pt x="0" y="0"/>
                </a:moveTo>
                <a:lnTo>
                  <a:pt x="1440795" y="0"/>
                </a:lnTo>
                <a:lnTo>
                  <a:pt x="1440795" y="1464476"/>
                </a:lnTo>
                <a:lnTo>
                  <a:pt x="0" y="146447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9" id="9"/>
          <p:cNvGrpSpPr/>
          <p:nvPr/>
        </p:nvGrpSpPr>
        <p:grpSpPr>
          <a:xfrm rot="0">
            <a:off x="4690482" y="7044578"/>
            <a:ext cx="8907036" cy="1529075"/>
            <a:chOff x="0" y="0"/>
            <a:chExt cx="11876048" cy="2038766"/>
          </a:xfrm>
        </p:grpSpPr>
        <p:grpSp>
          <p:nvGrpSpPr>
            <p:cNvPr name="Group 10" id="10"/>
            <p:cNvGrpSpPr/>
            <p:nvPr/>
          </p:nvGrpSpPr>
          <p:grpSpPr>
            <a:xfrm rot="0">
              <a:off x="125419" y="233786"/>
              <a:ext cx="11750629" cy="1804980"/>
              <a:chOff x="0" y="0"/>
              <a:chExt cx="2585408" cy="397137"/>
            </a:xfrm>
          </p:grpSpPr>
          <p:sp>
            <p:nvSpPr>
              <p:cNvPr name="Freeform 11" id="11"/>
              <p:cNvSpPr/>
              <p:nvPr/>
            </p:nvSpPr>
            <p:spPr>
              <a:xfrm flipH="false" flipV="false" rot="0">
                <a:off x="0" y="0"/>
                <a:ext cx="2585408" cy="397137"/>
              </a:xfrm>
              <a:custGeom>
                <a:avLst/>
                <a:gdLst/>
                <a:ahLst/>
                <a:cxnLst/>
                <a:rect r="r" b="b" t="t" l="l"/>
                <a:pathLst>
                  <a:path h="397137" w="2585408">
                    <a:moveTo>
                      <a:pt x="40222" y="0"/>
                    </a:moveTo>
                    <a:lnTo>
                      <a:pt x="2545186" y="0"/>
                    </a:lnTo>
                    <a:cubicBezTo>
                      <a:pt x="2567400" y="0"/>
                      <a:pt x="2585408" y="18008"/>
                      <a:pt x="2585408" y="40222"/>
                    </a:cubicBezTo>
                    <a:lnTo>
                      <a:pt x="2585408" y="356915"/>
                    </a:lnTo>
                    <a:cubicBezTo>
                      <a:pt x="2585408" y="379129"/>
                      <a:pt x="2567400" y="397137"/>
                      <a:pt x="2545186" y="397137"/>
                    </a:cubicBezTo>
                    <a:lnTo>
                      <a:pt x="40222" y="397137"/>
                    </a:lnTo>
                    <a:cubicBezTo>
                      <a:pt x="18008" y="397137"/>
                      <a:pt x="0" y="379129"/>
                      <a:pt x="0" y="356915"/>
                    </a:cubicBezTo>
                    <a:lnTo>
                      <a:pt x="0" y="40222"/>
                    </a:lnTo>
                    <a:cubicBezTo>
                      <a:pt x="0" y="18008"/>
                      <a:pt x="18008" y="0"/>
                      <a:pt x="40222" y="0"/>
                    </a:cubicBezTo>
                    <a:close/>
                  </a:path>
                </a:pathLst>
              </a:custGeom>
              <a:solidFill>
                <a:srgbClr val="A6A6A6">
                  <a:alpha val="34902"/>
                </a:srgbClr>
              </a:solidFill>
              <a:ln cap="rnd">
                <a:noFill/>
                <a:prstDash val="solid"/>
                <a:round/>
              </a:ln>
            </p:spPr>
          </p:sp>
          <p:sp>
            <p:nvSpPr>
              <p:cNvPr name="TextBox 12" id="12"/>
              <p:cNvSpPr txBox="true"/>
              <p:nvPr/>
            </p:nvSpPr>
            <p:spPr>
              <a:xfrm>
                <a:off x="0" y="-38100"/>
                <a:ext cx="2585408" cy="435237"/>
              </a:xfrm>
              <a:prstGeom prst="rect">
                <a:avLst/>
              </a:prstGeom>
            </p:spPr>
            <p:txBody>
              <a:bodyPr anchor="ctr" rtlCol="false" tIns="50800" lIns="50800" bIns="50800" rIns="50800"/>
              <a:lstStyle/>
              <a:p>
                <a:pPr algn="ctr">
                  <a:lnSpc>
                    <a:spcPts val="2660"/>
                  </a:lnSpc>
                  <a:spcBef>
                    <a:spcPct val="0"/>
                  </a:spcBef>
                </a:pPr>
              </a:p>
            </p:txBody>
          </p:sp>
        </p:grpSp>
        <p:grpSp>
          <p:nvGrpSpPr>
            <p:cNvPr name="Group 13" id="13"/>
            <p:cNvGrpSpPr/>
            <p:nvPr/>
          </p:nvGrpSpPr>
          <p:grpSpPr>
            <a:xfrm rot="0">
              <a:off x="0" y="0"/>
              <a:ext cx="11750629" cy="1804980"/>
              <a:chOff x="0" y="0"/>
              <a:chExt cx="2585408" cy="397137"/>
            </a:xfrm>
          </p:grpSpPr>
          <p:sp>
            <p:nvSpPr>
              <p:cNvPr name="Freeform 14" id="14"/>
              <p:cNvSpPr/>
              <p:nvPr/>
            </p:nvSpPr>
            <p:spPr>
              <a:xfrm flipH="false" flipV="false" rot="0">
                <a:off x="0" y="0"/>
                <a:ext cx="2585408" cy="397137"/>
              </a:xfrm>
              <a:custGeom>
                <a:avLst/>
                <a:gdLst/>
                <a:ahLst/>
                <a:cxnLst/>
                <a:rect r="r" b="b" t="t" l="l"/>
                <a:pathLst>
                  <a:path h="397137" w="2585408">
                    <a:moveTo>
                      <a:pt x="40222" y="0"/>
                    </a:moveTo>
                    <a:lnTo>
                      <a:pt x="2545186" y="0"/>
                    </a:lnTo>
                    <a:cubicBezTo>
                      <a:pt x="2567400" y="0"/>
                      <a:pt x="2585408" y="18008"/>
                      <a:pt x="2585408" y="40222"/>
                    </a:cubicBezTo>
                    <a:lnTo>
                      <a:pt x="2585408" y="356915"/>
                    </a:lnTo>
                    <a:cubicBezTo>
                      <a:pt x="2585408" y="379129"/>
                      <a:pt x="2567400" y="397137"/>
                      <a:pt x="2545186" y="397137"/>
                    </a:cubicBezTo>
                    <a:lnTo>
                      <a:pt x="40222" y="397137"/>
                    </a:lnTo>
                    <a:cubicBezTo>
                      <a:pt x="18008" y="397137"/>
                      <a:pt x="0" y="379129"/>
                      <a:pt x="0" y="356915"/>
                    </a:cubicBezTo>
                    <a:lnTo>
                      <a:pt x="0" y="40222"/>
                    </a:lnTo>
                    <a:cubicBezTo>
                      <a:pt x="0" y="18008"/>
                      <a:pt x="18008" y="0"/>
                      <a:pt x="40222" y="0"/>
                    </a:cubicBezTo>
                    <a:close/>
                  </a:path>
                </a:pathLst>
              </a:custGeom>
              <a:solidFill>
                <a:srgbClr val="FFFFFF"/>
              </a:solidFill>
              <a:ln cap="rnd">
                <a:noFill/>
                <a:prstDash val="solid"/>
                <a:round/>
              </a:ln>
            </p:spPr>
          </p:sp>
          <p:sp>
            <p:nvSpPr>
              <p:cNvPr name="TextBox 15" id="15"/>
              <p:cNvSpPr txBox="true"/>
              <p:nvPr/>
            </p:nvSpPr>
            <p:spPr>
              <a:xfrm>
                <a:off x="0" y="-38100"/>
                <a:ext cx="2585408" cy="435237"/>
              </a:xfrm>
              <a:prstGeom prst="rect">
                <a:avLst/>
              </a:prstGeom>
            </p:spPr>
            <p:txBody>
              <a:bodyPr anchor="ctr" rtlCol="false" tIns="50800" lIns="50800" bIns="50800" rIns="50800"/>
              <a:lstStyle/>
              <a:p>
                <a:pPr algn="ctr">
                  <a:lnSpc>
                    <a:spcPts val="2660"/>
                  </a:lnSpc>
                  <a:spcBef>
                    <a:spcPct val="0"/>
                  </a:spcBef>
                </a:pPr>
              </a:p>
            </p:txBody>
          </p:sp>
        </p:grpSp>
        <p:grpSp>
          <p:nvGrpSpPr>
            <p:cNvPr name="Group 16" id="16"/>
            <p:cNvGrpSpPr/>
            <p:nvPr/>
          </p:nvGrpSpPr>
          <p:grpSpPr>
            <a:xfrm rot="0">
              <a:off x="226705" y="119769"/>
              <a:ext cx="11297218" cy="1565443"/>
              <a:chOff x="0" y="0"/>
              <a:chExt cx="2485647" cy="344433"/>
            </a:xfrm>
          </p:grpSpPr>
          <p:sp>
            <p:nvSpPr>
              <p:cNvPr name="Freeform 17" id="17"/>
              <p:cNvSpPr/>
              <p:nvPr/>
            </p:nvSpPr>
            <p:spPr>
              <a:xfrm flipH="false" flipV="false" rot="0">
                <a:off x="0" y="0"/>
                <a:ext cx="2485647" cy="344433"/>
              </a:xfrm>
              <a:custGeom>
                <a:avLst/>
                <a:gdLst/>
                <a:ahLst/>
                <a:cxnLst/>
                <a:rect r="r" b="b" t="t" l="l"/>
                <a:pathLst>
                  <a:path h="344433" w="2485647">
                    <a:moveTo>
                      <a:pt x="41836" y="0"/>
                    </a:moveTo>
                    <a:lnTo>
                      <a:pt x="2443811" y="0"/>
                    </a:lnTo>
                    <a:cubicBezTo>
                      <a:pt x="2466916" y="0"/>
                      <a:pt x="2485647" y="18731"/>
                      <a:pt x="2485647" y="41836"/>
                    </a:cubicBezTo>
                    <a:lnTo>
                      <a:pt x="2485647" y="302597"/>
                    </a:lnTo>
                    <a:cubicBezTo>
                      <a:pt x="2485647" y="325703"/>
                      <a:pt x="2466916" y="344433"/>
                      <a:pt x="2443811" y="344433"/>
                    </a:cubicBezTo>
                    <a:lnTo>
                      <a:pt x="41836" y="344433"/>
                    </a:lnTo>
                    <a:cubicBezTo>
                      <a:pt x="18731" y="344433"/>
                      <a:pt x="0" y="325703"/>
                      <a:pt x="0" y="302597"/>
                    </a:cubicBezTo>
                    <a:lnTo>
                      <a:pt x="0" y="41836"/>
                    </a:lnTo>
                    <a:cubicBezTo>
                      <a:pt x="0" y="18731"/>
                      <a:pt x="18731" y="0"/>
                      <a:pt x="41836" y="0"/>
                    </a:cubicBezTo>
                    <a:close/>
                  </a:path>
                </a:pathLst>
              </a:custGeom>
              <a:solidFill>
                <a:srgbClr val="F4DECF"/>
              </a:solidFill>
              <a:ln w="38100" cap="rnd">
                <a:solidFill>
                  <a:srgbClr val="000000"/>
                </a:solidFill>
                <a:prstDash val="solid"/>
                <a:round/>
              </a:ln>
            </p:spPr>
          </p:sp>
          <p:sp>
            <p:nvSpPr>
              <p:cNvPr name="TextBox 18" id="18"/>
              <p:cNvSpPr txBox="true"/>
              <p:nvPr/>
            </p:nvSpPr>
            <p:spPr>
              <a:xfrm>
                <a:off x="0" y="-38100"/>
                <a:ext cx="2485647" cy="382533"/>
              </a:xfrm>
              <a:prstGeom prst="rect">
                <a:avLst/>
              </a:prstGeom>
            </p:spPr>
            <p:txBody>
              <a:bodyPr anchor="ctr" rtlCol="false" tIns="50800" lIns="50800" bIns="50800" rIns="50800"/>
              <a:lstStyle/>
              <a:p>
                <a:pPr algn="ctr">
                  <a:lnSpc>
                    <a:spcPts val="2660"/>
                  </a:lnSpc>
                  <a:spcBef>
                    <a:spcPct val="0"/>
                  </a:spcBef>
                </a:pPr>
              </a:p>
            </p:txBody>
          </p:sp>
        </p:grpSp>
      </p:grpSp>
      <p:sp>
        <p:nvSpPr>
          <p:cNvPr name="Freeform 19" id="19"/>
          <p:cNvSpPr/>
          <p:nvPr/>
        </p:nvSpPr>
        <p:spPr>
          <a:xfrm flipH="false" flipV="false" rot="0">
            <a:off x="-641085" y="7166064"/>
            <a:ext cx="3138541" cy="2815176"/>
          </a:xfrm>
          <a:custGeom>
            <a:avLst/>
            <a:gdLst/>
            <a:ahLst/>
            <a:cxnLst/>
            <a:rect r="r" b="b" t="t" l="l"/>
            <a:pathLst>
              <a:path h="2815176" w="3138541">
                <a:moveTo>
                  <a:pt x="0" y="0"/>
                </a:moveTo>
                <a:lnTo>
                  <a:pt x="3138541" y="0"/>
                </a:lnTo>
                <a:lnTo>
                  <a:pt x="3138541" y="2815176"/>
                </a:lnTo>
                <a:lnTo>
                  <a:pt x="0" y="2815176"/>
                </a:lnTo>
                <a:lnTo>
                  <a:pt x="0" y="0"/>
                </a:lnTo>
                <a:close/>
              </a:path>
            </a:pathLst>
          </a:custGeom>
          <a:blipFill>
            <a:blip r:embed="rId16">
              <a:alphaModFix amt="31999"/>
              <a:extLst>
                <a:ext uri="{96DAC541-7B7A-43D3-8B79-37D633B846F1}">
                  <asvg:svgBlip xmlns:asvg="http://schemas.microsoft.com/office/drawing/2016/SVG/main" r:embed="rId17"/>
                </a:ext>
              </a:extLst>
            </a:blip>
            <a:stretch>
              <a:fillRect l="0" t="0" r="0" b="0"/>
            </a:stretch>
          </a:blipFill>
        </p:spPr>
      </p:sp>
      <p:sp>
        <p:nvSpPr>
          <p:cNvPr name="Freeform 20" id="20"/>
          <p:cNvSpPr/>
          <p:nvPr/>
        </p:nvSpPr>
        <p:spPr>
          <a:xfrm flipH="false" flipV="false" rot="0">
            <a:off x="-793485" y="7013664"/>
            <a:ext cx="3138541" cy="2815176"/>
          </a:xfrm>
          <a:custGeom>
            <a:avLst/>
            <a:gdLst/>
            <a:ahLst/>
            <a:cxnLst/>
            <a:rect r="r" b="b" t="t" l="l"/>
            <a:pathLst>
              <a:path h="2815176" w="3138541">
                <a:moveTo>
                  <a:pt x="0" y="0"/>
                </a:moveTo>
                <a:lnTo>
                  <a:pt x="3138541" y="0"/>
                </a:lnTo>
                <a:lnTo>
                  <a:pt x="3138541" y="2815176"/>
                </a:lnTo>
                <a:lnTo>
                  <a:pt x="0" y="281517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21" id="21"/>
          <p:cNvSpPr txBox="true"/>
          <p:nvPr/>
        </p:nvSpPr>
        <p:spPr>
          <a:xfrm rot="0">
            <a:off x="3493964" y="2150520"/>
            <a:ext cx="11300072" cy="4498255"/>
          </a:xfrm>
          <a:prstGeom prst="rect">
            <a:avLst/>
          </a:prstGeom>
        </p:spPr>
        <p:txBody>
          <a:bodyPr anchor="t" rtlCol="false" tIns="0" lIns="0" bIns="0" rIns="0">
            <a:spAutoFit/>
          </a:bodyPr>
          <a:lstStyle/>
          <a:p>
            <a:pPr algn="ctr">
              <a:lnSpc>
                <a:spcPts val="17443"/>
              </a:lnSpc>
            </a:pPr>
            <a:r>
              <a:rPr lang="en-US" sz="16302">
                <a:solidFill>
                  <a:srgbClr val="A94C1A"/>
                </a:solidFill>
                <a:latin typeface="Sunday"/>
              </a:rPr>
              <a:t>wEATHER APP</a:t>
            </a:r>
          </a:p>
        </p:txBody>
      </p:sp>
      <p:sp>
        <p:nvSpPr>
          <p:cNvPr name="TextBox 22" id="22"/>
          <p:cNvSpPr txBox="true"/>
          <p:nvPr/>
        </p:nvSpPr>
        <p:spPr>
          <a:xfrm rot="0">
            <a:off x="5097708" y="7389078"/>
            <a:ext cx="8092584" cy="663985"/>
          </a:xfrm>
          <a:prstGeom prst="rect">
            <a:avLst/>
          </a:prstGeom>
        </p:spPr>
        <p:txBody>
          <a:bodyPr anchor="t" rtlCol="false" tIns="0" lIns="0" bIns="0" rIns="0">
            <a:spAutoFit/>
          </a:bodyPr>
          <a:lstStyle/>
          <a:p>
            <a:pPr algn="ctr">
              <a:lnSpc>
                <a:spcPts val="5004"/>
              </a:lnSpc>
            </a:pPr>
            <a:r>
              <a:rPr lang="en-US" sz="4677">
                <a:solidFill>
                  <a:srgbClr val="A94C1A"/>
                </a:solidFill>
                <a:latin typeface="Rosario"/>
              </a:rPr>
              <a:t>Presented By Varshini A</a:t>
            </a: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bg>
      <p:bgPr>
        <a:solidFill>
          <a:srgbClr val="FFF3EA"/>
        </a:solidFill>
      </p:bgPr>
    </p:bg>
    <p:spTree>
      <p:nvGrpSpPr>
        <p:cNvPr id="1" name=""/>
        <p:cNvGrpSpPr/>
        <p:nvPr/>
      </p:nvGrpSpPr>
      <p:grpSpPr>
        <a:xfrm>
          <a:off x="0" y="0"/>
          <a:ext cx="0" cy="0"/>
          <a:chOff x="0" y="0"/>
          <a:chExt cx="0" cy="0"/>
        </a:xfrm>
      </p:grpSpPr>
      <p:sp>
        <p:nvSpPr>
          <p:cNvPr name="Freeform 2" id="2"/>
          <p:cNvSpPr/>
          <p:nvPr/>
        </p:nvSpPr>
        <p:spPr>
          <a:xfrm flipH="false" flipV="false" rot="0">
            <a:off x="11913905" y="7788610"/>
            <a:ext cx="7315200" cy="2939380"/>
          </a:xfrm>
          <a:custGeom>
            <a:avLst/>
            <a:gdLst/>
            <a:ahLst/>
            <a:cxnLst/>
            <a:rect r="r" b="b" t="t" l="l"/>
            <a:pathLst>
              <a:path h="2939380" w="7315200">
                <a:moveTo>
                  <a:pt x="0" y="0"/>
                </a:moveTo>
                <a:lnTo>
                  <a:pt x="7315200" y="0"/>
                </a:lnTo>
                <a:lnTo>
                  <a:pt x="7315200" y="2939380"/>
                </a:lnTo>
                <a:lnTo>
                  <a:pt x="0" y="29393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217015" y="-299101"/>
            <a:ext cx="2400533" cy="2346723"/>
          </a:xfrm>
          <a:custGeom>
            <a:avLst/>
            <a:gdLst/>
            <a:ahLst/>
            <a:cxnLst/>
            <a:rect r="r" b="b" t="t" l="l"/>
            <a:pathLst>
              <a:path h="2346723" w="2400533">
                <a:moveTo>
                  <a:pt x="0" y="0"/>
                </a:moveTo>
                <a:lnTo>
                  <a:pt x="2400532" y="0"/>
                </a:lnTo>
                <a:lnTo>
                  <a:pt x="2400532" y="2346723"/>
                </a:lnTo>
                <a:lnTo>
                  <a:pt x="0" y="23467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2269" y="8148123"/>
            <a:ext cx="2348738" cy="2296089"/>
          </a:xfrm>
          <a:custGeom>
            <a:avLst/>
            <a:gdLst/>
            <a:ahLst/>
            <a:cxnLst/>
            <a:rect r="r" b="b" t="t" l="l"/>
            <a:pathLst>
              <a:path h="2296089" w="2348738">
                <a:moveTo>
                  <a:pt x="0" y="0"/>
                </a:moveTo>
                <a:lnTo>
                  <a:pt x="2348738" y="0"/>
                </a:lnTo>
                <a:lnTo>
                  <a:pt x="2348738" y="2296089"/>
                </a:lnTo>
                <a:lnTo>
                  <a:pt x="0" y="22960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512610" y="6859554"/>
            <a:ext cx="2716495" cy="2436614"/>
          </a:xfrm>
          <a:custGeom>
            <a:avLst/>
            <a:gdLst/>
            <a:ahLst/>
            <a:cxnLst/>
            <a:rect r="r" b="b" t="t" l="l"/>
            <a:pathLst>
              <a:path h="2436614" w="2716495">
                <a:moveTo>
                  <a:pt x="0" y="0"/>
                </a:moveTo>
                <a:lnTo>
                  <a:pt x="2716495" y="0"/>
                </a:lnTo>
                <a:lnTo>
                  <a:pt x="2716495" y="2436614"/>
                </a:lnTo>
                <a:lnTo>
                  <a:pt x="0" y="243661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6" id="6"/>
          <p:cNvGrpSpPr/>
          <p:nvPr/>
        </p:nvGrpSpPr>
        <p:grpSpPr>
          <a:xfrm rot="0">
            <a:off x="1032100" y="1028700"/>
            <a:ext cx="12743214" cy="2187633"/>
            <a:chOff x="0" y="0"/>
            <a:chExt cx="16990952" cy="2916844"/>
          </a:xfrm>
        </p:grpSpPr>
        <p:grpSp>
          <p:nvGrpSpPr>
            <p:cNvPr name="Group 7" id="7"/>
            <p:cNvGrpSpPr/>
            <p:nvPr/>
          </p:nvGrpSpPr>
          <p:grpSpPr>
            <a:xfrm rot="0">
              <a:off x="179436" y="334475"/>
              <a:ext cx="16811517" cy="2582369"/>
              <a:chOff x="0" y="0"/>
              <a:chExt cx="2585408" cy="397137"/>
            </a:xfrm>
          </p:grpSpPr>
          <p:sp>
            <p:nvSpPr>
              <p:cNvPr name="Freeform 8" id="8"/>
              <p:cNvSpPr/>
              <p:nvPr/>
            </p:nvSpPr>
            <p:spPr>
              <a:xfrm flipH="false" flipV="false" rot="0">
                <a:off x="0" y="0"/>
                <a:ext cx="2585408" cy="397137"/>
              </a:xfrm>
              <a:custGeom>
                <a:avLst/>
                <a:gdLst/>
                <a:ahLst/>
                <a:cxnLst/>
                <a:rect r="r" b="b" t="t" l="l"/>
                <a:pathLst>
                  <a:path h="397137" w="2585408">
                    <a:moveTo>
                      <a:pt x="40222" y="0"/>
                    </a:moveTo>
                    <a:lnTo>
                      <a:pt x="2545186" y="0"/>
                    </a:lnTo>
                    <a:cubicBezTo>
                      <a:pt x="2567400" y="0"/>
                      <a:pt x="2585408" y="18008"/>
                      <a:pt x="2585408" y="40222"/>
                    </a:cubicBezTo>
                    <a:lnTo>
                      <a:pt x="2585408" y="356915"/>
                    </a:lnTo>
                    <a:cubicBezTo>
                      <a:pt x="2585408" y="379129"/>
                      <a:pt x="2567400" y="397137"/>
                      <a:pt x="2545186" y="397137"/>
                    </a:cubicBezTo>
                    <a:lnTo>
                      <a:pt x="40222" y="397137"/>
                    </a:lnTo>
                    <a:cubicBezTo>
                      <a:pt x="18008" y="397137"/>
                      <a:pt x="0" y="379129"/>
                      <a:pt x="0" y="356915"/>
                    </a:cubicBezTo>
                    <a:lnTo>
                      <a:pt x="0" y="40222"/>
                    </a:lnTo>
                    <a:cubicBezTo>
                      <a:pt x="0" y="18008"/>
                      <a:pt x="18008" y="0"/>
                      <a:pt x="40222" y="0"/>
                    </a:cubicBezTo>
                    <a:close/>
                  </a:path>
                </a:pathLst>
              </a:custGeom>
              <a:solidFill>
                <a:srgbClr val="A6A6A6">
                  <a:alpha val="34902"/>
                </a:srgbClr>
              </a:solidFill>
              <a:ln cap="rnd">
                <a:noFill/>
                <a:prstDash val="solid"/>
                <a:round/>
              </a:ln>
            </p:spPr>
          </p:sp>
          <p:sp>
            <p:nvSpPr>
              <p:cNvPr name="TextBox 9" id="9"/>
              <p:cNvSpPr txBox="true"/>
              <p:nvPr/>
            </p:nvSpPr>
            <p:spPr>
              <a:xfrm>
                <a:off x="0" y="-38100"/>
                <a:ext cx="2585408" cy="435237"/>
              </a:xfrm>
              <a:prstGeom prst="rect">
                <a:avLst/>
              </a:prstGeom>
            </p:spPr>
            <p:txBody>
              <a:bodyPr anchor="ctr" rtlCol="false" tIns="50800" lIns="50800" bIns="50800" rIns="50800"/>
              <a:lstStyle/>
              <a:p>
                <a:pPr algn="ctr">
                  <a:lnSpc>
                    <a:spcPts val="2660"/>
                  </a:lnSpc>
                  <a:spcBef>
                    <a:spcPct val="0"/>
                  </a:spcBef>
                </a:pPr>
              </a:p>
            </p:txBody>
          </p:sp>
        </p:grpSp>
        <p:grpSp>
          <p:nvGrpSpPr>
            <p:cNvPr name="Group 10" id="10"/>
            <p:cNvGrpSpPr/>
            <p:nvPr/>
          </p:nvGrpSpPr>
          <p:grpSpPr>
            <a:xfrm rot="0">
              <a:off x="0" y="0"/>
              <a:ext cx="16811517" cy="2582369"/>
              <a:chOff x="0" y="0"/>
              <a:chExt cx="2585408" cy="397137"/>
            </a:xfrm>
          </p:grpSpPr>
          <p:sp>
            <p:nvSpPr>
              <p:cNvPr name="Freeform 11" id="11"/>
              <p:cNvSpPr/>
              <p:nvPr/>
            </p:nvSpPr>
            <p:spPr>
              <a:xfrm flipH="false" flipV="false" rot="0">
                <a:off x="0" y="0"/>
                <a:ext cx="2585408" cy="397137"/>
              </a:xfrm>
              <a:custGeom>
                <a:avLst/>
                <a:gdLst/>
                <a:ahLst/>
                <a:cxnLst/>
                <a:rect r="r" b="b" t="t" l="l"/>
                <a:pathLst>
                  <a:path h="397137" w="2585408">
                    <a:moveTo>
                      <a:pt x="40222" y="0"/>
                    </a:moveTo>
                    <a:lnTo>
                      <a:pt x="2545186" y="0"/>
                    </a:lnTo>
                    <a:cubicBezTo>
                      <a:pt x="2567400" y="0"/>
                      <a:pt x="2585408" y="18008"/>
                      <a:pt x="2585408" y="40222"/>
                    </a:cubicBezTo>
                    <a:lnTo>
                      <a:pt x="2585408" y="356915"/>
                    </a:lnTo>
                    <a:cubicBezTo>
                      <a:pt x="2585408" y="379129"/>
                      <a:pt x="2567400" y="397137"/>
                      <a:pt x="2545186" y="397137"/>
                    </a:cubicBezTo>
                    <a:lnTo>
                      <a:pt x="40222" y="397137"/>
                    </a:lnTo>
                    <a:cubicBezTo>
                      <a:pt x="18008" y="397137"/>
                      <a:pt x="0" y="379129"/>
                      <a:pt x="0" y="356915"/>
                    </a:cubicBezTo>
                    <a:lnTo>
                      <a:pt x="0" y="40222"/>
                    </a:lnTo>
                    <a:cubicBezTo>
                      <a:pt x="0" y="18008"/>
                      <a:pt x="18008" y="0"/>
                      <a:pt x="40222" y="0"/>
                    </a:cubicBezTo>
                    <a:close/>
                  </a:path>
                </a:pathLst>
              </a:custGeom>
              <a:solidFill>
                <a:srgbClr val="FFFFFF"/>
              </a:solidFill>
              <a:ln cap="rnd">
                <a:noFill/>
                <a:prstDash val="solid"/>
                <a:round/>
              </a:ln>
            </p:spPr>
          </p:sp>
          <p:sp>
            <p:nvSpPr>
              <p:cNvPr name="TextBox 12" id="12"/>
              <p:cNvSpPr txBox="true"/>
              <p:nvPr/>
            </p:nvSpPr>
            <p:spPr>
              <a:xfrm>
                <a:off x="0" y="-38100"/>
                <a:ext cx="2585408" cy="435237"/>
              </a:xfrm>
              <a:prstGeom prst="rect">
                <a:avLst/>
              </a:prstGeom>
            </p:spPr>
            <p:txBody>
              <a:bodyPr anchor="ctr" rtlCol="false" tIns="50800" lIns="50800" bIns="50800" rIns="50800"/>
              <a:lstStyle/>
              <a:p>
                <a:pPr algn="ctr">
                  <a:lnSpc>
                    <a:spcPts val="2660"/>
                  </a:lnSpc>
                  <a:spcBef>
                    <a:spcPct val="0"/>
                  </a:spcBef>
                </a:pPr>
              </a:p>
            </p:txBody>
          </p:sp>
        </p:grpSp>
        <p:grpSp>
          <p:nvGrpSpPr>
            <p:cNvPr name="Group 13" id="13"/>
            <p:cNvGrpSpPr/>
            <p:nvPr/>
          </p:nvGrpSpPr>
          <p:grpSpPr>
            <a:xfrm rot="0">
              <a:off x="324345" y="171352"/>
              <a:ext cx="16162826" cy="2239665"/>
              <a:chOff x="0" y="0"/>
              <a:chExt cx="2485647" cy="344433"/>
            </a:xfrm>
          </p:grpSpPr>
          <p:sp>
            <p:nvSpPr>
              <p:cNvPr name="Freeform 14" id="14"/>
              <p:cNvSpPr/>
              <p:nvPr/>
            </p:nvSpPr>
            <p:spPr>
              <a:xfrm flipH="false" flipV="false" rot="0">
                <a:off x="0" y="0"/>
                <a:ext cx="2485647" cy="344433"/>
              </a:xfrm>
              <a:custGeom>
                <a:avLst/>
                <a:gdLst/>
                <a:ahLst/>
                <a:cxnLst/>
                <a:rect r="r" b="b" t="t" l="l"/>
                <a:pathLst>
                  <a:path h="344433" w="2485647">
                    <a:moveTo>
                      <a:pt x="41836" y="0"/>
                    </a:moveTo>
                    <a:lnTo>
                      <a:pt x="2443811" y="0"/>
                    </a:lnTo>
                    <a:cubicBezTo>
                      <a:pt x="2466916" y="0"/>
                      <a:pt x="2485647" y="18731"/>
                      <a:pt x="2485647" y="41836"/>
                    </a:cubicBezTo>
                    <a:lnTo>
                      <a:pt x="2485647" y="302597"/>
                    </a:lnTo>
                    <a:cubicBezTo>
                      <a:pt x="2485647" y="325703"/>
                      <a:pt x="2466916" y="344433"/>
                      <a:pt x="2443811" y="344433"/>
                    </a:cubicBezTo>
                    <a:lnTo>
                      <a:pt x="41836" y="344433"/>
                    </a:lnTo>
                    <a:cubicBezTo>
                      <a:pt x="18731" y="344433"/>
                      <a:pt x="0" y="325703"/>
                      <a:pt x="0" y="302597"/>
                    </a:cubicBezTo>
                    <a:lnTo>
                      <a:pt x="0" y="41836"/>
                    </a:lnTo>
                    <a:cubicBezTo>
                      <a:pt x="0" y="18731"/>
                      <a:pt x="18731" y="0"/>
                      <a:pt x="41836" y="0"/>
                    </a:cubicBezTo>
                    <a:close/>
                  </a:path>
                </a:pathLst>
              </a:custGeom>
              <a:solidFill>
                <a:srgbClr val="F4DECF"/>
              </a:solidFill>
              <a:ln w="38100" cap="rnd">
                <a:solidFill>
                  <a:srgbClr val="000000"/>
                </a:solidFill>
                <a:prstDash val="solid"/>
                <a:round/>
              </a:ln>
            </p:spPr>
          </p:sp>
          <p:sp>
            <p:nvSpPr>
              <p:cNvPr name="TextBox 15" id="15"/>
              <p:cNvSpPr txBox="true"/>
              <p:nvPr/>
            </p:nvSpPr>
            <p:spPr>
              <a:xfrm>
                <a:off x="0" y="-38100"/>
                <a:ext cx="2485647" cy="382533"/>
              </a:xfrm>
              <a:prstGeom prst="rect">
                <a:avLst/>
              </a:prstGeom>
            </p:spPr>
            <p:txBody>
              <a:bodyPr anchor="ctr" rtlCol="false" tIns="50800" lIns="50800" bIns="50800" rIns="50800"/>
              <a:lstStyle/>
              <a:p>
                <a:pPr algn="ctr">
                  <a:lnSpc>
                    <a:spcPts val="2660"/>
                  </a:lnSpc>
                  <a:spcBef>
                    <a:spcPct val="0"/>
                  </a:spcBef>
                </a:pPr>
              </a:p>
            </p:txBody>
          </p:sp>
        </p:grpSp>
      </p:grpSp>
      <p:sp>
        <p:nvSpPr>
          <p:cNvPr name="TextBox 16" id="16"/>
          <p:cNvSpPr txBox="true"/>
          <p:nvPr/>
        </p:nvSpPr>
        <p:spPr>
          <a:xfrm rot="0">
            <a:off x="1923177" y="1320650"/>
            <a:ext cx="10863219" cy="1317783"/>
          </a:xfrm>
          <a:prstGeom prst="rect">
            <a:avLst/>
          </a:prstGeom>
        </p:spPr>
        <p:txBody>
          <a:bodyPr anchor="t" rtlCol="false" tIns="0" lIns="0" bIns="0" rIns="0">
            <a:spAutoFit/>
          </a:bodyPr>
          <a:lstStyle/>
          <a:p>
            <a:pPr algn="ctr">
              <a:lnSpc>
                <a:spcPts val="5154"/>
              </a:lnSpc>
            </a:pPr>
            <a:r>
              <a:rPr lang="en-US" sz="4817">
                <a:solidFill>
                  <a:srgbClr val="A94C1A"/>
                </a:solidFill>
                <a:latin typeface="Sunday"/>
              </a:rPr>
              <a:t>brief overview of the weather app project</a:t>
            </a:r>
          </a:p>
        </p:txBody>
      </p:sp>
      <p:sp>
        <p:nvSpPr>
          <p:cNvPr name="TextBox 17" id="17"/>
          <p:cNvSpPr txBox="true"/>
          <p:nvPr/>
        </p:nvSpPr>
        <p:spPr>
          <a:xfrm rot="0">
            <a:off x="2206469" y="3735583"/>
            <a:ext cx="11291622" cy="4763055"/>
          </a:xfrm>
          <a:prstGeom prst="rect">
            <a:avLst/>
          </a:prstGeom>
        </p:spPr>
        <p:txBody>
          <a:bodyPr anchor="t" rtlCol="false" tIns="0" lIns="0" bIns="0" rIns="0">
            <a:spAutoFit/>
          </a:bodyPr>
          <a:lstStyle/>
          <a:p>
            <a:pPr algn="l">
              <a:lnSpc>
                <a:spcPts val="5331"/>
              </a:lnSpc>
            </a:pPr>
            <a:r>
              <a:rPr lang="en-US" sz="4982">
                <a:solidFill>
                  <a:srgbClr val="A94C1A"/>
                </a:solidFill>
                <a:latin typeface="Rosario"/>
              </a:rPr>
              <a:t>The Weather App project is designed to fetch and display weather information based on user input. This project is divided into two versions: a simple console-based application and a more sophisticated graphical user interface (GUI) version.</a:t>
            </a:r>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bg>
      <p:bgPr>
        <a:solidFill>
          <a:srgbClr val="FFF3EA"/>
        </a:solidFill>
      </p:bgPr>
    </p:bg>
    <p:spTree>
      <p:nvGrpSpPr>
        <p:cNvPr id="1" name=""/>
        <p:cNvGrpSpPr/>
        <p:nvPr/>
      </p:nvGrpSpPr>
      <p:grpSpPr>
        <a:xfrm>
          <a:off x="0" y="0"/>
          <a:ext cx="0" cy="0"/>
          <a:chOff x="0" y="0"/>
          <a:chExt cx="0" cy="0"/>
        </a:xfrm>
      </p:grpSpPr>
      <p:sp>
        <p:nvSpPr>
          <p:cNvPr name="Freeform 2" id="2"/>
          <p:cNvSpPr/>
          <p:nvPr/>
        </p:nvSpPr>
        <p:spPr>
          <a:xfrm flipH="false" flipV="false" rot="0">
            <a:off x="15463945" y="-612538"/>
            <a:ext cx="2824055" cy="2533092"/>
          </a:xfrm>
          <a:custGeom>
            <a:avLst/>
            <a:gdLst/>
            <a:ahLst/>
            <a:cxnLst/>
            <a:rect r="r" b="b" t="t" l="l"/>
            <a:pathLst>
              <a:path h="2533092" w="2824055">
                <a:moveTo>
                  <a:pt x="0" y="0"/>
                </a:moveTo>
                <a:lnTo>
                  <a:pt x="2824055" y="0"/>
                </a:lnTo>
                <a:lnTo>
                  <a:pt x="2824055" y="2533092"/>
                </a:lnTo>
                <a:lnTo>
                  <a:pt x="0" y="25330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700126"/>
            <a:ext cx="3290984" cy="3225164"/>
          </a:xfrm>
          <a:custGeom>
            <a:avLst/>
            <a:gdLst/>
            <a:ahLst/>
            <a:cxnLst/>
            <a:rect r="r" b="b" t="t" l="l"/>
            <a:pathLst>
              <a:path h="3225164" w="3290984">
                <a:moveTo>
                  <a:pt x="0" y="0"/>
                </a:moveTo>
                <a:lnTo>
                  <a:pt x="3290984" y="0"/>
                </a:lnTo>
                <a:lnTo>
                  <a:pt x="3290984" y="3225164"/>
                </a:lnTo>
                <a:lnTo>
                  <a:pt x="0" y="32251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183424" y="8729878"/>
            <a:ext cx="2104576" cy="2057400"/>
          </a:xfrm>
          <a:custGeom>
            <a:avLst/>
            <a:gdLst/>
            <a:ahLst/>
            <a:cxnLst/>
            <a:rect r="r" b="b" t="t" l="l"/>
            <a:pathLst>
              <a:path h="2057400" w="2104576">
                <a:moveTo>
                  <a:pt x="0" y="0"/>
                </a:moveTo>
                <a:lnTo>
                  <a:pt x="2104576" y="0"/>
                </a:lnTo>
                <a:lnTo>
                  <a:pt x="2104576"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10681663" y="2508752"/>
            <a:ext cx="5885929" cy="5858150"/>
            <a:chOff x="0" y="0"/>
            <a:chExt cx="7847906" cy="7810867"/>
          </a:xfrm>
        </p:grpSpPr>
        <p:grpSp>
          <p:nvGrpSpPr>
            <p:cNvPr name="Group 6" id="6"/>
            <p:cNvGrpSpPr/>
            <p:nvPr/>
          </p:nvGrpSpPr>
          <p:grpSpPr>
            <a:xfrm rot="0">
              <a:off x="178424" y="218070"/>
              <a:ext cx="7669482" cy="7592796"/>
              <a:chOff x="0" y="0"/>
              <a:chExt cx="1423652" cy="1409418"/>
            </a:xfrm>
          </p:grpSpPr>
          <p:sp>
            <p:nvSpPr>
              <p:cNvPr name="Freeform 7" id="7"/>
              <p:cNvSpPr/>
              <p:nvPr/>
            </p:nvSpPr>
            <p:spPr>
              <a:xfrm flipH="false" flipV="false" rot="0">
                <a:off x="0" y="0"/>
                <a:ext cx="1423652" cy="1409417"/>
              </a:xfrm>
              <a:custGeom>
                <a:avLst/>
                <a:gdLst/>
                <a:ahLst/>
                <a:cxnLst/>
                <a:rect r="r" b="b" t="t" l="l"/>
                <a:pathLst>
                  <a:path h="1409417" w="1423652">
                    <a:moveTo>
                      <a:pt x="73045" y="0"/>
                    </a:moveTo>
                    <a:lnTo>
                      <a:pt x="1350608" y="0"/>
                    </a:lnTo>
                    <a:cubicBezTo>
                      <a:pt x="1390949" y="0"/>
                      <a:pt x="1423652" y="32703"/>
                      <a:pt x="1423652" y="73045"/>
                    </a:cubicBezTo>
                    <a:lnTo>
                      <a:pt x="1423652" y="1336373"/>
                    </a:lnTo>
                    <a:cubicBezTo>
                      <a:pt x="1423652" y="1376714"/>
                      <a:pt x="1390949" y="1409417"/>
                      <a:pt x="1350608" y="1409417"/>
                    </a:cubicBezTo>
                    <a:lnTo>
                      <a:pt x="73045" y="1409417"/>
                    </a:lnTo>
                    <a:cubicBezTo>
                      <a:pt x="32703" y="1409417"/>
                      <a:pt x="0" y="1376714"/>
                      <a:pt x="0" y="1336373"/>
                    </a:cubicBezTo>
                    <a:lnTo>
                      <a:pt x="0" y="73045"/>
                    </a:lnTo>
                    <a:cubicBezTo>
                      <a:pt x="0" y="32703"/>
                      <a:pt x="32703" y="0"/>
                      <a:pt x="73045" y="0"/>
                    </a:cubicBezTo>
                    <a:close/>
                  </a:path>
                </a:pathLst>
              </a:custGeom>
              <a:solidFill>
                <a:srgbClr val="A6A6A6">
                  <a:alpha val="27843"/>
                </a:srgbClr>
              </a:solidFill>
              <a:ln cap="rnd">
                <a:noFill/>
                <a:prstDash val="solid"/>
                <a:round/>
              </a:ln>
            </p:spPr>
          </p:sp>
          <p:sp>
            <p:nvSpPr>
              <p:cNvPr name="TextBox 8" id="8"/>
              <p:cNvSpPr txBox="true"/>
              <p:nvPr/>
            </p:nvSpPr>
            <p:spPr>
              <a:xfrm>
                <a:off x="0" y="-38100"/>
                <a:ext cx="1423652" cy="1447518"/>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0" y="0"/>
              <a:ext cx="7669482" cy="7592796"/>
              <a:chOff x="0" y="0"/>
              <a:chExt cx="1423652" cy="1409418"/>
            </a:xfrm>
          </p:grpSpPr>
          <p:sp>
            <p:nvSpPr>
              <p:cNvPr name="Freeform 10" id="10"/>
              <p:cNvSpPr/>
              <p:nvPr/>
            </p:nvSpPr>
            <p:spPr>
              <a:xfrm flipH="false" flipV="false" rot="0">
                <a:off x="0" y="0"/>
                <a:ext cx="1423652" cy="1409417"/>
              </a:xfrm>
              <a:custGeom>
                <a:avLst/>
                <a:gdLst/>
                <a:ahLst/>
                <a:cxnLst/>
                <a:rect r="r" b="b" t="t" l="l"/>
                <a:pathLst>
                  <a:path h="1409417" w="1423652">
                    <a:moveTo>
                      <a:pt x="73045" y="0"/>
                    </a:moveTo>
                    <a:lnTo>
                      <a:pt x="1350608" y="0"/>
                    </a:lnTo>
                    <a:cubicBezTo>
                      <a:pt x="1390949" y="0"/>
                      <a:pt x="1423652" y="32703"/>
                      <a:pt x="1423652" y="73045"/>
                    </a:cubicBezTo>
                    <a:lnTo>
                      <a:pt x="1423652" y="1336373"/>
                    </a:lnTo>
                    <a:cubicBezTo>
                      <a:pt x="1423652" y="1376714"/>
                      <a:pt x="1390949" y="1409417"/>
                      <a:pt x="1350608" y="1409417"/>
                    </a:cubicBezTo>
                    <a:lnTo>
                      <a:pt x="73045" y="1409417"/>
                    </a:lnTo>
                    <a:cubicBezTo>
                      <a:pt x="32703" y="1409417"/>
                      <a:pt x="0" y="1376714"/>
                      <a:pt x="0" y="1336373"/>
                    </a:cubicBezTo>
                    <a:lnTo>
                      <a:pt x="0" y="73045"/>
                    </a:lnTo>
                    <a:cubicBezTo>
                      <a:pt x="0" y="32703"/>
                      <a:pt x="32703" y="0"/>
                      <a:pt x="73045" y="0"/>
                    </a:cubicBezTo>
                    <a:close/>
                  </a:path>
                </a:pathLst>
              </a:custGeom>
              <a:solidFill>
                <a:srgbClr val="FFFFFF"/>
              </a:solidFill>
              <a:ln cap="rnd">
                <a:noFill/>
                <a:prstDash val="solid"/>
                <a:round/>
              </a:ln>
            </p:spPr>
          </p:sp>
          <p:sp>
            <p:nvSpPr>
              <p:cNvPr name="TextBox 11" id="11"/>
              <p:cNvSpPr txBox="true"/>
              <p:nvPr/>
            </p:nvSpPr>
            <p:spPr>
              <a:xfrm>
                <a:off x="0" y="-38100"/>
                <a:ext cx="1423652" cy="1447518"/>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313569" y="339701"/>
              <a:ext cx="7042343" cy="6913394"/>
              <a:chOff x="0" y="0"/>
              <a:chExt cx="1307239" cy="1283303"/>
            </a:xfrm>
          </p:grpSpPr>
          <p:sp>
            <p:nvSpPr>
              <p:cNvPr name="Freeform 13" id="13"/>
              <p:cNvSpPr/>
              <p:nvPr/>
            </p:nvSpPr>
            <p:spPr>
              <a:xfrm flipH="false" flipV="false" rot="0">
                <a:off x="0" y="0"/>
                <a:ext cx="1307239" cy="1283303"/>
              </a:xfrm>
              <a:custGeom>
                <a:avLst/>
                <a:gdLst/>
                <a:ahLst/>
                <a:cxnLst/>
                <a:rect r="r" b="b" t="t" l="l"/>
                <a:pathLst>
                  <a:path h="1283303" w="1307239">
                    <a:moveTo>
                      <a:pt x="79550" y="0"/>
                    </a:moveTo>
                    <a:lnTo>
                      <a:pt x="1227690" y="0"/>
                    </a:lnTo>
                    <a:cubicBezTo>
                      <a:pt x="1248788" y="0"/>
                      <a:pt x="1269021" y="8381"/>
                      <a:pt x="1283940" y="23300"/>
                    </a:cubicBezTo>
                    <a:cubicBezTo>
                      <a:pt x="1298858" y="38218"/>
                      <a:pt x="1307239" y="58452"/>
                      <a:pt x="1307239" y="79550"/>
                    </a:cubicBezTo>
                    <a:lnTo>
                      <a:pt x="1307239" y="1203754"/>
                    </a:lnTo>
                    <a:cubicBezTo>
                      <a:pt x="1307239" y="1224851"/>
                      <a:pt x="1298858" y="1245085"/>
                      <a:pt x="1283940" y="1260004"/>
                    </a:cubicBezTo>
                    <a:cubicBezTo>
                      <a:pt x="1269021" y="1274922"/>
                      <a:pt x="1248788" y="1283303"/>
                      <a:pt x="1227690" y="1283303"/>
                    </a:cubicBezTo>
                    <a:lnTo>
                      <a:pt x="79550" y="1283303"/>
                    </a:lnTo>
                    <a:cubicBezTo>
                      <a:pt x="58452" y="1283303"/>
                      <a:pt x="38218" y="1274922"/>
                      <a:pt x="23300" y="1260004"/>
                    </a:cubicBezTo>
                    <a:cubicBezTo>
                      <a:pt x="8381" y="1245085"/>
                      <a:pt x="0" y="1224851"/>
                      <a:pt x="0" y="1203754"/>
                    </a:cubicBezTo>
                    <a:lnTo>
                      <a:pt x="0" y="79550"/>
                    </a:lnTo>
                    <a:cubicBezTo>
                      <a:pt x="0" y="58452"/>
                      <a:pt x="8381" y="38218"/>
                      <a:pt x="23300" y="23300"/>
                    </a:cubicBezTo>
                    <a:cubicBezTo>
                      <a:pt x="38218" y="8381"/>
                      <a:pt x="58452" y="0"/>
                      <a:pt x="79550" y="0"/>
                    </a:cubicBezTo>
                    <a:close/>
                  </a:path>
                </a:pathLst>
              </a:custGeom>
              <a:solidFill>
                <a:srgbClr val="F4DECF"/>
              </a:solidFill>
              <a:ln w="38100" cap="rnd">
                <a:solidFill>
                  <a:srgbClr val="000000"/>
                </a:solidFill>
                <a:prstDash val="solid"/>
                <a:round/>
              </a:ln>
            </p:spPr>
          </p:sp>
          <p:sp>
            <p:nvSpPr>
              <p:cNvPr name="TextBox 14" id="14"/>
              <p:cNvSpPr txBox="true"/>
              <p:nvPr/>
            </p:nvSpPr>
            <p:spPr>
              <a:xfrm>
                <a:off x="0" y="-38100"/>
                <a:ext cx="1307239" cy="1321403"/>
              </a:xfrm>
              <a:prstGeom prst="rect">
                <a:avLst/>
              </a:prstGeom>
            </p:spPr>
            <p:txBody>
              <a:bodyPr anchor="ctr" rtlCol="false" tIns="50800" lIns="50800" bIns="50800" rIns="50800"/>
              <a:lstStyle/>
              <a:p>
                <a:pPr algn="ctr">
                  <a:lnSpc>
                    <a:spcPts val="2659"/>
                  </a:lnSpc>
                </a:pPr>
              </a:p>
            </p:txBody>
          </p:sp>
        </p:grpSp>
      </p:grpSp>
      <p:sp>
        <p:nvSpPr>
          <p:cNvPr name="TextBox 15" id="15"/>
          <p:cNvSpPr txBox="true"/>
          <p:nvPr/>
        </p:nvSpPr>
        <p:spPr>
          <a:xfrm rot="0">
            <a:off x="1780420" y="1856820"/>
            <a:ext cx="7661590" cy="1246178"/>
          </a:xfrm>
          <a:prstGeom prst="rect">
            <a:avLst/>
          </a:prstGeom>
        </p:spPr>
        <p:txBody>
          <a:bodyPr anchor="t" rtlCol="false" tIns="0" lIns="0" bIns="0" rIns="0">
            <a:spAutoFit/>
          </a:bodyPr>
          <a:lstStyle/>
          <a:p>
            <a:pPr algn="l">
              <a:lnSpc>
                <a:spcPts val="4834"/>
              </a:lnSpc>
            </a:pPr>
            <a:r>
              <a:rPr lang="en-US" sz="4518">
                <a:solidFill>
                  <a:srgbClr val="A94C1A"/>
                </a:solidFill>
                <a:latin typeface="Sunday Bold"/>
              </a:rPr>
              <a:t>Comparison of easy and advanced versions</a:t>
            </a:r>
          </a:p>
        </p:txBody>
      </p:sp>
      <p:sp>
        <p:nvSpPr>
          <p:cNvPr name="TextBox 16" id="16"/>
          <p:cNvSpPr txBox="true"/>
          <p:nvPr/>
        </p:nvSpPr>
        <p:spPr>
          <a:xfrm rot="0">
            <a:off x="1780420" y="3626960"/>
            <a:ext cx="8901243" cy="5823803"/>
          </a:xfrm>
          <a:prstGeom prst="rect">
            <a:avLst/>
          </a:prstGeom>
        </p:spPr>
        <p:txBody>
          <a:bodyPr anchor="t" rtlCol="false" tIns="0" lIns="0" bIns="0" rIns="0">
            <a:spAutoFit/>
          </a:bodyPr>
          <a:lstStyle/>
          <a:p>
            <a:pPr algn="l">
              <a:lnSpc>
                <a:spcPts val="4582"/>
              </a:lnSpc>
            </a:pPr>
            <a:r>
              <a:rPr lang="en-US" sz="4282">
                <a:solidFill>
                  <a:srgbClr val="A94C1A"/>
                </a:solidFill>
                <a:latin typeface="Rosario"/>
              </a:rPr>
              <a:t>The easy version of the Weather App is a basic console application that retrieves weather information using the OpenWeatherMap API based on a city name input by the user. The advanced version enhances the user experience by providing a GUI, allowing users to input the city name and view detailed weather data more interactively.</a:t>
            </a:r>
          </a:p>
        </p:txBody>
      </p:sp>
      <p:grpSp>
        <p:nvGrpSpPr>
          <p:cNvPr name="Group 17" id="17"/>
          <p:cNvGrpSpPr>
            <a:grpSpLocks noChangeAspect="true"/>
          </p:cNvGrpSpPr>
          <p:nvPr/>
        </p:nvGrpSpPr>
        <p:grpSpPr>
          <a:xfrm rot="0">
            <a:off x="11735221" y="3512314"/>
            <a:ext cx="3728724" cy="3851026"/>
            <a:chOff x="0" y="0"/>
            <a:chExt cx="6350000" cy="6558280"/>
          </a:xfrm>
        </p:grpSpPr>
        <p:sp>
          <p:nvSpPr>
            <p:cNvPr name="Freeform 18" id="18"/>
            <p:cNvSpPr/>
            <p:nvPr/>
          </p:nvSpPr>
          <p:spPr>
            <a:xfrm flipH="false" flipV="false" rot="0">
              <a:off x="74930" y="74930"/>
              <a:ext cx="6200140" cy="6408420"/>
            </a:xfrm>
            <a:custGeom>
              <a:avLst/>
              <a:gdLst/>
              <a:ahLst/>
              <a:cxnLst/>
              <a:rect r="r" b="b" t="t" l="l"/>
              <a:pathLst>
                <a:path h="6408420" w="6200140">
                  <a:moveTo>
                    <a:pt x="6200140" y="5351780"/>
                  </a:moveTo>
                  <a:cubicBezTo>
                    <a:pt x="6200140" y="5935980"/>
                    <a:pt x="5726430" y="6408420"/>
                    <a:pt x="5143500" y="6408420"/>
                  </a:cubicBezTo>
                  <a:lnTo>
                    <a:pt x="1056640" y="6408420"/>
                  </a:lnTo>
                  <a:cubicBezTo>
                    <a:pt x="472440" y="6408420"/>
                    <a:pt x="0" y="5934710"/>
                    <a:pt x="0" y="5351780"/>
                  </a:cubicBezTo>
                  <a:lnTo>
                    <a:pt x="0" y="1056640"/>
                  </a:lnTo>
                  <a:cubicBezTo>
                    <a:pt x="0" y="472440"/>
                    <a:pt x="473710" y="0"/>
                    <a:pt x="1056640" y="0"/>
                  </a:cubicBezTo>
                  <a:lnTo>
                    <a:pt x="5143500" y="0"/>
                  </a:lnTo>
                  <a:cubicBezTo>
                    <a:pt x="5727700" y="0"/>
                    <a:pt x="6200140" y="473710"/>
                    <a:pt x="6200140" y="1056640"/>
                  </a:cubicBezTo>
                  <a:lnTo>
                    <a:pt x="6200140" y="5351780"/>
                  </a:lnTo>
                  <a:close/>
                </a:path>
              </a:pathLst>
            </a:custGeom>
            <a:blipFill>
              <a:blip r:embed="rId8"/>
              <a:stretch>
                <a:fillRect l="0" t="-22607" r="0" b="-22607"/>
              </a:stretch>
            </a:blipFill>
          </p:spPr>
        </p:sp>
        <p:sp>
          <p:nvSpPr>
            <p:cNvPr name="Freeform 19" id="19"/>
            <p:cNvSpPr/>
            <p:nvPr/>
          </p:nvSpPr>
          <p:spPr>
            <a:xfrm flipH="false" flipV="false" rot="0">
              <a:off x="0" y="0"/>
              <a:ext cx="6350000" cy="6558280"/>
            </a:xfrm>
            <a:custGeom>
              <a:avLst/>
              <a:gdLst/>
              <a:ahLst/>
              <a:cxnLst/>
              <a:rect r="r" b="b" t="t" l="l"/>
              <a:pathLst>
                <a:path h="6558280" w="6350000">
                  <a:moveTo>
                    <a:pt x="5218430" y="6558280"/>
                  </a:moveTo>
                  <a:lnTo>
                    <a:pt x="1131570" y="6558280"/>
                  </a:lnTo>
                  <a:cubicBezTo>
                    <a:pt x="508000" y="6558280"/>
                    <a:pt x="0" y="6050280"/>
                    <a:pt x="0" y="5426710"/>
                  </a:cubicBezTo>
                  <a:lnTo>
                    <a:pt x="0" y="1131570"/>
                  </a:lnTo>
                  <a:cubicBezTo>
                    <a:pt x="0" y="508000"/>
                    <a:pt x="508000" y="0"/>
                    <a:pt x="1131570" y="0"/>
                  </a:cubicBezTo>
                  <a:lnTo>
                    <a:pt x="5218430" y="0"/>
                  </a:lnTo>
                  <a:cubicBezTo>
                    <a:pt x="5842000" y="0"/>
                    <a:pt x="6350000" y="508000"/>
                    <a:pt x="6350000" y="1131570"/>
                  </a:cubicBezTo>
                  <a:lnTo>
                    <a:pt x="6350000" y="5425440"/>
                  </a:lnTo>
                  <a:cubicBezTo>
                    <a:pt x="6350000" y="6050280"/>
                    <a:pt x="5842000" y="6558280"/>
                    <a:pt x="5218430" y="6558280"/>
                  </a:cubicBezTo>
                  <a:close/>
                  <a:moveTo>
                    <a:pt x="1131570" y="149860"/>
                  </a:moveTo>
                  <a:cubicBezTo>
                    <a:pt x="590550" y="149860"/>
                    <a:pt x="149860" y="590550"/>
                    <a:pt x="149860" y="1131570"/>
                  </a:cubicBezTo>
                  <a:lnTo>
                    <a:pt x="149860" y="5425440"/>
                  </a:lnTo>
                  <a:cubicBezTo>
                    <a:pt x="149860" y="5966460"/>
                    <a:pt x="590550" y="6407150"/>
                    <a:pt x="1131570" y="6407150"/>
                  </a:cubicBezTo>
                  <a:lnTo>
                    <a:pt x="5218430" y="6407150"/>
                  </a:lnTo>
                  <a:cubicBezTo>
                    <a:pt x="5759450" y="6407150"/>
                    <a:pt x="6200140" y="5966460"/>
                    <a:pt x="6200140" y="5425440"/>
                  </a:cubicBezTo>
                  <a:lnTo>
                    <a:pt x="6200140" y="1131570"/>
                  </a:lnTo>
                  <a:cubicBezTo>
                    <a:pt x="6200140" y="590550"/>
                    <a:pt x="5759450" y="149860"/>
                    <a:pt x="5218430" y="149860"/>
                  </a:cubicBezTo>
                  <a:lnTo>
                    <a:pt x="1131570" y="149860"/>
                  </a:lnTo>
                  <a:close/>
                </a:path>
              </a:pathLst>
            </a:custGeom>
            <a:solidFill>
              <a:srgbClr val="000000"/>
            </a:solidFill>
          </p:spPr>
        </p:sp>
      </p:gr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bg>
      <p:bgPr>
        <a:solidFill>
          <a:srgbClr val="FFF3EA"/>
        </a:solidFill>
      </p:bgPr>
    </p:bg>
    <p:spTree>
      <p:nvGrpSpPr>
        <p:cNvPr id="1" name=""/>
        <p:cNvGrpSpPr/>
        <p:nvPr/>
      </p:nvGrpSpPr>
      <p:grpSpPr>
        <a:xfrm>
          <a:off x="0" y="0"/>
          <a:ext cx="0" cy="0"/>
          <a:chOff x="0" y="0"/>
          <a:chExt cx="0" cy="0"/>
        </a:xfrm>
      </p:grpSpPr>
      <p:grpSp>
        <p:nvGrpSpPr>
          <p:cNvPr name="Group 2" id="2"/>
          <p:cNvGrpSpPr/>
          <p:nvPr/>
        </p:nvGrpSpPr>
        <p:grpSpPr>
          <a:xfrm rot="0">
            <a:off x="1517052" y="4109246"/>
            <a:ext cx="4471089" cy="1113340"/>
            <a:chOff x="0" y="0"/>
            <a:chExt cx="5961452" cy="1484454"/>
          </a:xfrm>
        </p:grpSpPr>
        <p:grpSp>
          <p:nvGrpSpPr>
            <p:cNvPr name="Group 3" id="3"/>
            <p:cNvGrpSpPr/>
            <p:nvPr/>
          </p:nvGrpSpPr>
          <p:grpSpPr>
            <a:xfrm rot="0">
              <a:off x="135535" y="41444"/>
              <a:ext cx="5825917" cy="1443010"/>
              <a:chOff x="0" y="0"/>
              <a:chExt cx="2475887" cy="613247"/>
            </a:xfrm>
          </p:grpSpPr>
          <p:sp>
            <p:nvSpPr>
              <p:cNvPr name="Freeform 4" id="4"/>
              <p:cNvSpPr/>
              <p:nvPr/>
            </p:nvSpPr>
            <p:spPr>
              <a:xfrm flipH="false" flipV="false" rot="0">
                <a:off x="0" y="0"/>
                <a:ext cx="2475887" cy="613247"/>
              </a:xfrm>
              <a:custGeom>
                <a:avLst/>
                <a:gdLst/>
                <a:ahLst/>
                <a:cxnLst/>
                <a:rect r="r" b="b" t="t" l="l"/>
                <a:pathLst>
                  <a:path h="613247" w="2475887">
                    <a:moveTo>
                      <a:pt x="42001" y="0"/>
                    </a:moveTo>
                    <a:lnTo>
                      <a:pt x="2433886" y="0"/>
                    </a:lnTo>
                    <a:cubicBezTo>
                      <a:pt x="2457082" y="0"/>
                      <a:pt x="2475887" y="18805"/>
                      <a:pt x="2475887" y="42001"/>
                    </a:cubicBezTo>
                    <a:lnTo>
                      <a:pt x="2475887" y="571246"/>
                    </a:lnTo>
                    <a:cubicBezTo>
                      <a:pt x="2475887" y="582386"/>
                      <a:pt x="2471462" y="593069"/>
                      <a:pt x="2463585" y="600946"/>
                    </a:cubicBezTo>
                    <a:cubicBezTo>
                      <a:pt x="2455708" y="608822"/>
                      <a:pt x="2445025" y="613247"/>
                      <a:pt x="2433886" y="613247"/>
                    </a:cubicBezTo>
                    <a:lnTo>
                      <a:pt x="42001" y="613247"/>
                    </a:lnTo>
                    <a:cubicBezTo>
                      <a:pt x="18805" y="613247"/>
                      <a:pt x="0" y="594443"/>
                      <a:pt x="0" y="571246"/>
                    </a:cubicBezTo>
                    <a:lnTo>
                      <a:pt x="0" y="42001"/>
                    </a:lnTo>
                    <a:cubicBezTo>
                      <a:pt x="0" y="30862"/>
                      <a:pt x="4425" y="20179"/>
                      <a:pt x="12302" y="12302"/>
                    </a:cubicBezTo>
                    <a:cubicBezTo>
                      <a:pt x="20179" y="4425"/>
                      <a:pt x="30862" y="0"/>
                      <a:pt x="42001" y="0"/>
                    </a:cubicBezTo>
                    <a:close/>
                  </a:path>
                </a:pathLst>
              </a:custGeom>
              <a:solidFill>
                <a:srgbClr val="A6A6A6">
                  <a:alpha val="27843"/>
                </a:srgbClr>
              </a:solidFill>
              <a:ln cap="rnd">
                <a:noFill/>
                <a:prstDash val="solid"/>
                <a:round/>
              </a:ln>
            </p:spPr>
          </p:sp>
          <p:sp>
            <p:nvSpPr>
              <p:cNvPr name="TextBox 5" id="5"/>
              <p:cNvSpPr txBox="true"/>
              <p:nvPr/>
            </p:nvSpPr>
            <p:spPr>
              <a:xfrm>
                <a:off x="0" y="-38100"/>
                <a:ext cx="2475887" cy="651347"/>
              </a:xfrm>
              <a:prstGeom prst="rect">
                <a:avLst/>
              </a:prstGeom>
            </p:spPr>
            <p:txBody>
              <a:bodyPr anchor="ctr" rtlCol="false" tIns="50800" lIns="50800" bIns="50800" rIns="50800"/>
              <a:lstStyle/>
              <a:p>
                <a:pPr algn="ctr">
                  <a:lnSpc>
                    <a:spcPts val="2660"/>
                  </a:lnSpc>
                </a:pPr>
              </a:p>
            </p:txBody>
          </p:sp>
        </p:grpSp>
        <p:grpSp>
          <p:nvGrpSpPr>
            <p:cNvPr name="Group 6" id="6"/>
            <p:cNvGrpSpPr/>
            <p:nvPr/>
          </p:nvGrpSpPr>
          <p:grpSpPr>
            <a:xfrm rot="0">
              <a:off x="0" y="0"/>
              <a:ext cx="5825917" cy="1443010"/>
              <a:chOff x="0" y="0"/>
              <a:chExt cx="2475887" cy="613247"/>
            </a:xfrm>
          </p:grpSpPr>
          <p:sp>
            <p:nvSpPr>
              <p:cNvPr name="Freeform 7" id="7"/>
              <p:cNvSpPr/>
              <p:nvPr/>
            </p:nvSpPr>
            <p:spPr>
              <a:xfrm flipH="false" flipV="false" rot="0">
                <a:off x="0" y="0"/>
                <a:ext cx="2475887" cy="613247"/>
              </a:xfrm>
              <a:custGeom>
                <a:avLst/>
                <a:gdLst/>
                <a:ahLst/>
                <a:cxnLst/>
                <a:rect r="r" b="b" t="t" l="l"/>
                <a:pathLst>
                  <a:path h="613247" w="2475887">
                    <a:moveTo>
                      <a:pt x="42001" y="0"/>
                    </a:moveTo>
                    <a:lnTo>
                      <a:pt x="2433886" y="0"/>
                    </a:lnTo>
                    <a:cubicBezTo>
                      <a:pt x="2457082" y="0"/>
                      <a:pt x="2475887" y="18805"/>
                      <a:pt x="2475887" y="42001"/>
                    </a:cubicBezTo>
                    <a:lnTo>
                      <a:pt x="2475887" y="571246"/>
                    </a:lnTo>
                    <a:cubicBezTo>
                      <a:pt x="2475887" y="582386"/>
                      <a:pt x="2471462" y="593069"/>
                      <a:pt x="2463585" y="600946"/>
                    </a:cubicBezTo>
                    <a:cubicBezTo>
                      <a:pt x="2455708" y="608822"/>
                      <a:pt x="2445025" y="613247"/>
                      <a:pt x="2433886" y="613247"/>
                    </a:cubicBezTo>
                    <a:lnTo>
                      <a:pt x="42001" y="613247"/>
                    </a:lnTo>
                    <a:cubicBezTo>
                      <a:pt x="18805" y="613247"/>
                      <a:pt x="0" y="594443"/>
                      <a:pt x="0" y="571246"/>
                    </a:cubicBezTo>
                    <a:lnTo>
                      <a:pt x="0" y="42001"/>
                    </a:lnTo>
                    <a:cubicBezTo>
                      <a:pt x="0" y="30862"/>
                      <a:pt x="4425" y="20179"/>
                      <a:pt x="12302" y="12302"/>
                    </a:cubicBezTo>
                    <a:cubicBezTo>
                      <a:pt x="20179" y="4425"/>
                      <a:pt x="30862" y="0"/>
                      <a:pt x="42001" y="0"/>
                    </a:cubicBezTo>
                    <a:close/>
                  </a:path>
                </a:pathLst>
              </a:custGeom>
              <a:solidFill>
                <a:srgbClr val="FFFFFF"/>
              </a:solidFill>
              <a:ln cap="rnd">
                <a:noFill/>
                <a:prstDash val="solid"/>
                <a:round/>
              </a:ln>
            </p:spPr>
          </p:sp>
          <p:sp>
            <p:nvSpPr>
              <p:cNvPr name="TextBox 8" id="8"/>
              <p:cNvSpPr txBox="true"/>
              <p:nvPr/>
            </p:nvSpPr>
            <p:spPr>
              <a:xfrm>
                <a:off x="0" y="-38100"/>
                <a:ext cx="2475887" cy="651347"/>
              </a:xfrm>
              <a:prstGeom prst="rect">
                <a:avLst/>
              </a:prstGeom>
            </p:spPr>
            <p:txBody>
              <a:bodyPr anchor="ctr" rtlCol="false" tIns="50800" lIns="50800" bIns="50800" rIns="50800"/>
              <a:lstStyle/>
              <a:p>
                <a:pPr algn="ctr">
                  <a:lnSpc>
                    <a:spcPts val="2660"/>
                  </a:lnSpc>
                </a:pPr>
              </a:p>
            </p:txBody>
          </p:sp>
        </p:grpSp>
        <p:grpSp>
          <p:nvGrpSpPr>
            <p:cNvPr name="Group 9" id="9"/>
            <p:cNvGrpSpPr/>
            <p:nvPr/>
          </p:nvGrpSpPr>
          <p:grpSpPr>
            <a:xfrm rot="0">
              <a:off x="238195" y="64560"/>
              <a:ext cx="5349528" cy="1313889"/>
              <a:chOff x="0" y="0"/>
              <a:chExt cx="2273432" cy="558374"/>
            </a:xfrm>
          </p:grpSpPr>
          <p:sp>
            <p:nvSpPr>
              <p:cNvPr name="Freeform 10" id="10"/>
              <p:cNvSpPr/>
              <p:nvPr/>
            </p:nvSpPr>
            <p:spPr>
              <a:xfrm flipH="false" flipV="false" rot="0">
                <a:off x="0" y="0"/>
                <a:ext cx="2273432" cy="558374"/>
              </a:xfrm>
              <a:custGeom>
                <a:avLst/>
                <a:gdLst/>
                <a:ahLst/>
                <a:cxnLst/>
                <a:rect r="r" b="b" t="t" l="l"/>
                <a:pathLst>
                  <a:path h="558374" w="2273432">
                    <a:moveTo>
                      <a:pt x="45742" y="0"/>
                    </a:moveTo>
                    <a:lnTo>
                      <a:pt x="2227690" y="0"/>
                    </a:lnTo>
                    <a:cubicBezTo>
                      <a:pt x="2239822" y="0"/>
                      <a:pt x="2251456" y="4819"/>
                      <a:pt x="2260034" y="13397"/>
                    </a:cubicBezTo>
                    <a:cubicBezTo>
                      <a:pt x="2268613" y="21976"/>
                      <a:pt x="2273432" y="33610"/>
                      <a:pt x="2273432" y="45742"/>
                    </a:cubicBezTo>
                    <a:lnTo>
                      <a:pt x="2273432" y="512633"/>
                    </a:lnTo>
                    <a:cubicBezTo>
                      <a:pt x="2273432" y="524764"/>
                      <a:pt x="2268613" y="536399"/>
                      <a:pt x="2260034" y="544977"/>
                    </a:cubicBezTo>
                    <a:cubicBezTo>
                      <a:pt x="2251456" y="553555"/>
                      <a:pt x="2239822" y="558374"/>
                      <a:pt x="2227690" y="558374"/>
                    </a:cubicBezTo>
                    <a:lnTo>
                      <a:pt x="45742" y="558374"/>
                    </a:lnTo>
                    <a:cubicBezTo>
                      <a:pt x="33610" y="558374"/>
                      <a:pt x="21976" y="553555"/>
                      <a:pt x="13397" y="544977"/>
                    </a:cubicBezTo>
                    <a:cubicBezTo>
                      <a:pt x="4819" y="536399"/>
                      <a:pt x="0" y="524764"/>
                      <a:pt x="0" y="512633"/>
                    </a:cubicBezTo>
                    <a:lnTo>
                      <a:pt x="0" y="45742"/>
                    </a:lnTo>
                    <a:cubicBezTo>
                      <a:pt x="0" y="33610"/>
                      <a:pt x="4819" y="21976"/>
                      <a:pt x="13397" y="13397"/>
                    </a:cubicBezTo>
                    <a:cubicBezTo>
                      <a:pt x="21976" y="4819"/>
                      <a:pt x="33610" y="0"/>
                      <a:pt x="45742" y="0"/>
                    </a:cubicBezTo>
                    <a:close/>
                  </a:path>
                </a:pathLst>
              </a:custGeom>
              <a:solidFill>
                <a:srgbClr val="F4DECF"/>
              </a:solidFill>
              <a:ln w="38100" cap="rnd">
                <a:solidFill>
                  <a:srgbClr val="000000"/>
                </a:solidFill>
                <a:prstDash val="solid"/>
                <a:round/>
              </a:ln>
            </p:spPr>
          </p:sp>
          <p:sp>
            <p:nvSpPr>
              <p:cNvPr name="TextBox 11" id="11"/>
              <p:cNvSpPr txBox="true"/>
              <p:nvPr/>
            </p:nvSpPr>
            <p:spPr>
              <a:xfrm>
                <a:off x="0" y="-38100"/>
                <a:ext cx="2273432" cy="596474"/>
              </a:xfrm>
              <a:prstGeom prst="rect">
                <a:avLst/>
              </a:prstGeom>
            </p:spPr>
            <p:txBody>
              <a:bodyPr anchor="ctr" rtlCol="false" tIns="50800" lIns="50800" bIns="50800" rIns="50800"/>
              <a:lstStyle/>
              <a:p>
                <a:pPr algn="ctr">
                  <a:lnSpc>
                    <a:spcPts val="2660"/>
                  </a:lnSpc>
                </a:pPr>
              </a:p>
            </p:txBody>
          </p:sp>
        </p:grpSp>
        <p:sp>
          <p:nvSpPr>
            <p:cNvPr name="TextBox 12" id="12"/>
            <p:cNvSpPr txBox="true"/>
            <p:nvPr/>
          </p:nvSpPr>
          <p:spPr>
            <a:xfrm rot="0">
              <a:off x="500130" y="339335"/>
              <a:ext cx="4961192" cy="834359"/>
            </a:xfrm>
            <a:prstGeom prst="rect">
              <a:avLst/>
            </a:prstGeom>
          </p:spPr>
          <p:txBody>
            <a:bodyPr anchor="t" rtlCol="false" tIns="0" lIns="0" bIns="0" rIns="0">
              <a:spAutoFit/>
            </a:bodyPr>
            <a:lstStyle/>
            <a:p>
              <a:pPr algn="ctr">
                <a:lnSpc>
                  <a:spcPts val="2436"/>
                </a:lnSpc>
              </a:pPr>
              <a:r>
                <a:rPr lang="en-US" sz="2277">
                  <a:solidFill>
                    <a:srgbClr val="A94C1A"/>
                  </a:solidFill>
                  <a:latin typeface="Rosario"/>
                </a:rPr>
                <a:t>Objective: Fetch and Display Weather Information</a:t>
              </a:r>
            </a:p>
          </p:txBody>
        </p:sp>
      </p:grpSp>
      <p:sp>
        <p:nvSpPr>
          <p:cNvPr name="Freeform 13" id="13"/>
          <p:cNvSpPr/>
          <p:nvPr/>
        </p:nvSpPr>
        <p:spPr>
          <a:xfrm flipH="false" flipV="false" rot="0">
            <a:off x="-763292" y="8701812"/>
            <a:ext cx="3167128" cy="3170376"/>
          </a:xfrm>
          <a:custGeom>
            <a:avLst/>
            <a:gdLst/>
            <a:ahLst/>
            <a:cxnLst/>
            <a:rect r="r" b="b" t="t" l="l"/>
            <a:pathLst>
              <a:path h="3170376" w="3167128">
                <a:moveTo>
                  <a:pt x="0" y="0"/>
                </a:moveTo>
                <a:lnTo>
                  <a:pt x="3167128" y="0"/>
                </a:lnTo>
                <a:lnTo>
                  <a:pt x="3167128" y="3170376"/>
                </a:lnTo>
                <a:lnTo>
                  <a:pt x="0" y="31703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6782883" y="811646"/>
            <a:ext cx="1972250" cy="1713392"/>
          </a:xfrm>
          <a:custGeom>
            <a:avLst/>
            <a:gdLst/>
            <a:ahLst/>
            <a:cxnLst/>
            <a:rect r="r" b="b" t="t" l="l"/>
            <a:pathLst>
              <a:path h="1713392" w="1972250">
                <a:moveTo>
                  <a:pt x="0" y="0"/>
                </a:moveTo>
                <a:lnTo>
                  <a:pt x="1972251" y="0"/>
                </a:lnTo>
                <a:lnTo>
                  <a:pt x="1972251" y="1713392"/>
                </a:lnTo>
                <a:lnTo>
                  <a:pt x="0" y="17133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56802" y="-634979"/>
            <a:ext cx="2347034" cy="2294423"/>
          </a:xfrm>
          <a:custGeom>
            <a:avLst/>
            <a:gdLst/>
            <a:ahLst/>
            <a:cxnLst/>
            <a:rect r="r" b="b" t="t" l="l"/>
            <a:pathLst>
              <a:path h="2294423" w="2347034">
                <a:moveTo>
                  <a:pt x="0" y="0"/>
                </a:moveTo>
                <a:lnTo>
                  <a:pt x="2347034" y="0"/>
                </a:lnTo>
                <a:lnTo>
                  <a:pt x="2347034" y="2294423"/>
                </a:lnTo>
                <a:lnTo>
                  <a:pt x="0" y="22944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0">
            <a:off x="16077895" y="8701812"/>
            <a:ext cx="3068014" cy="2861761"/>
          </a:xfrm>
          <a:custGeom>
            <a:avLst/>
            <a:gdLst/>
            <a:ahLst/>
            <a:cxnLst/>
            <a:rect r="r" b="b" t="t" l="l"/>
            <a:pathLst>
              <a:path h="2861761" w="3068014">
                <a:moveTo>
                  <a:pt x="0" y="0"/>
                </a:moveTo>
                <a:lnTo>
                  <a:pt x="3068014" y="0"/>
                </a:lnTo>
                <a:lnTo>
                  <a:pt x="3068014" y="2861761"/>
                </a:lnTo>
                <a:lnTo>
                  <a:pt x="0" y="286176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7" id="17"/>
          <p:cNvSpPr txBox="true"/>
          <p:nvPr/>
        </p:nvSpPr>
        <p:spPr>
          <a:xfrm rot="0">
            <a:off x="4572508" y="1152525"/>
            <a:ext cx="9142984" cy="1451887"/>
          </a:xfrm>
          <a:prstGeom prst="rect">
            <a:avLst/>
          </a:prstGeom>
        </p:spPr>
        <p:txBody>
          <a:bodyPr anchor="t" rtlCol="false" tIns="0" lIns="0" bIns="0" rIns="0">
            <a:spAutoFit/>
          </a:bodyPr>
          <a:lstStyle/>
          <a:p>
            <a:pPr algn="ctr">
              <a:lnSpc>
                <a:spcPts val="11097"/>
              </a:lnSpc>
            </a:pPr>
            <a:r>
              <a:rPr lang="en-US" sz="10371">
                <a:solidFill>
                  <a:srgbClr val="A94C1A"/>
                </a:solidFill>
                <a:latin typeface="Sunday"/>
              </a:rPr>
              <a:t>Easy version</a:t>
            </a:r>
          </a:p>
        </p:txBody>
      </p:sp>
      <p:sp>
        <p:nvSpPr>
          <p:cNvPr name="TextBox 18" id="18"/>
          <p:cNvSpPr txBox="true"/>
          <p:nvPr/>
        </p:nvSpPr>
        <p:spPr>
          <a:xfrm rot="0">
            <a:off x="820272" y="6004652"/>
            <a:ext cx="5167868" cy="2112868"/>
          </a:xfrm>
          <a:prstGeom prst="rect">
            <a:avLst/>
          </a:prstGeom>
        </p:spPr>
        <p:txBody>
          <a:bodyPr anchor="t" rtlCol="false" tIns="0" lIns="0" bIns="0" rIns="0">
            <a:spAutoFit/>
          </a:bodyPr>
          <a:lstStyle/>
          <a:p>
            <a:pPr algn="ctr">
              <a:lnSpc>
                <a:spcPts val="3339"/>
              </a:lnSpc>
            </a:pPr>
            <a:r>
              <a:rPr lang="en-US" sz="3120">
                <a:solidFill>
                  <a:srgbClr val="A94C1A"/>
                </a:solidFill>
                <a:latin typeface="Rosario"/>
              </a:rPr>
              <a:t>The goal of the easy version is to fetch weather data based on the city name provided by the user and display it in the console.</a:t>
            </a:r>
          </a:p>
        </p:txBody>
      </p:sp>
      <p:sp>
        <p:nvSpPr>
          <p:cNvPr name="TextBox 19" id="19"/>
          <p:cNvSpPr txBox="true"/>
          <p:nvPr/>
        </p:nvSpPr>
        <p:spPr>
          <a:xfrm rot="0">
            <a:off x="6560066" y="6004652"/>
            <a:ext cx="5167868" cy="1692979"/>
          </a:xfrm>
          <a:prstGeom prst="rect">
            <a:avLst/>
          </a:prstGeom>
        </p:spPr>
        <p:txBody>
          <a:bodyPr anchor="t" rtlCol="false" tIns="0" lIns="0" bIns="0" rIns="0">
            <a:spAutoFit/>
          </a:bodyPr>
          <a:lstStyle/>
          <a:p>
            <a:pPr algn="ctr" marL="673735" indent="-336868" lvl="1">
              <a:lnSpc>
                <a:spcPts val="3339"/>
              </a:lnSpc>
              <a:buFont typeface="Arial"/>
              <a:buChar char="•"/>
            </a:pPr>
            <a:r>
              <a:rPr lang="en-US" sz="3120">
                <a:solidFill>
                  <a:srgbClr val="A94C1A"/>
                </a:solidFill>
                <a:latin typeface="Rosario"/>
              </a:rPr>
              <a:t>User input for city name.</a:t>
            </a:r>
          </a:p>
          <a:p>
            <a:pPr algn="ctr" marL="673735" indent="-336868" lvl="1">
              <a:lnSpc>
                <a:spcPts val="3339"/>
              </a:lnSpc>
              <a:buFont typeface="Arial"/>
              <a:buChar char="•"/>
            </a:pPr>
            <a:r>
              <a:rPr lang="en-US" sz="3120">
                <a:solidFill>
                  <a:srgbClr val="A94C1A"/>
                </a:solidFill>
                <a:latin typeface="Rosario"/>
              </a:rPr>
              <a:t>Weather information display (description, temperature, humidity).</a:t>
            </a:r>
          </a:p>
        </p:txBody>
      </p:sp>
      <p:sp>
        <p:nvSpPr>
          <p:cNvPr name="TextBox 20" id="20"/>
          <p:cNvSpPr txBox="true"/>
          <p:nvPr/>
        </p:nvSpPr>
        <p:spPr>
          <a:xfrm rot="0">
            <a:off x="12299860" y="6004652"/>
            <a:ext cx="5167868" cy="853200"/>
          </a:xfrm>
          <a:prstGeom prst="rect">
            <a:avLst/>
          </a:prstGeom>
        </p:spPr>
        <p:txBody>
          <a:bodyPr anchor="t" rtlCol="false" tIns="0" lIns="0" bIns="0" rIns="0">
            <a:spAutoFit/>
          </a:bodyPr>
          <a:lstStyle/>
          <a:p>
            <a:pPr algn="ctr" marL="673735" indent="-336868" lvl="1">
              <a:lnSpc>
                <a:spcPts val="3339"/>
              </a:lnSpc>
              <a:buFont typeface="Arial"/>
              <a:buChar char="•"/>
            </a:pPr>
            <a:r>
              <a:rPr lang="en-US" sz="3120">
                <a:solidFill>
                  <a:srgbClr val="A94C1A"/>
                </a:solidFill>
                <a:latin typeface="Rosario"/>
              </a:rPr>
              <a:t>Python</a:t>
            </a:r>
          </a:p>
          <a:p>
            <a:pPr algn="ctr" marL="673735" indent="-336868" lvl="1">
              <a:lnSpc>
                <a:spcPts val="3339"/>
              </a:lnSpc>
              <a:buFont typeface="Arial"/>
              <a:buChar char="•"/>
            </a:pPr>
            <a:r>
              <a:rPr lang="en-US" sz="3120">
                <a:solidFill>
                  <a:srgbClr val="A94C1A"/>
                </a:solidFill>
                <a:latin typeface="Rosario"/>
              </a:rPr>
              <a:t>Library: requests</a:t>
            </a:r>
          </a:p>
        </p:txBody>
      </p:sp>
      <p:grpSp>
        <p:nvGrpSpPr>
          <p:cNvPr name="Group 21" id="21"/>
          <p:cNvGrpSpPr/>
          <p:nvPr/>
        </p:nvGrpSpPr>
        <p:grpSpPr>
          <a:xfrm rot="0">
            <a:off x="6908456" y="4030160"/>
            <a:ext cx="4471089" cy="1113340"/>
            <a:chOff x="0" y="0"/>
            <a:chExt cx="5961452" cy="1484454"/>
          </a:xfrm>
        </p:grpSpPr>
        <p:grpSp>
          <p:nvGrpSpPr>
            <p:cNvPr name="Group 22" id="22"/>
            <p:cNvGrpSpPr/>
            <p:nvPr/>
          </p:nvGrpSpPr>
          <p:grpSpPr>
            <a:xfrm rot="0">
              <a:off x="135535" y="41444"/>
              <a:ext cx="5825917" cy="1443010"/>
              <a:chOff x="0" y="0"/>
              <a:chExt cx="2475887" cy="613247"/>
            </a:xfrm>
          </p:grpSpPr>
          <p:sp>
            <p:nvSpPr>
              <p:cNvPr name="Freeform 23" id="23"/>
              <p:cNvSpPr/>
              <p:nvPr/>
            </p:nvSpPr>
            <p:spPr>
              <a:xfrm flipH="false" flipV="false" rot="0">
                <a:off x="0" y="0"/>
                <a:ext cx="2475887" cy="613247"/>
              </a:xfrm>
              <a:custGeom>
                <a:avLst/>
                <a:gdLst/>
                <a:ahLst/>
                <a:cxnLst/>
                <a:rect r="r" b="b" t="t" l="l"/>
                <a:pathLst>
                  <a:path h="613247" w="2475887">
                    <a:moveTo>
                      <a:pt x="42001" y="0"/>
                    </a:moveTo>
                    <a:lnTo>
                      <a:pt x="2433886" y="0"/>
                    </a:lnTo>
                    <a:cubicBezTo>
                      <a:pt x="2457082" y="0"/>
                      <a:pt x="2475887" y="18805"/>
                      <a:pt x="2475887" y="42001"/>
                    </a:cubicBezTo>
                    <a:lnTo>
                      <a:pt x="2475887" y="571246"/>
                    </a:lnTo>
                    <a:cubicBezTo>
                      <a:pt x="2475887" y="582386"/>
                      <a:pt x="2471462" y="593069"/>
                      <a:pt x="2463585" y="600946"/>
                    </a:cubicBezTo>
                    <a:cubicBezTo>
                      <a:pt x="2455708" y="608822"/>
                      <a:pt x="2445025" y="613247"/>
                      <a:pt x="2433886" y="613247"/>
                    </a:cubicBezTo>
                    <a:lnTo>
                      <a:pt x="42001" y="613247"/>
                    </a:lnTo>
                    <a:cubicBezTo>
                      <a:pt x="18805" y="613247"/>
                      <a:pt x="0" y="594443"/>
                      <a:pt x="0" y="571246"/>
                    </a:cubicBezTo>
                    <a:lnTo>
                      <a:pt x="0" y="42001"/>
                    </a:lnTo>
                    <a:cubicBezTo>
                      <a:pt x="0" y="30862"/>
                      <a:pt x="4425" y="20179"/>
                      <a:pt x="12302" y="12302"/>
                    </a:cubicBezTo>
                    <a:cubicBezTo>
                      <a:pt x="20179" y="4425"/>
                      <a:pt x="30862" y="0"/>
                      <a:pt x="42001" y="0"/>
                    </a:cubicBezTo>
                    <a:close/>
                  </a:path>
                </a:pathLst>
              </a:custGeom>
              <a:solidFill>
                <a:srgbClr val="A6A6A6">
                  <a:alpha val="27843"/>
                </a:srgbClr>
              </a:solidFill>
              <a:ln cap="rnd">
                <a:noFill/>
                <a:prstDash val="solid"/>
                <a:round/>
              </a:ln>
            </p:spPr>
          </p:sp>
          <p:sp>
            <p:nvSpPr>
              <p:cNvPr name="TextBox 24" id="24"/>
              <p:cNvSpPr txBox="true"/>
              <p:nvPr/>
            </p:nvSpPr>
            <p:spPr>
              <a:xfrm>
                <a:off x="0" y="-38100"/>
                <a:ext cx="2475887" cy="651347"/>
              </a:xfrm>
              <a:prstGeom prst="rect">
                <a:avLst/>
              </a:prstGeom>
            </p:spPr>
            <p:txBody>
              <a:bodyPr anchor="ctr" rtlCol="false" tIns="50800" lIns="50800" bIns="50800" rIns="50800"/>
              <a:lstStyle/>
              <a:p>
                <a:pPr algn="ctr">
                  <a:lnSpc>
                    <a:spcPts val="2660"/>
                  </a:lnSpc>
                </a:pPr>
              </a:p>
            </p:txBody>
          </p:sp>
        </p:grpSp>
        <p:grpSp>
          <p:nvGrpSpPr>
            <p:cNvPr name="Group 25" id="25"/>
            <p:cNvGrpSpPr/>
            <p:nvPr/>
          </p:nvGrpSpPr>
          <p:grpSpPr>
            <a:xfrm rot="0">
              <a:off x="0" y="0"/>
              <a:ext cx="5825917" cy="1443010"/>
              <a:chOff x="0" y="0"/>
              <a:chExt cx="2475887" cy="613247"/>
            </a:xfrm>
          </p:grpSpPr>
          <p:sp>
            <p:nvSpPr>
              <p:cNvPr name="Freeform 26" id="26"/>
              <p:cNvSpPr/>
              <p:nvPr/>
            </p:nvSpPr>
            <p:spPr>
              <a:xfrm flipH="false" flipV="false" rot="0">
                <a:off x="0" y="0"/>
                <a:ext cx="2475887" cy="613247"/>
              </a:xfrm>
              <a:custGeom>
                <a:avLst/>
                <a:gdLst/>
                <a:ahLst/>
                <a:cxnLst/>
                <a:rect r="r" b="b" t="t" l="l"/>
                <a:pathLst>
                  <a:path h="613247" w="2475887">
                    <a:moveTo>
                      <a:pt x="42001" y="0"/>
                    </a:moveTo>
                    <a:lnTo>
                      <a:pt x="2433886" y="0"/>
                    </a:lnTo>
                    <a:cubicBezTo>
                      <a:pt x="2457082" y="0"/>
                      <a:pt x="2475887" y="18805"/>
                      <a:pt x="2475887" y="42001"/>
                    </a:cubicBezTo>
                    <a:lnTo>
                      <a:pt x="2475887" y="571246"/>
                    </a:lnTo>
                    <a:cubicBezTo>
                      <a:pt x="2475887" y="582386"/>
                      <a:pt x="2471462" y="593069"/>
                      <a:pt x="2463585" y="600946"/>
                    </a:cubicBezTo>
                    <a:cubicBezTo>
                      <a:pt x="2455708" y="608822"/>
                      <a:pt x="2445025" y="613247"/>
                      <a:pt x="2433886" y="613247"/>
                    </a:cubicBezTo>
                    <a:lnTo>
                      <a:pt x="42001" y="613247"/>
                    </a:lnTo>
                    <a:cubicBezTo>
                      <a:pt x="18805" y="613247"/>
                      <a:pt x="0" y="594443"/>
                      <a:pt x="0" y="571246"/>
                    </a:cubicBezTo>
                    <a:lnTo>
                      <a:pt x="0" y="42001"/>
                    </a:lnTo>
                    <a:cubicBezTo>
                      <a:pt x="0" y="30862"/>
                      <a:pt x="4425" y="20179"/>
                      <a:pt x="12302" y="12302"/>
                    </a:cubicBezTo>
                    <a:cubicBezTo>
                      <a:pt x="20179" y="4425"/>
                      <a:pt x="30862" y="0"/>
                      <a:pt x="42001" y="0"/>
                    </a:cubicBezTo>
                    <a:close/>
                  </a:path>
                </a:pathLst>
              </a:custGeom>
              <a:solidFill>
                <a:srgbClr val="FFFFFF"/>
              </a:solidFill>
              <a:ln cap="rnd">
                <a:noFill/>
                <a:prstDash val="solid"/>
                <a:round/>
              </a:ln>
            </p:spPr>
          </p:sp>
          <p:sp>
            <p:nvSpPr>
              <p:cNvPr name="TextBox 27" id="27"/>
              <p:cNvSpPr txBox="true"/>
              <p:nvPr/>
            </p:nvSpPr>
            <p:spPr>
              <a:xfrm>
                <a:off x="0" y="-38100"/>
                <a:ext cx="2475887" cy="651347"/>
              </a:xfrm>
              <a:prstGeom prst="rect">
                <a:avLst/>
              </a:prstGeom>
            </p:spPr>
            <p:txBody>
              <a:bodyPr anchor="ctr" rtlCol="false" tIns="50800" lIns="50800" bIns="50800" rIns="50800"/>
              <a:lstStyle/>
              <a:p>
                <a:pPr algn="ctr">
                  <a:lnSpc>
                    <a:spcPts val="2660"/>
                  </a:lnSpc>
                </a:pPr>
              </a:p>
            </p:txBody>
          </p:sp>
        </p:grpSp>
        <p:grpSp>
          <p:nvGrpSpPr>
            <p:cNvPr name="Group 28" id="28"/>
            <p:cNvGrpSpPr/>
            <p:nvPr/>
          </p:nvGrpSpPr>
          <p:grpSpPr>
            <a:xfrm rot="0">
              <a:off x="238195" y="64560"/>
              <a:ext cx="5349528" cy="1313889"/>
              <a:chOff x="0" y="0"/>
              <a:chExt cx="2273432" cy="558374"/>
            </a:xfrm>
          </p:grpSpPr>
          <p:sp>
            <p:nvSpPr>
              <p:cNvPr name="Freeform 29" id="29"/>
              <p:cNvSpPr/>
              <p:nvPr/>
            </p:nvSpPr>
            <p:spPr>
              <a:xfrm flipH="false" flipV="false" rot="0">
                <a:off x="0" y="0"/>
                <a:ext cx="2273432" cy="558374"/>
              </a:xfrm>
              <a:custGeom>
                <a:avLst/>
                <a:gdLst/>
                <a:ahLst/>
                <a:cxnLst/>
                <a:rect r="r" b="b" t="t" l="l"/>
                <a:pathLst>
                  <a:path h="558374" w="2273432">
                    <a:moveTo>
                      <a:pt x="45742" y="0"/>
                    </a:moveTo>
                    <a:lnTo>
                      <a:pt x="2227690" y="0"/>
                    </a:lnTo>
                    <a:cubicBezTo>
                      <a:pt x="2239822" y="0"/>
                      <a:pt x="2251456" y="4819"/>
                      <a:pt x="2260034" y="13397"/>
                    </a:cubicBezTo>
                    <a:cubicBezTo>
                      <a:pt x="2268613" y="21976"/>
                      <a:pt x="2273432" y="33610"/>
                      <a:pt x="2273432" y="45742"/>
                    </a:cubicBezTo>
                    <a:lnTo>
                      <a:pt x="2273432" y="512633"/>
                    </a:lnTo>
                    <a:cubicBezTo>
                      <a:pt x="2273432" y="524764"/>
                      <a:pt x="2268613" y="536399"/>
                      <a:pt x="2260034" y="544977"/>
                    </a:cubicBezTo>
                    <a:cubicBezTo>
                      <a:pt x="2251456" y="553555"/>
                      <a:pt x="2239822" y="558374"/>
                      <a:pt x="2227690" y="558374"/>
                    </a:cubicBezTo>
                    <a:lnTo>
                      <a:pt x="45742" y="558374"/>
                    </a:lnTo>
                    <a:cubicBezTo>
                      <a:pt x="33610" y="558374"/>
                      <a:pt x="21976" y="553555"/>
                      <a:pt x="13397" y="544977"/>
                    </a:cubicBezTo>
                    <a:cubicBezTo>
                      <a:pt x="4819" y="536399"/>
                      <a:pt x="0" y="524764"/>
                      <a:pt x="0" y="512633"/>
                    </a:cubicBezTo>
                    <a:lnTo>
                      <a:pt x="0" y="45742"/>
                    </a:lnTo>
                    <a:cubicBezTo>
                      <a:pt x="0" y="33610"/>
                      <a:pt x="4819" y="21976"/>
                      <a:pt x="13397" y="13397"/>
                    </a:cubicBezTo>
                    <a:cubicBezTo>
                      <a:pt x="21976" y="4819"/>
                      <a:pt x="33610" y="0"/>
                      <a:pt x="45742" y="0"/>
                    </a:cubicBezTo>
                    <a:close/>
                  </a:path>
                </a:pathLst>
              </a:custGeom>
              <a:solidFill>
                <a:srgbClr val="F4DECF"/>
              </a:solidFill>
              <a:ln w="38100" cap="rnd">
                <a:solidFill>
                  <a:srgbClr val="000000"/>
                </a:solidFill>
                <a:prstDash val="solid"/>
                <a:round/>
              </a:ln>
            </p:spPr>
          </p:sp>
          <p:sp>
            <p:nvSpPr>
              <p:cNvPr name="TextBox 30" id="30"/>
              <p:cNvSpPr txBox="true"/>
              <p:nvPr/>
            </p:nvSpPr>
            <p:spPr>
              <a:xfrm>
                <a:off x="0" y="-38100"/>
                <a:ext cx="2273432" cy="596474"/>
              </a:xfrm>
              <a:prstGeom prst="rect">
                <a:avLst/>
              </a:prstGeom>
            </p:spPr>
            <p:txBody>
              <a:bodyPr anchor="ctr" rtlCol="false" tIns="50800" lIns="50800" bIns="50800" rIns="50800"/>
              <a:lstStyle/>
              <a:p>
                <a:pPr algn="ctr">
                  <a:lnSpc>
                    <a:spcPts val="2660"/>
                  </a:lnSpc>
                </a:pPr>
              </a:p>
            </p:txBody>
          </p:sp>
        </p:grpSp>
        <p:sp>
          <p:nvSpPr>
            <p:cNvPr name="TextBox 31" id="31"/>
            <p:cNvSpPr txBox="true"/>
            <p:nvPr/>
          </p:nvSpPr>
          <p:spPr>
            <a:xfrm rot="0">
              <a:off x="500130" y="348860"/>
              <a:ext cx="4961192" cy="618247"/>
            </a:xfrm>
            <a:prstGeom prst="rect">
              <a:avLst/>
            </a:prstGeom>
          </p:spPr>
          <p:txBody>
            <a:bodyPr anchor="t" rtlCol="false" tIns="0" lIns="0" bIns="0" rIns="0">
              <a:spAutoFit/>
            </a:bodyPr>
            <a:lstStyle/>
            <a:p>
              <a:pPr algn="ctr">
                <a:lnSpc>
                  <a:spcPts val="3506"/>
                </a:lnSpc>
              </a:pPr>
              <a:r>
                <a:rPr lang="en-US" sz="3277">
                  <a:solidFill>
                    <a:srgbClr val="A94C1A"/>
                  </a:solidFill>
                  <a:latin typeface="Rosario"/>
                </a:rPr>
                <a:t>Features</a:t>
              </a:r>
            </a:p>
          </p:txBody>
        </p:sp>
      </p:grpSp>
      <p:grpSp>
        <p:nvGrpSpPr>
          <p:cNvPr name="Group 32" id="32"/>
          <p:cNvGrpSpPr/>
          <p:nvPr/>
        </p:nvGrpSpPr>
        <p:grpSpPr>
          <a:xfrm rot="0">
            <a:off x="12648249" y="4109246"/>
            <a:ext cx="4471089" cy="1113340"/>
            <a:chOff x="0" y="0"/>
            <a:chExt cx="5961452" cy="1484454"/>
          </a:xfrm>
        </p:grpSpPr>
        <p:grpSp>
          <p:nvGrpSpPr>
            <p:cNvPr name="Group 33" id="33"/>
            <p:cNvGrpSpPr/>
            <p:nvPr/>
          </p:nvGrpSpPr>
          <p:grpSpPr>
            <a:xfrm rot="0">
              <a:off x="135535" y="41444"/>
              <a:ext cx="5825917" cy="1443010"/>
              <a:chOff x="0" y="0"/>
              <a:chExt cx="2475887" cy="613247"/>
            </a:xfrm>
          </p:grpSpPr>
          <p:sp>
            <p:nvSpPr>
              <p:cNvPr name="Freeform 34" id="34"/>
              <p:cNvSpPr/>
              <p:nvPr/>
            </p:nvSpPr>
            <p:spPr>
              <a:xfrm flipH="false" flipV="false" rot="0">
                <a:off x="0" y="0"/>
                <a:ext cx="2475887" cy="613247"/>
              </a:xfrm>
              <a:custGeom>
                <a:avLst/>
                <a:gdLst/>
                <a:ahLst/>
                <a:cxnLst/>
                <a:rect r="r" b="b" t="t" l="l"/>
                <a:pathLst>
                  <a:path h="613247" w="2475887">
                    <a:moveTo>
                      <a:pt x="42001" y="0"/>
                    </a:moveTo>
                    <a:lnTo>
                      <a:pt x="2433886" y="0"/>
                    </a:lnTo>
                    <a:cubicBezTo>
                      <a:pt x="2457082" y="0"/>
                      <a:pt x="2475887" y="18805"/>
                      <a:pt x="2475887" y="42001"/>
                    </a:cubicBezTo>
                    <a:lnTo>
                      <a:pt x="2475887" y="571246"/>
                    </a:lnTo>
                    <a:cubicBezTo>
                      <a:pt x="2475887" y="582386"/>
                      <a:pt x="2471462" y="593069"/>
                      <a:pt x="2463585" y="600946"/>
                    </a:cubicBezTo>
                    <a:cubicBezTo>
                      <a:pt x="2455708" y="608822"/>
                      <a:pt x="2445025" y="613247"/>
                      <a:pt x="2433886" y="613247"/>
                    </a:cubicBezTo>
                    <a:lnTo>
                      <a:pt x="42001" y="613247"/>
                    </a:lnTo>
                    <a:cubicBezTo>
                      <a:pt x="18805" y="613247"/>
                      <a:pt x="0" y="594443"/>
                      <a:pt x="0" y="571246"/>
                    </a:cubicBezTo>
                    <a:lnTo>
                      <a:pt x="0" y="42001"/>
                    </a:lnTo>
                    <a:cubicBezTo>
                      <a:pt x="0" y="30862"/>
                      <a:pt x="4425" y="20179"/>
                      <a:pt x="12302" y="12302"/>
                    </a:cubicBezTo>
                    <a:cubicBezTo>
                      <a:pt x="20179" y="4425"/>
                      <a:pt x="30862" y="0"/>
                      <a:pt x="42001" y="0"/>
                    </a:cubicBezTo>
                    <a:close/>
                  </a:path>
                </a:pathLst>
              </a:custGeom>
              <a:solidFill>
                <a:srgbClr val="A6A6A6">
                  <a:alpha val="27843"/>
                </a:srgbClr>
              </a:solidFill>
              <a:ln cap="rnd">
                <a:noFill/>
                <a:prstDash val="solid"/>
                <a:round/>
              </a:ln>
            </p:spPr>
          </p:sp>
          <p:sp>
            <p:nvSpPr>
              <p:cNvPr name="TextBox 35" id="35"/>
              <p:cNvSpPr txBox="true"/>
              <p:nvPr/>
            </p:nvSpPr>
            <p:spPr>
              <a:xfrm>
                <a:off x="0" y="-38100"/>
                <a:ext cx="2475887" cy="651347"/>
              </a:xfrm>
              <a:prstGeom prst="rect">
                <a:avLst/>
              </a:prstGeom>
            </p:spPr>
            <p:txBody>
              <a:bodyPr anchor="ctr" rtlCol="false" tIns="50800" lIns="50800" bIns="50800" rIns="50800"/>
              <a:lstStyle/>
              <a:p>
                <a:pPr algn="ctr">
                  <a:lnSpc>
                    <a:spcPts val="2660"/>
                  </a:lnSpc>
                </a:pPr>
              </a:p>
            </p:txBody>
          </p:sp>
        </p:grpSp>
        <p:grpSp>
          <p:nvGrpSpPr>
            <p:cNvPr name="Group 36" id="36"/>
            <p:cNvGrpSpPr/>
            <p:nvPr/>
          </p:nvGrpSpPr>
          <p:grpSpPr>
            <a:xfrm rot="0">
              <a:off x="0" y="0"/>
              <a:ext cx="5825917" cy="1443010"/>
              <a:chOff x="0" y="0"/>
              <a:chExt cx="2475887" cy="613247"/>
            </a:xfrm>
          </p:grpSpPr>
          <p:sp>
            <p:nvSpPr>
              <p:cNvPr name="Freeform 37" id="37"/>
              <p:cNvSpPr/>
              <p:nvPr/>
            </p:nvSpPr>
            <p:spPr>
              <a:xfrm flipH="false" flipV="false" rot="0">
                <a:off x="0" y="0"/>
                <a:ext cx="2475887" cy="613247"/>
              </a:xfrm>
              <a:custGeom>
                <a:avLst/>
                <a:gdLst/>
                <a:ahLst/>
                <a:cxnLst/>
                <a:rect r="r" b="b" t="t" l="l"/>
                <a:pathLst>
                  <a:path h="613247" w="2475887">
                    <a:moveTo>
                      <a:pt x="42001" y="0"/>
                    </a:moveTo>
                    <a:lnTo>
                      <a:pt x="2433886" y="0"/>
                    </a:lnTo>
                    <a:cubicBezTo>
                      <a:pt x="2457082" y="0"/>
                      <a:pt x="2475887" y="18805"/>
                      <a:pt x="2475887" y="42001"/>
                    </a:cubicBezTo>
                    <a:lnTo>
                      <a:pt x="2475887" y="571246"/>
                    </a:lnTo>
                    <a:cubicBezTo>
                      <a:pt x="2475887" y="582386"/>
                      <a:pt x="2471462" y="593069"/>
                      <a:pt x="2463585" y="600946"/>
                    </a:cubicBezTo>
                    <a:cubicBezTo>
                      <a:pt x="2455708" y="608822"/>
                      <a:pt x="2445025" y="613247"/>
                      <a:pt x="2433886" y="613247"/>
                    </a:cubicBezTo>
                    <a:lnTo>
                      <a:pt x="42001" y="613247"/>
                    </a:lnTo>
                    <a:cubicBezTo>
                      <a:pt x="18805" y="613247"/>
                      <a:pt x="0" y="594443"/>
                      <a:pt x="0" y="571246"/>
                    </a:cubicBezTo>
                    <a:lnTo>
                      <a:pt x="0" y="42001"/>
                    </a:lnTo>
                    <a:cubicBezTo>
                      <a:pt x="0" y="30862"/>
                      <a:pt x="4425" y="20179"/>
                      <a:pt x="12302" y="12302"/>
                    </a:cubicBezTo>
                    <a:cubicBezTo>
                      <a:pt x="20179" y="4425"/>
                      <a:pt x="30862" y="0"/>
                      <a:pt x="42001" y="0"/>
                    </a:cubicBezTo>
                    <a:close/>
                  </a:path>
                </a:pathLst>
              </a:custGeom>
              <a:solidFill>
                <a:srgbClr val="FFFFFF"/>
              </a:solidFill>
              <a:ln cap="rnd">
                <a:noFill/>
                <a:prstDash val="solid"/>
                <a:round/>
              </a:ln>
            </p:spPr>
          </p:sp>
          <p:sp>
            <p:nvSpPr>
              <p:cNvPr name="TextBox 38" id="38"/>
              <p:cNvSpPr txBox="true"/>
              <p:nvPr/>
            </p:nvSpPr>
            <p:spPr>
              <a:xfrm>
                <a:off x="0" y="-38100"/>
                <a:ext cx="2475887" cy="651347"/>
              </a:xfrm>
              <a:prstGeom prst="rect">
                <a:avLst/>
              </a:prstGeom>
            </p:spPr>
            <p:txBody>
              <a:bodyPr anchor="ctr" rtlCol="false" tIns="50800" lIns="50800" bIns="50800" rIns="50800"/>
              <a:lstStyle/>
              <a:p>
                <a:pPr algn="ctr">
                  <a:lnSpc>
                    <a:spcPts val="2660"/>
                  </a:lnSpc>
                </a:pPr>
              </a:p>
            </p:txBody>
          </p:sp>
        </p:grpSp>
        <p:grpSp>
          <p:nvGrpSpPr>
            <p:cNvPr name="Group 39" id="39"/>
            <p:cNvGrpSpPr/>
            <p:nvPr/>
          </p:nvGrpSpPr>
          <p:grpSpPr>
            <a:xfrm rot="0">
              <a:off x="238195" y="64560"/>
              <a:ext cx="5349528" cy="1313889"/>
              <a:chOff x="0" y="0"/>
              <a:chExt cx="2273432" cy="558374"/>
            </a:xfrm>
          </p:grpSpPr>
          <p:sp>
            <p:nvSpPr>
              <p:cNvPr name="Freeform 40" id="40"/>
              <p:cNvSpPr/>
              <p:nvPr/>
            </p:nvSpPr>
            <p:spPr>
              <a:xfrm flipH="false" flipV="false" rot="0">
                <a:off x="0" y="0"/>
                <a:ext cx="2273432" cy="558374"/>
              </a:xfrm>
              <a:custGeom>
                <a:avLst/>
                <a:gdLst/>
                <a:ahLst/>
                <a:cxnLst/>
                <a:rect r="r" b="b" t="t" l="l"/>
                <a:pathLst>
                  <a:path h="558374" w="2273432">
                    <a:moveTo>
                      <a:pt x="45742" y="0"/>
                    </a:moveTo>
                    <a:lnTo>
                      <a:pt x="2227690" y="0"/>
                    </a:lnTo>
                    <a:cubicBezTo>
                      <a:pt x="2239822" y="0"/>
                      <a:pt x="2251456" y="4819"/>
                      <a:pt x="2260034" y="13397"/>
                    </a:cubicBezTo>
                    <a:cubicBezTo>
                      <a:pt x="2268613" y="21976"/>
                      <a:pt x="2273432" y="33610"/>
                      <a:pt x="2273432" y="45742"/>
                    </a:cubicBezTo>
                    <a:lnTo>
                      <a:pt x="2273432" y="512633"/>
                    </a:lnTo>
                    <a:cubicBezTo>
                      <a:pt x="2273432" y="524764"/>
                      <a:pt x="2268613" y="536399"/>
                      <a:pt x="2260034" y="544977"/>
                    </a:cubicBezTo>
                    <a:cubicBezTo>
                      <a:pt x="2251456" y="553555"/>
                      <a:pt x="2239822" y="558374"/>
                      <a:pt x="2227690" y="558374"/>
                    </a:cubicBezTo>
                    <a:lnTo>
                      <a:pt x="45742" y="558374"/>
                    </a:lnTo>
                    <a:cubicBezTo>
                      <a:pt x="33610" y="558374"/>
                      <a:pt x="21976" y="553555"/>
                      <a:pt x="13397" y="544977"/>
                    </a:cubicBezTo>
                    <a:cubicBezTo>
                      <a:pt x="4819" y="536399"/>
                      <a:pt x="0" y="524764"/>
                      <a:pt x="0" y="512633"/>
                    </a:cubicBezTo>
                    <a:lnTo>
                      <a:pt x="0" y="45742"/>
                    </a:lnTo>
                    <a:cubicBezTo>
                      <a:pt x="0" y="33610"/>
                      <a:pt x="4819" y="21976"/>
                      <a:pt x="13397" y="13397"/>
                    </a:cubicBezTo>
                    <a:cubicBezTo>
                      <a:pt x="21976" y="4819"/>
                      <a:pt x="33610" y="0"/>
                      <a:pt x="45742" y="0"/>
                    </a:cubicBezTo>
                    <a:close/>
                  </a:path>
                </a:pathLst>
              </a:custGeom>
              <a:solidFill>
                <a:srgbClr val="F4DECF"/>
              </a:solidFill>
              <a:ln w="38100" cap="rnd">
                <a:solidFill>
                  <a:srgbClr val="000000"/>
                </a:solidFill>
                <a:prstDash val="solid"/>
                <a:round/>
              </a:ln>
            </p:spPr>
          </p:sp>
          <p:sp>
            <p:nvSpPr>
              <p:cNvPr name="TextBox 41" id="41"/>
              <p:cNvSpPr txBox="true"/>
              <p:nvPr/>
            </p:nvSpPr>
            <p:spPr>
              <a:xfrm>
                <a:off x="0" y="-38100"/>
                <a:ext cx="2273432" cy="596474"/>
              </a:xfrm>
              <a:prstGeom prst="rect">
                <a:avLst/>
              </a:prstGeom>
            </p:spPr>
            <p:txBody>
              <a:bodyPr anchor="ctr" rtlCol="false" tIns="50800" lIns="50800" bIns="50800" rIns="50800"/>
              <a:lstStyle/>
              <a:p>
                <a:pPr algn="ctr">
                  <a:lnSpc>
                    <a:spcPts val="2660"/>
                  </a:lnSpc>
                </a:pPr>
              </a:p>
            </p:txBody>
          </p:sp>
        </p:grpSp>
        <p:sp>
          <p:nvSpPr>
            <p:cNvPr name="TextBox 42" id="42"/>
            <p:cNvSpPr txBox="true"/>
            <p:nvPr/>
          </p:nvSpPr>
          <p:spPr>
            <a:xfrm rot="0">
              <a:off x="500130" y="348860"/>
              <a:ext cx="4961192" cy="618247"/>
            </a:xfrm>
            <a:prstGeom prst="rect">
              <a:avLst/>
            </a:prstGeom>
          </p:spPr>
          <p:txBody>
            <a:bodyPr anchor="t" rtlCol="false" tIns="0" lIns="0" bIns="0" rIns="0">
              <a:spAutoFit/>
            </a:bodyPr>
            <a:lstStyle/>
            <a:p>
              <a:pPr algn="ctr">
                <a:lnSpc>
                  <a:spcPts val="3506"/>
                </a:lnSpc>
              </a:pPr>
              <a:r>
                <a:rPr lang="en-US" sz="3277">
                  <a:solidFill>
                    <a:srgbClr val="A94C1A"/>
                  </a:solidFill>
                  <a:latin typeface="Rosario"/>
                </a:rPr>
                <a:t>Technologies Used</a:t>
              </a:r>
            </a:p>
          </p:txBody>
        </p:sp>
      </p:gr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bg>
      <p:bgPr>
        <a:solidFill>
          <a:srgbClr val="FFF3EA"/>
        </a:solidFill>
      </p:bgPr>
    </p:bg>
    <p:spTree>
      <p:nvGrpSpPr>
        <p:cNvPr id="1" name=""/>
        <p:cNvGrpSpPr/>
        <p:nvPr/>
      </p:nvGrpSpPr>
      <p:grpSpPr>
        <a:xfrm>
          <a:off x="0" y="0"/>
          <a:ext cx="0" cy="0"/>
          <a:chOff x="0" y="0"/>
          <a:chExt cx="0" cy="0"/>
        </a:xfrm>
      </p:grpSpPr>
      <p:sp>
        <p:nvSpPr>
          <p:cNvPr name="TextBox 2" id="2"/>
          <p:cNvSpPr txBox="true"/>
          <p:nvPr/>
        </p:nvSpPr>
        <p:spPr>
          <a:xfrm rot="0">
            <a:off x="1645492" y="3335375"/>
            <a:ext cx="8461656" cy="5355459"/>
          </a:xfrm>
          <a:prstGeom prst="rect">
            <a:avLst/>
          </a:prstGeom>
        </p:spPr>
        <p:txBody>
          <a:bodyPr anchor="t" rtlCol="false" tIns="0" lIns="0" bIns="0" rIns="0">
            <a:spAutoFit/>
          </a:bodyPr>
          <a:lstStyle/>
          <a:p>
            <a:pPr algn="l" marL="778850" indent="-389425" lvl="1">
              <a:lnSpc>
                <a:spcPts val="3859"/>
              </a:lnSpc>
              <a:buFont typeface="Arial"/>
              <a:buChar char="•"/>
            </a:pPr>
            <a:r>
              <a:rPr lang="en-US" sz="3607">
                <a:solidFill>
                  <a:srgbClr val="A94C1A"/>
                </a:solidFill>
                <a:latin typeface="Rosario"/>
              </a:rPr>
              <a:t>API Integration with OpenWeatherMap: The application uses the requests library to fetch weather data from the OpenWeatherMap API.</a:t>
            </a:r>
          </a:p>
          <a:p>
            <a:pPr algn="l">
              <a:lnSpc>
                <a:spcPts val="3859"/>
              </a:lnSpc>
            </a:pPr>
          </a:p>
          <a:p>
            <a:pPr algn="l" marL="778850" indent="-389425" lvl="1">
              <a:lnSpc>
                <a:spcPts val="3859"/>
              </a:lnSpc>
              <a:buFont typeface="Arial"/>
              <a:buChar char="•"/>
            </a:pPr>
            <a:r>
              <a:rPr lang="en-US" sz="3607">
                <a:solidFill>
                  <a:srgbClr val="A94C1A"/>
                </a:solidFill>
                <a:latin typeface="Rosario"/>
              </a:rPr>
              <a:t>User Input Handling: The application prompts the user to input a city name.</a:t>
            </a:r>
          </a:p>
          <a:p>
            <a:pPr algn="l">
              <a:lnSpc>
                <a:spcPts val="3859"/>
              </a:lnSpc>
            </a:pPr>
          </a:p>
          <a:p>
            <a:pPr algn="l" marL="778850" indent="-389425" lvl="1">
              <a:lnSpc>
                <a:spcPts val="3859"/>
              </a:lnSpc>
              <a:buFont typeface="Arial"/>
              <a:buChar char="•"/>
            </a:pPr>
            <a:r>
              <a:rPr lang="en-US" sz="3607">
                <a:solidFill>
                  <a:srgbClr val="A94C1A"/>
                </a:solidFill>
                <a:latin typeface="Rosario"/>
              </a:rPr>
              <a:t>Data Display: Weather data, including description, temperature, and humidity, is displayed in the console.</a:t>
            </a:r>
          </a:p>
        </p:txBody>
      </p:sp>
      <p:pic>
        <p:nvPicPr>
          <p:cNvPr name="Picture 3" id="3"/>
          <p:cNvPicPr>
            <a:picLocks noChangeAspect="true"/>
          </p:cNvPicPr>
          <p:nvPr/>
        </p:nvPicPr>
        <p:blipFill>
          <a:blip r:embed="rId2"/>
          <a:stretch>
            <a:fillRect/>
          </a:stretch>
        </p:blipFill>
        <p:spPr>
          <a:xfrm rot="0">
            <a:off x="10469597" y="2670504"/>
            <a:ext cx="7406948" cy="6313643"/>
          </a:xfrm>
          <a:prstGeom prst="rect">
            <a:avLst/>
          </a:prstGeom>
        </p:spPr>
      </p:pic>
      <p:sp>
        <p:nvSpPr>
          <p:cNvPr name="Freeform 4" id="4"/>
          <p:cNvSpPr/>
          <p:nvPr/>
        </p:nvSpPr>
        <p:spPr>
          <a:xfrm flipH="false" flipV="false" rot="10317586">
            <a:off x="-1027001" y="8562048"/>
            <a:ext cx="3001583" cy="3004662"/>
          </a:xfrm>
          <a:custGeom>
            <a:avLst/>
            <a:gdLst/>
            <a:ahLst/>
            <a:cxnLst/>
            <a:rect r="r" b="b" t="t" l="l"/>
            <a:pathLst>
              <a:path h="3004662" w="3001583">
                <a:moveTo>
                  <a:pt x="0" y="0"/>
                </a:moveTo>
                <a:lnTo>
                  <a:pt x="3001583" y="0"/>
                </a:lnTo>
                <a:lnTo>
                  <a:pt x="3001583" y="3004661"/>
                </a:lnTo>
                <a:lnTo>
                  <a:pt x="0" y="30046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536857" y="-375534"/>
            <a:ext cx="2348738" cy="2296089"/>
          </a:xfrm>
          <a:custGeom>
            <a:avLst/>
            <a:gdLst/>
            <a:ahLst/>
            <a:cxnLst/>
            <a:rect r="r" b="b" t="t" l="l"/>
            <a:pathLst>
              <a:path h="2296089" w="2348738">
                <a:moveTo>
                  <a:pt x="0" y="0"/>
                </a:moveTo>
                <a:lnTo>
                  <a:pt x="2348738" y="0"/>
                </a:lnTo>
                <a:lnTo>
                  <a:pt x="2348738" y="2296088"/>
                </a:lnTo>
                <a:lnTo>
                  <a:pt x="0" y="229608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4795431" y="8976502"/>
            <a:ext cx="3482853" cy="1570450"/>
          </a:xfrm>
          <a:custGeom>
            <a:avLst/>
            <a:gdLst/>
            <a:ahLst/>
            <a:cxnLst/>
            <a:rect r="r" b="b" t="t" l="l"/>
            <a:pathLst>
              <a:path h="1570450" w="3482853">
                <a:moveTo>
                  <a:pt x="0" y="0"/>
                </a:moveTo>
                <a:lnTo>
                  <a:pt x="3482852" y="0"/>
                </a:lnTo>
                <a:lnTo>
                  <a:pt x="3482852" y="1570450"/>
                </a:lnTo>
                <a:lnTo>
                  <a:pt x="0" y="157045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1645492" y="1631910"/>
            <a:ext cx="8461656" cy="1111226"/>
          </a:xfrm>
          <a:prstGeom prst="rect">
            <a:avLst/>
          </a:prstGeom>
        </p:spPr>
        <p:txBody>
          <a:bodyPr anchor="t" rtlCol="false" tIns="0" lIns="0" bIns="0" rIns="0">
            <a:spAutoFit/>
          </a:bodyPr>
          <a:lstStyle/>
          <a:p>
            <a:pPr algn="l">
              <a:lnSpc>
                <a:spcPts val="8579"/>
              </a:lnSpc>
            </a:pPr>
            <a:r>
              <a:rPr lang="en-US" sz="8018">
                <a:solidFill>
                  <a:srgbClr val="A94C1A"/>
                </a:solidFill>
                <a:latin typeface="Sunday"/>
              </a:rPr>
              <a:t>implementation</a:t>
            </a:r>
          </a:p>
        </p:txBody>
      </p:sp>
      <p:sp>
        <p:nvSpPr>
          <p:cNvPr name="Freeform 8" id="8"/>
          <p:cNvSpPr/>
          <p:nvPr/>
        </p:nvSpPr>
        <p:spPr>
          <a:xfrm flipH="true" flipV="true" rot="0">
            <a:off x="-95934" y="-375534"/>
            <a:ext cx="3482853" cy="1570450"/>
          </a:xfrm>
          <a:custGeom>
            <a:avLst/>
            <a:gdLst/>
            <a:ahLst/>
            <a:cxnLst/>
            <a:rect r="r" b="b" t="t" l="l"/>
            <a:pathLst>
              <a:path h="1570450" w="3482853">
                <a:moveTo>
                  <a:pt x="3482852" y="1570450"/>
                </a:moveTo>
                <a:lnTo>
                  <a:pt x="0" y="1570450"/>
                </a:lnTo>
                <a:lnTo>
                  <a:pt x="0" y="0"/>
                </a:lnTo>
                <a:lnTo>
                  <a:pt x="3482852" y="0"/>
                </a:lnTo>
                <a:lnTo>
                  <a:pt x="3482852" y="157045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bg>
      <p:bgPr>
        <a:solidFill>
          <a:srgbClr val="FFF3EA"/>
        </a:solidFill>
      </p:bgPr>
    </p:bg>
    <p:spTree>
      <p:nvGrpSpPr>
        <p:cNvPr id="1" name=""/>
        <p:cNvGrpSpPr/>
        <p:nvPr/>
      </p:nvGrpSpPr>
      <p:grpSpPr>
        <a:xfrm>
          <a:off x="0" y="0"/>
          <a:ext cx="0" cy="0"/>
          <a:chOff x="0" y="0"/>
          <a:chExt cx="0" cy="0"/>
        </a:xfrm>
      </p:grpSpPr>
      <p:grpSp>
        <p:nvGrpSpPr>
          <p:cNvPr name="Group 2" id="2"/>
          <p:cNvGrpSpPr/>
          <p:nvPr/>
        </p:nvGrpSpPr>
        <p:grpSpPr>
          <a:xfrm rot="0">
            <a:off x="996601" y="4186496"/>
            <a:ext cx="4815212" cy="1199030"/>
            <a:chOff x="0" y="0"/>
            <a:chExt cx="6420282" cy="1598707"/>
          </a:xfrm>
        </p:grpSpPr>
        <p:grpSp>
          <p:nvGrpSpPr>
            <p:cNvPr name="Group 3" id="3"/>
            <p:cNvGrpSpPr/>
            <p:nvPr/>
          </p:nvGrpSpPr>
          <p:grpSpPr>
            <a:xfrm rot="0">
              <a:off x="145967" y="44634"/>
              <a:ext cx="6274316" cy="1554073"/>
              <a:chOff x="0" y="0"/>
              <a:chExt cx="2475887" cy="613247"/>
            </a:xfrm>
          </p:grpSpPr>
          <p:sp>
            <p:nvSpPr>
              <p:cNvPr name="Freeform 4" id="4"/>
              <p:cNvSpPr/>
              <p:nvPr/>
            </p:nvSpPr>
            <p:spPr>
              <a:xfrm flipH="false" flipV="false" rot="0">
                <a:off x="0" y="0"/>
                <a:ext cx="2475887" cy="613247"/>
              </a:xfrm>
              <a:custGeom>
                <a:avLst/>
                <a:gdLst/>
                <a:ahLst/>
                <a:cxnLst/>
                <a:rect r="r" b="b" t="t" l="l"/>
                <a:pathLst>
                  <a:path h="613247" w="2475887">
                    <a:moveTo>
                      <a:pt x="42001" y="0"/>
                    </a:moveTo>
                    <a:lnTo>
                      <a:pt x="2433886" y="0"/>
                    </a:lnTo>
                    <a:cubicBezTo>
                      <a:pt x="2457082" y="0"/>
                      <a:pt x="2475887" y="18805"/>
                      <a:pt x="2475887" y="42001"/>
                    </a:cubicBezTo>
                    <a:lnTo>
                      <a:pt x="2475887" y="571246"/>
                    </a:lnTo>
                    <a:cubicBezTo>
                      <a:pt x="2475887" y="582386"/>
                      <a:pt x="2471462" y="593069"/>
                      <a:pt x="2463585" y="600946"/>
                    </a:cubicBezTo>
                    <a:cubicBezTo>
                      <a:pt x="2455708" y="608822"/>
                      <a:pt x="2445025" y="613247"/>
                      <a:pt x="2433886" y="613247"/>
                    </a:cubicBezTo>
                    <a:lnTo>
                      <a:pt x="42001" y="613247"/>
                    </a:lnTo>
                    <a:cubicBezTo>
                      <a:pt x="18805" y="613247"/>
                      <a:pt x="0" y="594443"/>
                      <a:pt x="0" y="571246"/>
                    </a:cubicBezTo>
                    <a:lnTo>
                      <a:pt x="0" y="42001"/>
                    </a:lnTo>
                    <a:cubicBezTo>
                      <a:pt x="0" y="30862"/>
                      <a:pt x="4425" y="20179"/>
                      <a:pt x="12302" y="12302"/>
                    </a:cubicBezTo>
                    <a:cubicBezTo>
                      <a:pt x="20179" y="4425"/>
                      <a:pt x="30862" y="0"/>
                      <a:pt x="42001" y="0"/>
                    </a:cubicBezTo>
                    <a:close/>
                  </a:path>
                </a:pathLst>
              </a:custGeom>
              <a:solidFill>
                <a:srgbClr val="A6A6A6">
                  <a:alpha val="27843"/>
                </a:srgbClr>
              </a:solidFill>
              <a:ln cap="rnd">
                <a:noFill/>
                <a:prstDash val="solid"/>
                <a:round/>
              </a:ln>
            </p:spPr>
          </p:sp>
          <p:sp>
            <p:nvSpPr>
              <p:cNvPr name="TextBox 5" id="5"/>
              <p:cNvSpPr txBox="true"/>
              <p:nvPr/>
            </p:nvSpPr>
            <p:spPr>
              <a:xfrm>
                <a:off x="0" y="-38100"/>
                <a:ext cx="2475887" cy="651347"/>
              </a:xfrm>
              <a:prstGeom prst="rect">
                <a:avLst/>
              </a:prstGeom>
            </p:spPr>
            <p:txBody>
              <a:bodyPr anchor="ctr" rtlCol="false" tIns="50800" lIns="50800" bIns="50800" rIns="50800"/>
              <a:lstStyle/>
              <a:p>
                <a:pPr algn="ctr">
                  <a:lnSpc>
                    <a:spcPts val="2660"/>
                  </a:lnSpc>
                </a:pPr>
              </a:p>
            </p:txBody>
          </p:sp>
        </p:grpSp>
        <p:grpSp>
          <p:nvGrpSpPr>
            <p:cNvPr name="Group 6" id="6"/>
            <p:cNvGrpSpPr/>
            <p:nvPr/>
          </p:nvGrpSpPr>
          <p:grpSpPr>
            <a:xfrm rot="0">
              <a:off x="0" y="0"/>
              <a:ext cx="6274316" cy="1554073"/>
              <a:chOff x="0" y="0"/>
              <a:chExt cx="2475887" cy="613247"/>
            </a:xfrm>
          </p:grpSpPr>
          <p:sp>
            <p:nvSpPr>
              <p:cNvPr name="Freeform 7" id="7"/>
              <p:cNvSpPr/>
              <p:nvPr/>
            </p:nvSpPr>
            <p:spPr>
              <a:xfrm flipH="false" flipV="false" rot="0">
                <a:off x="0" y="0"/>
                <a:ext cx="2475887" cy="613247"/>
              </a:xfrm>
              <a:custGeom>
                <a:avLst/>
                <a:gdLst/>
                <a:ahLst/>
                <a:cxnLst/>
                <a:rect r="r" b="b" t="t" l="l"/>
                <a:pathLst>
                  <a:path h="613247" w="2475887">
                    <a:moveTo>
                      <a:pt x="42001" y="0"/>
                    </a:moveTo>
                    <a:lnTo>
                      <a:pt x="2433886" y="0"/>
                    </a:lnTo>
                    <a:cubicBezTo>
                      <a:pt x="2457082" y="0"/>
                      <a:pt x="2475887" y="18805"/>
                      <a:pt x="2475887" y="42001"/>
                    </a:cubicBezTo>
                    <a:lnTo>
                      <a:pt x="2475887" y="571246"/>
                    </a:lnTo>
                    <a:cubicBezTo>
                      <a:pt x="2475887" y="582386"/>
                      <a:pt x="2471462" y="593069"/>
                      <a:pt x="2463585" y="600946"/>
                    </a:cubicBezTo>
                    <a:cubicBezTo>
                      <a:pt x="2455708" y="608822"/>
                      <a:pt x="2445025" y="613247"/>
                      <a:pt x="2433886" y="613247"/>
                    </a:cubicBezTo>
                    <a:lnTo>
                      <a:pt x="42001" y="613247"/>
                    </a:lnTo>
                    <a:cubicBezTo>
                      <a:pt x="18805" y="613247"/>
                      <a:pt x="0" y="594443"/>
                      <a:pt x="0" y="571246"/>
                    </a:cubicBezTo>
                    <a:lnTo>
                      <a:pt x="0" y="42001"/>
                    </a:lnTo>
                    <a:cubicBezTo>
                      <a:pt x="0" y="30862"/>
                      <a:pt x="4425" y="20179"/>
                      <a:pt x="12302" y="12302"/>
                    </a:cubicBezTo>
                    <a:cubicBezTo>
                      <a:pt x="20179" y="4425"/>
                      <a:pt x="30862" y="0"/>
                      <a:pt x="42001" y="0"/>
                    </a:cubicBezTo>
                    <a:close/>
                  </a:path>
                </a:pathLst>
              </a:custGeom>
              <a:solidFill>
                <a:srgbClr val="FFFFFF"/>
              </a:solidFill>
              <a:ln cap="rnd">
                <a:noFill/>
                <a:prstDash val="solid"/>
                <a:round/>
              </a:ln>
            </p:spPr>
          </p:sp>
          <p:sp>
            <p:nvSpPr>
              <p:cNvPr name="TextBox 8" id="8"/>
              <p:cNvSpPr txBox="true"/>
              <p:nvPr/>
            </p:nvSpPr>
            <p:spPr>
              <a:xfrm>
                <a:off x="0" y="-38100"/>
                <a:ext cx="2475887" cy="651347"/>
              </a:xfrm>
              <a:prstGeom prst="rect">
                <a:avLst/>
              </a:prstGeom>
            </p:spPr>
            <p:txBody>
              <a:bodyPr anchor="ctr" rtlCol="false" tIns="50800" lIns="50800" bIns="50800" rIns="50800"/>
              <a:lstStyle/>
              <a:p>
                <a:pPr algn="ctr">
                  <a:lnSpc>
                    <a:spcPts val="2660"/>
                  </a:lnSpc>
                </a:pPr>
              </a:p>
            </p:txBody>
          </p:sp>
        </p:grpSp>
        <p:grpSp>
          <p:nvGrpSpPr>
            <p:cNvPr name="Group 9" id="9"/>
            <p:cNvGrpSpPr/>
            <p:nvPr/>
          </p:nvGrpSpPr>
          <p:grpSpPr>
            <a:xfrm rot="0">
              <a:off x="256528" y="69529"/>
              <a:ext cx="5761261" cy="1415015"/>
              <a:chOff x="0" y="0"/>
              <a:chExt cx="2273432" cy="558374"/>
            </a:xfrm>
          </p:grpSpPr>
          <p:sp>
            <p:nvSpPr>
              <p:cNvPr name="Freeform 10" id="10"/>
              <p:cNvSpPr/>
              <p:nvPr/>
            </p:nvSpPr>
            <p:spPr>
              <a:xfrm flipH="false" flipV="false" rot="0">
                <a:off x="0" y="0"/>
                <a:ext cx="2273432" cy="558374"/>
              </a:xfrm>
              <a:custGeom>
                <a:avLst/>
                <a:gdLst/>
                <a:ahLst/>
                <a:cxnLst/>
                <a:rect r="r" b="b" t="t" l="l"/>
                <a:pathLst>
                  <a:path h="558374" w="2273432">
                    <a:moveTo>
                      <a:pt x="45742" y="0"/>
                    </a:moveTo>
                    <a:lnTo>
                      <a:pt x="2227690" y="0"/>
                    </a:lnTo>
                    <a:cubicBezTo>
                      <a:pt x="2239822" y="0"/>
                      <a:pt x="2251456" y="4819"/>
                      <a:pt x="2260034" y="13397"/>
                    </a:cubicBezTo>
                    <a:cubicBezTo>
                      <a:pt x="2268613" y="21976"/>
                      <a:pt x="2273432" y="33610"/>
                      <a:pt x="2273432" y="45742"/>
                    </a:cubicBezTo>
                    <a:lnTo>
                      <a:pt x="2273432" y="512633"/>
                    </a:lnTo>
                    <a:cubicBezTo>
                      <a:pt x="2273432" y="524764"/>
                      <a:pt x="2268613" y="536399"/>
                      <a:pt x="2260034" y="544977"/>
                    </a:cubicBezTo>
                    <a:cubicBezTo>
                      <a:pt x="2251456" y="553555"/>
                      <a:pt x="2239822" y="558374"/>
                      <a:pt x="2227690" y="558374"/>
                    </a:cubicBezTo>
                    <a:lnTo>
                      <a:pt x="45742" y="558374"/>
                    </a:lnTo>
                    <a:cubicBezTo>
                      <a:pt x="33610" y="558374"/>
                      <a:pt x="21976" y="553555"/>
                      <a:pt x="13397" y="544977"/>
                    </a:cubicBezTo>
                    <a:cubicBezTo>
                      <a:pt x="4819" y="536399"/>
                      <a:pt x="0" y="524764"/>
                      <a:pt x="0" y="512633"/>
                    </a:cubicBezTo>
                    <a:lnTo>
                      <a:pt x="0" y="45742"/>
                    </a:lnTo>
                    <a:cubicBezTo>
                      <a:pt x="0" y="33610"/>
                      <a:pt x="4819" y="21976"/>
                      <a:pt x="13397" y="13397"/>
                    </a:cubicBezTo>
                    <a:cubicBezTo>
                      <a:pt x="21976" y="4819"/>
                      <a:pt x="33610" y="0"/>
                      <a:pt x="45742" y="0"/>
                    </a:cubicBezTo>
                    <a:close/>
                  </a:path>
                </a:pathLst>
              </a:custGeom>
              <a:solidFill>
                <a:srgbClr val="F4DECF"/>
              </a:solidFill>
              <a:ln w="38100" cap="rnd">
                <a:solidFill>
                  <a:srgbClr val="000000"/>
                </a:solidFill>
                <a:prstDash val="solid"/>
                <a:round/>
              </a:ln>
            </p:spPr>
          </p:sp>
          <p:sp>
            <p:nvSpPr>
              <p:cNvPr name="TextBox 11" id="11"/>
              <p:cNvSpPr txBox="true"/>
              <p:nvPr/>
            </p:nvSpPr>
            <p:spPr>
              <a:xfrm>
                <a:off x="0" y="-38100"/>
                <a:ext cx="2273432" cy="596474"/>
              </a:xfrm>
              <a:prstGeom prst="rect">
                <a:avLst/>
              </a:prstGeom>
            </p:spPr>
            <p:txBody>
              <a:bodyPr anchor="ctr" rtlCol="false" tIns="50800" lIns="50800" bIns="50800" rIns="50800"/>
              <a:lstStyle/>
              <a:p>
                <a:pPr algn="ctr">
                  <a:lnSpc>
                    <a:spcPts val="2660"/>
                  </a:lnSpc>
                </a:pPr>
              </a:p>
            </p:txBody>
          </p:sp>
        </p:grpSp>
        <p:sp>
          <p:nvSpPr>
            <p:cNvPr name="TextBox 12" id="12"/>
            <p:cNvSpPr txBox="true"/>
            <p:nvPr/>
          </p:nvSpPr>
          <p:spPr>
            <a:xfrm rot="0">
              <a:off x="538623" y="363253"/>
              <a:ext cx="5343036" cy="780814"/>
            </a:xfrm>
            <a:prstGeom prst="rect">
              <a:avLst/>
            </a:prstGeom>
          </p:spPr>
          <p:txBody>
            <a:bodyPr anchor="t" rtlCol="false" tIns="0" lIns="0" bIns="0" rIns="0">
              <a:spAutoFit/>
            </a:bodyPr>
            <a:lstStyle/>
            <a:p>
              <a:pPr algn="ctr">
                <a:lnSpc>
                  <a:spcPts val="2303"/>
                </a:lnSpc>
              </a:pPr>
              <a:r>
                <a:rPr lang="en-US" sz="2152">
                  <a:solidFill>
                    <a:srgbClr val="A94C1A"/>
                  </a:solidFill>
                  <a:latin typeface="Rosario"/>
                </a:rPr>
                <a:t>Objective: Provide a Graphical Interface for Weather Information</a:t>
              </a:r>
            </a:p>
          </p:txBody>
        </p:sp>
      </p:grpSp>
      <p:sp>
        <p:nvSpPr>
          <p:cNvPr name="Freeform 13" id="13"/>
          <p:cNvSpPr/>
          <p:nvPr/>
        </p:nvSpPr>
        <p:spPr>
          <a:xfrm flipH="false" flipV="false" rot="0">
            <a:off x="-763292" y="8701812"/>
            <a:ext cx="3167128" cy="3170376"/>
          </a:xfrm>
          <a:custGeom>
            <a:avLst/>
            <a:gdLst/>
            <a:ahLst/>
            <a:cxnLst/>
            <a:rect r="r" b="b" t="t" l="l"/>
            <a:pathLst>
              <a:path h="3170376" w="3167128">
                <a:moveTo>
                  <a:pt x="0" y="0"/>
                </a:moveTo>
                <a:lnTo>
                  <a:pt x="3167128" y="0"/>
                </a:lnTo>
                <a:lnTo>
                  <a:pt x="3167128" y="3170376"/>
                </a:lnTo>
                <a:lnTo>
                  <a:pt x="0" y="31703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6782883" y="811646"/>
            <a:ext cx="1972250" cy="1713392"/>
          </a:xfrm>
          <a:custGeom>
            <a:avLst/>
            <a:gdLst/>
            <a:ahLst/>
            <a:cxnLst/>
            <a:rect r="r" b="b" t="t" l="l"/>
            <a:pathLst>
              <a:path h="1713392" w="1972250">
                <a:moveTo>
                  <a:pt x="0" y="0"/>
                </a:moveTo>
                <a:lnTo>
                  <a:pt x="1972251" y="0"/>
                </a:lnTo>
                <a:lnTo>
                  <a:pt x="1972251" y="1713392"/>
                </a:lnTo>
                <a:lnTo>
                  <a:pt x="0" y="17133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56802" y="-634979"/>
            <a:ext cx="2347034" cy="2294423"/>
          </a:xfrm>
          <a:custGeom>
            <a:avLst/>
            <a:gdLst/>
            <a:ahLst/>
            <a:cxnLst/>
            <a:rect r="r" b="b" t="t" l="l"/>
            <a:pathLst>
              <a:path h="2294423" w="2347034">
                <a:moveTo>
                  <a:pt x="0" y="0"/>
                </a:moveTo>
                <a:lnTo>
                  <a:pt x="2347034" y="0"/>
                </a:lnTo>
                <a:lnTo>
                  <a:pt x="2347034" y="2294423"/>
                </a:lnTo>
                <a:lnTo>
                  <a:pt x="0" y="22944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0">
            <a:off x="16077895" y="8701812"/>
            <a:ext cx="3068014" cy="2861761"/>
          </a:xfrm>
          <a:custGeom>
            <a:avLst/>
            <a:gdLst/>
            <a:ahLst/>
            <a:cxnLst/>
            <a:rect r="r" b="b" t="t" l="l"/>
            <a:pathLst>
              <a:path h="2861761" w="3068014">
                <a:moveTo>
                  <a:pt x="0" y="0"/>
                </a:moveTo>
                <a:lnTo>
                  <a:pt x="3068014" y="0"/>
                </a:lnTo>
                <a:lnTo>
                  <a:pt x="3068014" y="2861761"/>
                </a:lnTo>
                <a:lnTo>
                  <a:pt x="0" y="286176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7" id="17"/>
          <p:cNvSpPr txBox="true"/>
          <p:nvPr/>
        </p:nvSpPr>
        <p:spPr>
          <a:xfrm rot="0">
            <a:off x="3038812" y="1152525"/>
            <a:ext cx="12210375" cy="1451887"/>
          </a:xfrm>
          <a:prstGeom prst="rect">
            <a:avLst/>
          </a:prstGeom>
        </p:spPr>
        <p:txBody>
          <a:bodyPr anchor="t" rtlCol="false" tIns="0" lIns="0" bIns="0" rIns="0">
            <a:spAutoFit/>
          </a:bodyPr>
          <a:lstStyle/>
          <a:p>
            <a:pPr algn="ctr">
              <a:lnSpc>
                <a:spcPts val="11097"/>
              </a:lnSpc>
            </a:pPr>
            <a:r>
              <a:rPr lang="en-US" sz="10371">
                <a:solidFill>
                  <a:srgbClr val="A94C1A"/>
                </a:solidFill>
                <a:latin typeface="Sunday"/>
              </a:rPr>
              <a:t>advanced version</a:t>
            </a:r>
          </a:p>
        </p:txBody>
      </p:sp>
      <p:sp>
        <p:nvSpPr>
          <p:cNvPr name="TextBox 18" id="18"/>
          <p:cNvSpPr txBox="true"/>
          <p:nvPr/>
        </p:nvSpPr>
        <p:spPr>
          <a:xfrm rot="0">
            <a:off x="820272" y="6004652"/>
            <a:ext cx="5167868" cy="2532757"/>
          </a:xfrm>
          <a:prstGeom prst="rect">
            <a:avLst/>
          </a:prstGeom>
        </p:spPr>
        <p:txBody>
          <a:bodyPr anchor="t" rtlCol="false" tIns="0" lIns="0" bIns="0" rIns="0">
            <a:spAutoFit/>
          </a:bodyPr>
          <a:lstStyle/>
          <a:p>
            <a:pPr algn="ctr">
              <a:lnSpc>
                <a:spcPts val="3339"/>
              </a:lnSpc>
            </a:pPr>
            <a:r>
              <a:rPr lang="en-US" sz="3120">
                <a:solidFill>
                  <a:srgbClr val="A94C1A"/>
                </a:solidFill>
                <a:latin typeface="Rosario"/>
              </a:rPr>
              <a:t>The advanced version aims to create a user-friendly application with a graphical interface for fetching and displaying weather information.</a:t>
            </a:r>
          </a:p>
        </p:txBody>
      </p:sp>
      <p:sp>
        <p:nvSpPr>
          <p:cNvPr name="TextBox 19" id="19"/>
          <p:cNvSpPr txBox="true"/>
          <p:nvPr/>
        </p:nvSpPr>
        <p:spPr>
          <a:xfrm rot="0">
            <a:off x="6560066" y="6004652"/>
            <a:ext cx="5167868" cy="1692979"/>
          </a:xfrm>
          <a:prstGeom prst="rect">
            <a:avLst/>
          </a:prstGeom>
        </p:spPr>
        <p:txBody>
          <a:bodyPr anchor="t" rtlCol="false" tIns="0" lIns="0" bIns="0" rIns="0">
            <a:spAutoFit/>
          </a:bodyPr>
          <a:lstStyle/>
          <a:p>
            <a:pPr algn="ctr" marL="673735" indent="-336868" lvl="1">
              <a:lnSpc>
                <a:spcPts val="3339"/>
              </a:lnSpc>
              <a:buFont typeface="Arial"/>
              <a:buChar char="•"/>
            </a:pPr>
            <a:r>
              <a:rPr lang="en-US" sz="3120">
                <a:solidFill>
                  <a:srgbClr val="A94C1A"/>
                </a:solidFill>
                <a:latin typeface="Rosario"/>
              </a:rPr>
              <a:t>GUI for user input.</a:t>
            </a:r>
          </a:p>
          <a:p>
            <a:pPr algn="ctr" marL="673735" indent="-336868" lvl="1">
              <a:lnSpc>
                <a:spcPts val="3339"/>
              </a:lnSpc>
              <a:buFont typeface="Arial"/>
              <a:buChar char="•"/>
            </a:pPr>
            <a:r>
              <a:rPr lang="en-US" sz="3120">
                <a:solidFill>
                  <a:srgbClr val="A94C1A"/>
                </a:solidFill>
                <a:latin typeface="Rosario"/>
              </a:rPr>
              <a:t>Detailed weather data display.</a:t>
            </a:r>
          </a:p>
          <a:p>
            <a:pPr algn="ctr" marL="673735" indent="-336868" lvl="1">
              <a:lnSpc>
                <a:spcPts val="3339"/>
              </a:lnSpc>
              <a:buFont typeface="Arial"/>
              <a:buChar char="•"/>
            </a:pPr>
            <a:r>
              <a:rPr lang="en-US" sz="3120">
                <a:solidFill>
                  <a:srgbClr val="A94C1A"/>
                </a:solidFill>
                <a:latin typeface="Rosario"/>
              </a:rPr>
              <a:t>Enhanced error handling.</a:t>
            </a:r>
          </a:p>
        </p:txBody>
      </p:sp>
      <p:sp>
        <p:nvSpPr>
          <p:cNvPr name="TextBox 20" id="20"/>
          <p:cNvSpPr txBox="true"/>
          <p:nvPr/>
        </p:nvSpPr>
        <p:spPr>
          <a:xfrm rot="0">
            <a:off x="12299860" y="6004652"/>
            <a:ext cx="5167868" cy="853200"/>
          </a:xfrm>
          <a:prstGeom prst="rect">
            <a:avLst/>
          </a:prstGeom>
        </p:spPr>
        <p:txBody>
          <a:bodyPr anchor="t" rtlCol="false" tIns="0" lIns="0" bIns="0" rIns="0">
            <a:spAutoFit/>
          </a:bodyPr>
          <a:lstStyle/>
          <a:p>
            <a:pPr algn="ctr" marL="673735" indent="-336868" lvl="1">
              <a:lnSpc>
                <a:spcPts val="3339"/>
              </a:lnSpc>
              <a:buFont typeface="Arial"/>
              <a:buChar char="•"/>
            </a:pPr>
            <a:r>
              <a:rPr lang="en-US" sz="3120">
                <a:solidFill>
                  <a:srgbClr val="A94C1A"/>
                </a:solidFill>
                <a:latin typeface="Rosario"/>
              </a:rPr>
              <a:t>Python</a:t>
            </a:r>
          </a:p>
          <a:p>
            <a:pPr algn="ctr" marL="673735" indent="-336868" lvl="1">
              <a:lnSpc>
                <a:spcPts val="3339"/>
              </a:lnSpc>
              <a:buFont typeface="Arial"/>
              <a:buChar char="•"/>
            </a:pPr>
            <a:r>
              <a:rPr lang="en-US" sz="3120">
                <a:solidFill>
                  <a:srgbClr val="A94C1A"/>
                </a:solidFill>
                <a:latin typeface="Rosario"/>
              </a:rPr>
              <a:t>Libraries: tkinter, requests</a:t>
            </a:r>
          </a:p>
        </p:txBody>
      </p:sp>
      <p:grpSp>
        <p:nvGrpSpPr>
          <p:cNvPr name="Group 21" id="21"/>
          <p:cNvGrpSpPr/>
          <p:nvPr/>
        </p:nvGrpSpPr>
        <p:grpSpPr>
          <a:xfrm rot="0">
            <a:off x="6908456" y="4030160"/>
            <a:ext cx="4471089" cy="1113340"/>
            <a:chOff x="0" y="0"/>
            <a:chExt cx="5961452" cy="1484454"/>
          </a:xfrm>
        </p:grpSpPr>
        <p:grpSp>
          <p:nvGrpSpPr>
            <p:cNvPr name="Group 22" id="22"/>
            <p:cNvGrpSpPr/>
            <p:nvPr/>
          </p:nvGrpSpPr>
          <p:grpSpPr>
            <a:xfrm rot="0">
              <a:off x="135535" y="41444"/>
              <a:ext cx="5825917" cy="1443010"/>
              <a:chOff x="0" y="0"/>
              <a:chExt cx="2475887" cy="613247"/>
            </a:xfrm>
          </p:grpSpPr>
          <p:sp>
            <p:nvSpPr>
              <p:cNvPr name="Freeform 23" id="23"/>
              <p:cNvSpPr/>
              <p:nvPr/>
            </p:nvSpPr>
            <p:spPr>
              <a:xfrm flipH="false" flipV="false" rot="0">
                <a:off x="0" y="0"/>
                <a:ext cx="2475887" cy="613247"/>
              </a:xfrm>
              <a:custGeom>
                <a:avLst/>
                <a:gdLst/>
                <a:ahLst/>
                <a:cxnLst/>
                <a:rect r="r" b="b" t="t" l="l"/>
                <a:pathLst>
                  <a:path h="613247" w="2475887">
                    <a:moveTo>
                      <a:pt x="42001" y="0"/>
                    </a:moveTo>
                    <a:lnTo>
                      <a:pt x="2433886" y="0"/>
                    </a:lnTo>
                    <a:cubicBezTo>
                      <a:pt x="2457082" y="0"/>
                      <a:pt x="2475887" y="18805"/>
                      <a:pt x="2475887" y="42001"/>
                    </a:cubicBezTo>
                    <a:lnTo>
                      <a:pt x="2475887" y="571246"/>
                    </a:lnTo>
                    <a:cubicBezTo>
                      <a:pt x="2475887" y="582386"/>
                      <a:pt x="2471462" y="593069"/>
                      <a:pt x="2463585" y="600946"/>
                    </a:cubicBezTo>
                    <a:cubicBezTo>
                      <a:pt x="2455708" y="608822"/>
                      <a:pt x="2445025" y="613247"/>
                      <a:pt x="2433886" y="613247"/>
                    </a:cubicBezTo>
                    <a:lnTo>
                      <a:pt x="42001" y="613247"/>
                    </a:lnTo>
                    <a:cubicBezTo>
                      <a:pt x="18805" y="613247"/>
                      <a:pt x="0" y="594443"/>
                      <a:pt x="0" y="571246"/>
                    </a:cubicBezTo>
                    <a:lnTo>
                      <a:pt x="0" y="42001"/>
                    </a:lnTo>
                    <a:cubicBezTo>
                      <a:pt x="0" y="30862"/>
                      <a:pt x="4425" y="20179"/>
                      <a:pt x="12302" y="12302"/>
                    </a:cubicBezTo>
                    <a:cubicBezTo>
                      <a:pt x="20179" y="4425"/>
                      <a:pt x="30862" y="0"/>
                      <a:pt x="42001" y="0"/>
                    </a:cubicBezTo>
                    <a:close/>
                  </a:path>
                </a:pathLst>
              </a:custGeom>
              <a:solidFill>
                <a:srgbClr val="A6A6A6">
                  <a:alpha val="27843"/>
                </a:srgbClr>
              </a:solidFill>
              <a:ln cap="rnd">
                <a:noFill/>
                <a:prstDash val="solid"/>
                <a:round/>
              </a:ln>
            </p:spPr>
          </p:sp>
          <p:sp>
            <p:nvSpPr>
              <p:cNvPr name="TextBox 24" id="24"/>
              <p:cNvSpPr txBox="true"/>
              <p:nvPr/>
            </p:nvSpPr>
            <p:spPr>
              <a:xfrm>
                <a:off x="0" y="-38100"/>
                <a:ext cx="2475887" cy="651347"/>
              </a:xfrm>
              <a:prstGeom prst="rect">
                <a:avLst/>
              </a:prstGeom>
            </p:spPr>
            <p:txBody>
              <a:bodyPr anchor="ctr" rtlCol="false" tIns="50800" lIns="50800" bIns="50800" rIns="50800"/>
              <a:lstStyle/>
              <a:p>
                <a:pPr algn="ctr">
                  <a:lnSpc>
                    <a:spcPts val="2660"/>
                  </a:lnSpc>
                </a:pPr>
              </a:p>
            </p:txBody>
          </p:sp>
        </p:grpSp>
        <p:grpSp>
          <p:nvGrpSpPr>
            <p:cNvPr name="Group 25" id="25"/>
            <p:cNvGrpSpPr/>
            <p:nvPr/>
          </p:nvGrpSpPr>
          <p:grpSpPr>
            <a:xfrm rot="0">
              <a:off x="0" y="0"/>
              <a:ext cx="5825917" cy="1443010"/>
              <a:chOff x="0" y="0"/>
              <a:chExt cx="2475887" cy="613247"/>
            </a:xfrm>
          </p:grpSpPr>
          <p:sp>
            <p:nvSpPr>
              <p:cNvPr name="Freeform 26" id="26"/>
              <p:cNvSpPr/>
              <p:nvPr/>
            </p:nvSpPr>
            <p:spPr>
              <a:xfrm flipH="false" flipV="false" rot="0">
                <a:off x="0" y="0"/>
                <a:ext cx="2475887" cy="613247"/>
              </a:xfrm>
              <a:custGeom>
                <a:avLst/>
                <a:gdLst/>
                <a:ahLst/>
                <a:cxnLst/>
                <a:rect r="r" b="b" t="t" l="l"/>
                <a:pathLst>
                  <a:path h="613247" w="2475887">
                    <a:moveTo>
                      <a:pt x="42001" y="0"/>
                    </a:moveTo>
                    <a:lnTo>
                      <a:pt x="2433886" y="0"/>
                    </a:lnTo>
                    <a:cubicBezTo>
                      <a:pt x="2457082" y="0"/>
                      <a:pt x="2475887" y="18805"/>
                      <a:pt x="2475887" y="42001"/>
                    </a:cubicBezTo>
                    <a:lnTo>
                      <a:pt x="2475887" y="571246"/>
                    </a:lnTo>
                    <a:cubicBezTo>
                      <a:pt x="2475887" y="582386"/>
                      <a:pt x="2471462" y="593069"/>
                      <a:pt x="2463585" y="600946"/>
                    </a:cubicBezTo>
                    <a:cubicBezTo>
                      <a:pt x="2455708" y="608822"/>
                      <a:pt x="2445025" y="613247"/>
                      <a:pt x="2433886" y="613247"/>
                    </a:cubicBezTo>
                    <a:lnTo>
                      <a:pt x="42001" y="613247"/>
                    </a:lnTo>
                    <a:cubicBezTo>
                      <a:pt x="18805" y="613247"/>
                      <a:pt x="0" y="594443"/>
                      <a:pt x="0" y="571246"/>
                    </a:cubicBezTo>
                    <a:lnTo>
                      <a:pt x="0" y="42001"/>
                    </a:lnTo>
                    <a:cubicBezTo>
                      <a:pt x="0" y="30862"/>
                      <a:pt x="4425" y="20179"/>
                      <a:pt x="12302" y="12302"/>
                    </a:cubicBezTo>
                    <a:cubicBezTo>
                      <a:pt x="20179" y="4425"/>
                      <a:pt x="30862" y="0"/>
                      <a:pt x="42001" y="0"/>
                    </a:cubicBezTo>
                    <a:close/>
                  </a:path>
                </a:pathLst>
              </a:custGeom>
              <a:solidFill>
                <a:srgbClr val="FFFFFF"/>
              </a:solidFill>
              <a:ln cap="rnd">
                <a:noFill/>
                <a:prstDash val="solid"/>
                <a:round/>
              </a:ln>
            </p:spPr>
          </p:sp>
          <p:sp>
            <p:nvSpPr>
              <p:cNvPr name="TextBox 27" id="27"/>
              <p:cNvSpPr txBox="true"/>
              <p:nvPr/>
            </p:nvSpPr>
            <p:spPr>
              <a:xfrm>
                <a:off x="0" y="-38100"/>
                <a:ext cx="2475887" cy="651347"/>
              </a:xfrm>
              <a:prstGeom prst="rect">
                <a:avLst/>
              </a:prstGeom>
            </p:spPr>
            <p:txBody>
              <a:bodyPr anchor="ctr" rtlCol="false" tIns="50800" lIns="50800" bIns="50800" rIns="50800"/>
              <a:lstStyle/>
              <a:p>
                <a:pPr algn="ctr">
                  <a:lnSpc>
                    <a:spcPts val="2660"/>
                  </a:lnSpc>
                </a:pPr>
              </a:p>
            </p:txBody>
          </p:sp>
        </p:grpSp>
        <p:grpSp>
          <p:nvGrpSpPr>
            <p:cNvPr name="Group 28" id="28"/>
            <p:cNvGrpSpPr/>
            <p:nvPr/>
          </p:nvGrpSpPr>
          <p:grpSpPr>
            <a:xfrm rot="0">
              <a:off x="238195" y="64560"/>
              <a:ext cx="5349528" cy="1313889"/>
              <a:chOff x="0" y="0"/>
              <a:chExt cx="2273432" cy="558374"/>
            </a:xfrm>
          </p:grpSpPr>
          <p:sp>
            <p:nvSpPr>
              <p:cNvPr name="Freeform 29" id="29"/>
              <p:cNvSpPr/>
              <p:nvPr/>
            </p:nvSpPr>
            <p:spPr>
              <a:xfrm flipH="false" flipV="false" rot="0">
                <a:off x="0" y="0"/>
                <a:ext cx="2273432" cy="558374"/>
              </a:xfrm>
              <a:custGeom>
                <a:avLst/>
                <a:gdLst/>
                <a:ahLst/>
                <a:cxnLst/>
                <a:rect r="r" b="b" t="t" l="l"/>
                <a:pathLst>
                  <a:path h="558374" w="2273432">
                    <a:moveTo>
                      <a:pt x="45742" y="0"/>
                    </a:moveTo>
                    <a:lnTo>
                      <a:pt x="2227690" y="0"/>
                    </a:lnTo>
                    <a:cubicBezTo>
                      <a:pt x="2239822" y="0"/>
                      <a:pt x="2251456" y="4819"/>
                      <a:pt x="2260034" y="13397"/>
                    </a:cubicBezTo>
                    <a:cubicBezTo>
                      <a:pt x="2268613" y="21976"/>
                      <a:pt x="2273432" y="33610"/>
                      <a:pt x="2273432" y="45742"/>
                    </a:cubicBezTo>
                    <a:lnTo>
                      <a:pt x="2273432" y="512633"/>
                    </a:lnTo>
                    <a:cubicBezTo>
                      <a:pt x="2273432" y="524764"/>
                      <a:pt x="2268613" y="536399"/>
                      <a:pt x="2260034" y="544977"/>
                    </a:cubicBezTo>
                    <a:cubicBezTo>
                      <a:pt x="2251456" y="553555"/>
                      <a:pt x="2239822" y="558374"/>
                      <a:pt x="2227690" y="558374"/>
                    </a:cubicBezTo>
                    <a:lnTo>
                      <a:pt x="45742" y="558374"/>
                    </a:lnTo>
                    <a:cubicBezTo>
                      <a:pt x="33610" y="558374"/>
                      <a:pt x="21976" y="553555"/>
                      <a:pt x="13397" y="544977"/>
                    </a:cubicBezTo>
                    <a:cubicBezTo>
                      <a:pt x="4819" y="536399"/>
                      <a:pt x="0" y="524764"/>
                      <a:pt x="0" y="512633"/>
                    </a:cubicBezTo>
                    <a:lnTo>
                      <a:pt x="0" y="45742"/>
                    </a:lnTo>
                    <a:cubicBezTo>
                      <a:pt x="0" y="33610"/>
                      <a:pt x="4819" y="21976"/>
                      <a:pt x="13397" y="13397"/>
                    </a:cubicBezTo>
                    <a:cubicBezTo>
                      <a:pt x="21976" y="4819"/>
                      <a:pt x="33610" y="0"/>
                      <a:pt x="45742" y="0"/>
                    </a:cubicBezTo>
                    <a:close/>
                  </a:path>
                </a:pathLst>
              </a:custGeom>
              <a:solidFill>
                <a:srgbClr val="F4DECF"/>
              </a:solidFill>
              <a:ln w="38100" cap="rnd">
                <a:solidFill>
                  <a:srgbClr val="000000"/>
                </a:solidFill>
                <a:prstDash val="solid"/>
                <a:round/>
              </a:ln>
            </p:spPr>
          </p:sp>
          <p:sp>
            <p:nvSpPr>
              <p:cNvPr name="TextBox 30" id="30"/>
              <p:cNvSpPr txBox="true"/>
              <p:nvPr/>
            </p:nvSpPr>
            <p:spPr>
              <a:xfrm>
                <a:off x="0" y="-38100"/>
                <a:ext cx="2273432" cy="596474"/>
              </a:xfrm>
              <a:prstGeom prst="rect">
                <a:avLst/>
              </a:prstGeom>
            </p:spPr>
            <p:txBody>
              <a:bodyPr anchor="ctr" rtlCol="false" tIns="50800" lIns="50800" bIns="50800" rIns="50800"/>
              <a:lstStyle/>
              <a:p>
                <a:pPr algn="ctr">
                  <a:lnSpc>
                    <a:spcPts val="2660"/>
                  </a:lnSpc>
                </a:pPr>
              </a:p>
            </p:txBody>
          </p:sp>
        </p:grpSp>
        <p:sp>
          <p:nvSpPr>
            <p:cNvPr name="TextBox 31" id="31"/>
            <p:cNvSpPr txBox="true"/>
            <p:nvPr/>
          </p:nvSpPr>
          <p:spPr>
            <a:xfrm rot="0">
              <a:off x="500130" y="348860"/>
              <a:ext cx="4961192" cy="618247"/>
            </a:xfrm>
            <a:prstGeom prst="rect">
              <a:avLst/>
            </a:prstGeom>
          </p:spPr>
          <p:txBody>
            <a:bodyPr anchor="t" rtlCol="false" tIns="0" lIns="0" bIns="0" rIns="0">
              <a:spAutoFit/>
            </a:bodyPr>
            <a:lstStyle/>
            <a:p>
              <a:pPr algn="ctr">
                <a:lnSpc>
                  <a:spcPts val="3506"/>
                </a:lnSpc>
              </a:pPr>
              <a:r>
                <a:rPr lang="en-US" sz="3277">
                  <a:solidFill>
                    <a:srgbClr val="A94C1A"/>
                  </a:solidFill>
                  <a:latin typeface="Rosario"/>
                </a:rPr>
                <a:t>Features</a:t>
              </a:r>
            </a:p>
          </p:txBody>
        </p:sp>
      </p:grpSp>
      <p:grpSp>
        <p:nvGrpSpPr>
          <p:cNvPr name="Group 32" id="32"/>
          <p:cNvGrpSpPr/>
          <p:nvPr/>
        </p:nvGrpSpPr>
        <p:grpSpPr>
          <a:xfrm rot="0">
            <a:off x="12648249" y="4109246"/>
            <a:ext cx="4471089" cy="1113340"/>
            <a:chOff x="0" y="0"/>
            <a:chExt cx="5961452" cy="1484454"/>
          </a:xfrm>
        </p:grpSpPr>
        <p:grpSp>
          <p:nvGrpSpPr>
            <p:cNvPr name="Group 33" id="33"/>
            <p:cNvGrpSpPr/>
            <p:nvPr/>
          </p:nvGrpSpPr>
          <p:grpSpPr>
            <a:xfrm rot="0">
              <a:off x="135535" y="41444"/>
              <a:ext cx="5825917" cy="1443010"/>
              <a:chOff x="0" y="0"/>
              <a:chExt cx="2475887" cy="613247"/>
            </a:xfrm>
          </p:grpSpPr>
          <p:sp>
            <p:nvSpPr>
              <p:cNvPr name="Freeform 34" id="34"/>
              <p:cNvSpPr/>
              <p:nvPr/>
            </p:nvSpPr>
            <p:spPr>
              <a:xfrm flipH="false" flipV="false" rot="0">
                <a:off x="0" y="0"/>
                <a:ext cx="2475887" cy="613247"/>
              </a:xfrm>
              <a:custGeom>
                <a:avLst/>
                <a:gdLst/>
                <a:ahLst/>
                <a:cxnLst/>
                <a:rect r="r" b="b" t="t" l="l"/>
                <a:pathLst>
                  <a:path h="613247" w="2475887">
                    <a:moveTo>
                      <a:pt x="42001" y="0"/>
                    </a:moveTo>
                    <a:lnTo>
                      <a:pt x="2433886" y="0"/>
                    </a:lnTo>
                    <a:cubicBezTo>
                      <a:pt x="2457082" y="0"/>
                      <a:pt x="2475887" y="18805"/>
                      <a:pt x="2475887" y="42001"/>
                    </a:cubicBezTo>
                    <a:lnTo>
                      <a:pt x="2475887" y="571246"/>
                    </a:lnTo>
                    <a:cubicBezTo>
                      <a:pt x="2475887" y="582386"/>
                      <a:pt x="2471462" y="593069"/>
                      <a:pt x="2463585" y="600946"/>
                    </a:cubicBezTo>
                    <a:cubicBezTo>
                      <a:pt x="2455708" y="608822"/>
                      <a:pt x="2445025" y="613247"/>
                      <a:pt x="2433886" y="613247"/>
                    </a:cubicBezTo>
                    <a:lnTo>
                      <a:pt x="42001" y="613247"/>
                    </a:lnTo>
                    <a:cubicBezTo>
                      <a:pt x="18805" y="613247"/>
                      <a:pt x="0" y="594443"/>
                      <a:pt x="0" y="571246"/>
                    </a:cubicBezTo>
                    <a:lnTo>
                      <a:pt x="0" y="42001"/>
                    </a:lnTo>
                    <a:cubicBezTo>
                      <a:pt x="0" y="30862"/>
                      <a:pt x="4425" y="20179"/>
                      <a:pt x="12302" y="12302"/>
                    </a:cubicBezTo>
                    <a:cubicBezTo>
                      <a:pt x="20179" y="4425"/>
                      <a:pt x="30862" y="0"/>
                      <a:pt x="42001" y="0"/>
                    </a:cubicBezTo>
                    <a:close/>
                  </a:path>
                </a:pathLst>
              </a:custGeom>
              <a:solidFill>
                <a:srgbClr val="A6A6A6">
                  <a:alpha val="27843"/>
                </a:srgbClr>
              </a:solidFill>
              <a:ln cap="rnd">
                <a:noFill/>
                <a:prstDash val="solid"/>
                <a:round/>
              </a:ln>
            </p:spPr>
          </p:sp>
          <p:sp>
            <p:nvSpPr>
              <p:cNvPr name="TextBox 35" id="35"/>
              <p:cNvSpPr txBox="true"/>
              <p:nvPr/>
            </p:nvSpPr>
            <p:spPr>
              <a:xfrm>
                <a:off x="0" y="-38100"/>
                <a:ext cx="2475887" cy="651347"/>
              </a:xfrm>
              <a:prstGeom prst="rect">
                <a:avLst/>
              </a:prstGeom>
            </p:spPr>
            <p:txBody>
              <a:bodyPr anchor="ctr" rtlCol="false" tIns="50800" lIns="50800" bIns="50800" rIns="50800"/>
              <a:lstStyle/>
              <a:p>
                <a:pPr algn="ctr">
                  <a:lnSpc>
                    <a:spcPts val="2660"/>
                  </a:lnSpc>
                </a:pPr>
              </a:p>
            </p:txBody>
          </p:sp>
        </p:grpSp>
        <p:grpSp>
          <p:nvGrpSpPr>
            <p:cNvPr name="Group 36" id="36"/>
            <p:cNvGrpSpPr/>
            <p:nvPr/>
          </p:nvGrpSpPr>
          <p:grpSpPr>
            <a:xfrm rot="0">
              <a:off x="0" y="0"/>
              <a:ext cx="5825917" cy="1443010"/>
              <a:chOff x="0" y="0"/>
              <a:chExt cx="2475887" cy="613247"/>
            </a:xfrm>
          </p:grpSpPr>
          <p:sp>
            <p:nvSpPr>
              <p:cNvPr name="Freeform 37" id="37"/>
              <p:cNvSpPr/>
              <p:nvPr/>
            </p:nvSpPr>
            <p:spPr>
              <a:xfrm flipH="false" flipV="false" rot="0">
                <a:off x="0" y="0"/>
                <a:ext cx="2475887" cy="613247"/>
              </a:xfrm>
              <a:custGeom>
                <a:avLst/>
                <a:gdLst/>
                <a:ahLst/>
                <a:cxnLst/>
                <a:rect r="r" b="b" t="t" l="l"/>
                <a:pathLst>
                  <a:path h="613247" w="2475887">
                    <a:moveTo>
                      <a:pt x="42001" y="0"/>
                    </a:moveTo>
                    <a:lnTo>
                      <a:pt x="2433886" y="0"/>
                    </a:lnTo>
                    <a:cubicBezTo>
                      <a:pt x="2457082" y="0"/>
                      <a:pt x="2475887" y="18805"/>
                      <a:pt x="2475887" y="42001"/>
                    </a:cubicBezTo>
                    <a:lnTo>
                      <a:pt x="2475887" y="571246"/>
                    </a:lnTo>
                    <a:cubicBezTo>
                      <a:pt x="2475887" y="582386"/>
                      <a:pt x="2471462" y="593069"/>
                      <a:pt x="2463585" y="600946"/>
                    </a:cubicBezTo>
                    <a:cubicBezTo>
                      <a:pt x="2455708" y="608822"/>
                      <a:pt x="2445025" y="613247"/>
                      <a:pt x="2433886" y="613247"/>
                    </a:cubicBezTo>
                    <a:lnTo>
                      <a:pt x="42001" y="613247"/>
                    </a:lnTo>
                    <a:cubicBezTo>
                      <a:pt x="18805" y="613247"/>
                      <a:pt x="0" y="594443"/>
                      <a:pt x="0" y="571246"/>
                    </a:cubicBezTo>
                    <a:lnTo>
                      <a:pt x="0" y="42001"/>
                    </a:lnTo>
                    <a:cubicBezTo>
                      <a:pt x="0" y="30862"/>
                      <a:pt x="4425" y="20179"/>
                      <a:pt x="12302" y="12302"/>
                    </a:cubicBezTo>
                    <a:cubicBezTo>
                      <a:pt x="20179" y="4425"/>
                      <a:pt x="30862" y="0"/>
                      <a:pt x="42001" y="0"/>
                    </a:cubicBezTo>
                    <a:close/>
                  </a:path>
                </a:pathLst>
              </a:custGeom>
              <a:solidFill>
                <a:srgbClr val="FFFFFF"/>
              </a:solidFill>
              <a:ln cap="rnd">
                <a:noFill/>
                <a:prstDash val="solid"/>
                <a:round/>
              </a:ln>
            </p:spPr>
          </p:sp>
          <p:sp>
            <p:nvSpPr>
              <p:cNvPr name="TextBox 38" id="38"/>
              <p:cNvSpPr txBox="true"/>
              <p:nvPr/>
            </p:nvSpPr>
            <p:spPr>
              <a:xfrm>
                <a:off x="0" y="-38100"/>
                <a:ext cx="2475887" cy="651347"/>
              </a:xfrm>
              <a:prstGeom prst="rect">
                <a:avLst/>
              </a:prstGeom>
            </p:spPr>
            <p:txBody>
              <a:bodyPr anchor="ctr" rtlCol="false" tIns="50800" lIns="50800" bIns="50800" rIns="50800"/>
              <a:lstStyle/>
              <a:p>
                <a:pPr algn="ctr">
                  <a:lnSpc>
                    <a:spcPts val="2660"/>
                  </a:lnSpc>
                </a:pPr>
              </a:p>
            </p:txBody>
          </p:sp>
        </p:grpSp>
        <p:grpSp>
          <p:nvGrpSpPr>
            <p:cNvPr name="Group 39" id="39"/>
            <p:cNvGrpSpPr/>
            <p:nvPr/>
          </p:nvGrpSpPr>
          <p:grpSpPr>
            <a:xfrm rot="0">
              <a:off x="238195" y="64560"/>
              <a:ext cx="5349528" cy="1313889"/>
              <a:chOff x="0" y="0"/>
              <a:chExt cx="2273432" cy="558374"/>
            </a:xfrm>
          </p:grpSpPr>
          <p:sp>
            <p:nvSpPr>
              <p:cNvPr name="Freeform 40" id="40"/>
              <p:cNvSpPr/>
              <p:nvPr/>
            </p:nvSpPr>
            <p:spPr>
              <a:xfrm flipH="false" flipV="false" rot="0">
                <a:off x="0" y="0"/>
                <a:ext cx="2273432" cy="558374"/>
              </a:xfrm>
              <a:custGeom>
                <a:avLst/>
                <a:gdLst/>
                <a:ahLst/>
                <a:cxnLst/>
                <a:rect r="r" b="b" t="t" l="l"/>
                <a:pathLst>
                  <a:path h="558374" w="2273432">
                    <a:moveTo>
                      <a:pt x="45742" y="0"/>
                    </a:moveTo>
                    <a:lnTo>
                      <a:pt x="2227690" y="0"/>
                    </a:lnTo>
                    <a:cubicBezTo>
                      <a:pt x="2239822" y="0"/>
                      <a:pt x="2251456" y="4819"/>
                      <a:pt x="2260034" y="13397"/>
                    </a:cubicBezTo>
                    <a:cubicBezTo>
                      <a:pt x="2268613" y="21976"/>
                      <a:pt x="2273432" y="33610"/>
                      <a:pt x="2273432" y="45742"/>
                    </a:cubicBezTo>
                    <a:lnTo>
                      <a:pt x="2273432" y="512633"/>
                    </a:lnTo>
                    <a:cubicBezTo>
                      <a:pt x="2273432" y="524764"/>
                      <a:pt x="2268613" y="536399"/>
                      <a:pt x="2260034" y="544977"/>
                    </a:cubicBezTo>
                    <a:cubicBezTo>
                      <a:pt x="2251456" y="553555"/>
                      <a:pt x="2239822" y="558374"/>
                      <a:pt x="2227690" y="558374"/>
                    </a:cubicBezTo>
                    <a:lnTo>
                      <a:pt x="45742" y="558374"/>
                    </a:lnTo>
                    <a:cubicBezTo>
                      <a:pt x="33610" y="558374"/>
                      <a:pt x="21976" y="553555"/>
                      <a:pt x="13397" y="544977"/>
                    </a:cubicBezTo>
                    <a:cubicBezTo>
                      <a:pt x="4819" y="536399"/>
                      <a:pt x="0" y="524764"/>
                      <a:pt x="0" y="512633"/>
                    </a:cubicBezTo>
                    <a:lnTo>
                      <a:pt x="0" y="45742"/>
                    </a:lnTo>
                    <a:cubicBezTo>
                      <a:pt x="0" y="33610"/>
                      <a:pt x="4819" y="21976"/>
                      <a:pt x="13397" y="13397"/>
                    </a:cubicBezTo>
                    <a:cubicBezTo>
                      <a:pt x="21976" y="4819"/>
                      <a:pt x="33610" y="0"/>
                      <a:pt x="45742" y="0"/>
                    </a:cubicBezTo>
                    <a:close/>
                  </a:path>
                </a:pathLst>
              </a:custGeom>
              <a:solidFill>
                <a:srgbClr val="F4DECF"/>
              </a:solidFill>
              <a:ln w="38100" cap="rnd">
                <a:solidFill>
                  <a:srgbClr val="000000"/>
                </a:solidFill>
                <a:prstDash val="solid"/>
                <a:round/>
              </a:ln>
            </p:spPr>
          </p:sp>
          <p:sp>
            <p:nvSpPr>
              <p:cNvPr name="TextBox 41" id="41"/>
              <p:cNvSpPr txBox="true"/>
              <p:nvPr/>
            </p:nvSpPr>
            <p:spPr>
              <a:xfrm>
                <a:off x="0" y="-38100"/>
                <a:ext cx="2273432" cy="596474"/>
              </a:xfrm>
              <a:prstGeom prst="rect">
                <a:avLst/>
              </a:prstGeom>
            </p:spPr>
            <p:txBody>
              <a:bodyPr anchor="ctr" rtlCol="false" tIns="50800" lIns="50800" bIns="50800" rIns="50800"/>
              <a:lstStyle/>
              <a:p>
                <a:pPr algn="ctr">
                  <a:lnSpc>
                    <a:spcPts val="2660"/>
                  </a:lnSpc>
                </a:pPr>
              </a:p>
            </p:txBody>
          </p:sp>
        </p:grpSp>
        <p:sp>
          <p:nvSpPr>
            <p:cNvPr name="TextBox 42" id="42"/>
            <p:cNvSpPr txBox="true"/>
            <p:nvPr/>
          </p:nvSpPr>
          <p:spPr>
            <a:xfrm rot="0">
              <a:off x="500130" y="348860"/>
              <a:ext cx="4961192" cy="618247"/>
            </a:xfrm>
            <a:prstGeom prst="rect">
              <a:avLst/>
            </a:prstGeom>
          </p:spPr>
          <p:txBody>
            <a:bodyPr anchor="t" rtlCol="false" tIns="0" lIns="0" bIns="0" rIns="0">
              <a:spAutoFit/>
            </a:bodyPr>
            <a:lstStyle/>
            <a:p>
              <a:pPr algn="ctr">
                <a:lnSpc>
                  <a:spcPts val="3506"/>
                </a:lnSpc>
              </a:pPr>
              <a:r>
                <a:rPr lang="en-US" sz="3277">
                  <a:solidFill>
                    <a:srgbClr val="A94C1A"/>
                  </a:solidFill>
                  <a:latin typeface="Rosario"/>
                </a:rPr>
                <a:t>Technologies Used</a:t>
              </a:r>
            </a:p>
          </p:txBody>
        </p:sp>
      </p:gr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bg>
      <p:bgPr>
        <a:solidFill>
          <a:srgbClr val="FFF3EA"/>
        </a:solidFill>
      </p:bgPr>
    </p:bg>
    <p:spTree>
      <p:nvGrpSpPr>
        <p:cNvPr id="1" name=""/>
        <p:cNvGrpSpPr/>
        <p:nvPr/>
      </p:nvGrpSpPr>
      <p:grpSpPr>
        <a:xfrm>
          <a:off x="0" y="0"/>
          <a:ext cx="0" cy="0"/>
          <a:chOff x="0" y="0"/>
          <a:chExt cx="0" cy="0"/>
        </a:xfrm>
      </p:grpSpPr>
      <p:sp>
        <p:nvSpPr>
          <p:cNvPr name="TextBox 2" id="2"/>
          <p:cNvSpPr txBox="true"/>
          <p:nvPr/>
        </p:nvSpPr>
        <p:spPr>
          <a:xfrm rot="0">
            <a:off x="1645492" y="3325850"/>
            <a:ext cx="8461656" cy="6283956"/>
          </a:xfrm>
          <a:prstGeom prst="rect">
            <a:avLst/>
          </a:prstGeom>
        </p:spPr>
        <p:txBody>
          <a:bodyPr anchor="t" rtlCol="false" tIns="0" lIns="0" bIns="0" rIns="0">
            <a:spAutoFit/>
          </a:bodyPr>
          <a:lstStyle/>
          <a:p>
            <a:pPr algn="l" marL="714081" indent="-357041" lvl="1">
              <a:lnSpc>
                <a:spcPts val="3538"/>
              </a:lnSpc>
              <a:buFont typeface="Arial"/>
              <a:buChar char="•"/>
            </a:pPr>
            <a:r>
              <a:rPr lang="en-US" sz="3307">
                <a:solidFill>
                  <a:srgbClr val="A94C1A"/>
                </a:solidFill>
                <a:latin typeface="Rosario"/>
              </a:rPr>
              <a:t>GUI Design with tkinter: The application uses tkinter to create a graphical interface for user interaction.</a:t>
            </a:r>
          </a:p>
          <a:p>
            <a:pPr algn="l">
              <a:lnSpc>
                <a:spcPts val="3538"/>
              </a:lnSpc>
            </a:pPr>
          </a:p>
          <a:p>
            <a:pPr algn="l" marL="714081" indent="-357041" lvl="1">
              <a:lnSpc>
                <a:spcPts val="3538"/>
              </a:lnSpc>
              <a:buFont typeface="Arial"/>
              <a:buChar char="•"/>
            </a:pPr>
            <a:r>
              <a:rPr lang="en-US" sz="3307">
                <a:solidFill>
                  <a:srgbClr val="A94C1A"/>
                </a:solidFill>
                <a:latin typeface="Rosario"/>
              </a:rPr>
              <a:t>API Integration with OpenWeatherMap: Similar to the easy version, the application uses the requests library to fetch weather data from the OpenWeatherMap API.</a:t>
            </a:r>
          </a:p>
          <a:p>
            <a:pPr algn="l">
              <a:lnSpc>
                <a:spcPts val="3538"/>
              </a:lnSpc>
            </a:pPr>
          </a:p>
          <a:p>
            <a:pPr algn="l" marL="714081" indent="-357041" lvl="1">
              <a:lnSpc>
                <a:spcPts val="3538"/>
              </a:lnSpc>
              <a:buFont typeface="Arial"/>
              <a:buChar char="•"/>
            </a:pPr>
            <a:r>
              <a:rPr lang="en-US" sz="3307">
                <a:solidFill>
                  <a:srgbClr val="A94C1A"/>
                </a:solidFill>
                <a:latin typeface="Rosario"/>
              </a:rPr>
              <a:t>Data Display and Error Handling: The weather data is displayed in the GUI, with improved error handling for invalid input or API request failures.</a:t>
            </a:r>
          </a:p>
          <a:p>
            <a:pPr algn="l">
              <a:lnSpc>
                <a:spcPts val="3538"/>
              </a:lnSpc>
            </a:pPr>
          </a:p>
        </p:txBody>
      </p:sp>
      <p:pic>
        <p:nvPicPr>
          <p:cNvPr name="Picture 3" id="3"/>
          <p:cNvPicPr>
            <a:picLocks noChangeAspect="true"/>
          </p:cNvPicPr>
          <p:nvPr/>
        </p:nvPicPr>
        <p:blipFill>
          <a:blip r:embed="rId2"/>
          <a:stretch>
            <a:fillRect/>
          </a:stretch>
        </p:blipFill>
        <p:spPr>
          <a:xfrm rot="0">
            <a:off x="10469597" y="2670504"/>
            <a:ext cx="7406948" cy="6313643"/>
          </a:xfrm>
          <a:prstGeom prst="rect">
            <a:avLst/>
          </a:prstGeom>
        </p:spPr>
      </p:pic>
      <p:sp>
        <p:nvSpPr>
          <p:cNvPr name="Freeform 4" id="4"/>
          <p:cNvSpPr/>
          <p:nvPr/>
        </p:nvSpPr>
        <p:spPr>
          <a:xfrm flipH="false" flipV="false" rot="10317586">
            <a:off x="-1027001" y="8562048"/>
            <a:ext cx="3001583" cy="3004662"/>
          </a:xfrm>
          <a:custGeom>
            <a:avLst/>
            <a:gdLst/>
            <a:ahLst/>
            <a:cxnLst/>
            <a:rect r="r" b="b" t="t" l="l"/>
            <a:pathLst>
              <a:path h="3004662" w="3001583">
                <a:moveTo>
                  <a:pt x="0" y="0"/>
                </a:moveTo>
                <a:lnTo>
                  <a:pt x="3001583" y="0"/>
                </a:lnTo>
                <a:lnTo>
                  <a:pt x="3001583" y="3004661"/>
                </a:lnTo>
                <a:lnTo>
                  <a:pt x="0" y="30046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536857" y="-375534"/>
            <a:ext cx="2348738" cy="2296089"/>
          </a:xfrm>
          <a:custGeom>
            <a:avLst/>
            <a:gdLst/>
            <a:ahLst/>
            <a:cxnLst/>
            <a:rect r="r" b="b" t="t" l="l"/>
            <a:pathLst>
              <a:path h="2296089" w="2348738">
                <a:moveTo>
                  <a:pt x="0" y="0"/>
                </a:moveTo>
                <a:lnTo>
                  <a:pt x="2348738" y="0"/>
                </a:lnTo>
                <a:lnTo>
                  <a:pt x="2348738" y="2296088"/>
                </a:lnTo>
                <a:lnTo>
                  <a:pt x="0" y="229608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4795431" y="8976502"/>
            <a:ext cx="3482853" cy="1570450"/>
          </a:xfrm>
          <a:custGeom>
            <a:avLst/>
            <a:gdLst/>
            <a:ahLst/>
            <a:cxnLst/>
            <a:rect r="r" b="b" t="t" l="l"/>
            <a:pathLst>
              <a:path h="1570450" w="3482853">
                <a:moveTo>
                  <a:pt x="0" y="0"/>
                </a:moveTo>
                <a:lnTo>
                  <a:pt x="3482852" y="0"/>
                </a:lnTo>
                <a:lnTo>
                  <a:pt x="3482852" y="1570450"/>
                </a:lnTo>
                <a:lnTo>
                  <a:pt x="0" y="157045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1645492" y="1631910"/>
            <a:ext cx="8461656" cy="1111226"/>
          </a:xfrm>
          <a:prstGeom prst="rect">
            <a:avLst/>
          </a:prstGeom>
        </p:spPr>
        <p:txBody>
          <a:bodyPr anchor="t" rtlCol="false" tIns="0" lIns="0" bIns="0" rIns="0">
            <a:spAutoFit/>
          </a:bodyPr>
          <a:lstStyle/>
          <a:p>
            <a:pPr algn="l">
              <a:lnSpc>
                <a:spcPts val="8579"/>
              </a:lnSpc>
            </a:pPr>
            <a:r>
              <a:rPr lang="en-US" sz="8018">
                <a:solidFill>
                  <a:srgbClr val="A94C1A"/>
                </a:solidFill>
                <a:latin typeface="Sunday"/>
              </a:rPr>
              <a:t>implementation</a:t>
            </a:r>
          </a:p>
        </p:txBody>
      </p:sp>
      <p:sp>
        <p:nvSpPr>
          <p:cNvPr name="Freeform 8" id="8"/>
          <p:cNvSpPr/>
          <p:nvPr/>
        </p:nvSpPr>
        <p:spPr>
          <a:xfrm flipH="true" flipV="true" rot="0">
            <a:off x="-95934" y="-375534"/>
            <a:ext cx="3482853" cy="1570450"/>
          </a:xfrm>
          <a:custGeom>
            <a:avLst/>
            <a:gdLst/>
            <a:ahLst/>
            <a:cxnLst/>
            <a:rect r="r" b="b" t="t" l="l"/>
            <a:pathLst>
              <a:path h="1570450" w="3482853">
                <a:moveTo>
                  <a:pt x="3482852" y="1570450"/>
                </a:moveTo>
                <a:lnTo>
                  <a:pt x="0" y="1570450"/>
                </a:lnTo>
                <a:lnTo>
                  <a:pt x="0" y="0"/>
                </a:lnTo>
                <a:lnTo>
                  <a:pt x="3482852" y="0"/>
                </a:lnTo>
                <a:lnTo>
                  <a:pt x="3482852" y="157045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bg>
      <p:bgPr>
        <a:solidFill>
          <a:srgbClr val="FFF3EA"/>
        </a:solidFill>
      </p:bgPr>
    </p:bg>
    <p:spTree>
      <p:nvGrpSpPr>
        <p:cNvPr id="1" name=""/>
        <p:cNvGrpSpPr/>
        <p:nvPr/>
      </p:nvGrpSpPr>
      <p:grpSpPr>
        <a:xfrm>
          <a:off x="0" y="0"/>
          <a:ext cx="0" cy="0"/>
          <a:chOff x="0" y="0"/>
          <a:chExt cx="0" cy="0"/>
        </a:xfrm>
      </p:grpSpPr>
      <p:grpSp>
        <p:nvGrpSpPr>
          <p:cNvPr name="Group 2" id="2"/>
          <p:cNvGrpSpPr/>
          <p:nvPr/>
        </p:nvGrpSpPr>
        <p:grpSpPr>
          <a:xfrm rot="0">
            <a:off x="2283905" y="1861396"/>
            <a:ext cx="5947346" cy="6846667"/>
            <a:chOff x="0" y="0"/>
            <a:chExt cx="7929794" cy="9128889"/>
          </a:xfrm>
        </p:grpSpPr>
        <p:grpSp>
          <p:nvGrpSpPr>
            <p:cNvPr name="Group 3" id="3"/>
            <p:cNvGrpSpPr/>
            <p:nvPr/>
          </p:nvGrpSpPr>
          <p:grpSpPr>
            <a:xfrm rot="0">
              <a:off x="0" y="0"/>
              <a:ext cx="7929794" cy="1819048"/>
              <a:chOff x="0" y="0"/>
              <a:chExt cx="2400098" cy="550568"/>
            </a:xfrm>
          </p:grpSpPr>
          <p:sp>
            <p:nvSpPr>
              <p:cNvPr name="Freeform 4" id="4"/>
              <p:cNvSpPr/>
              <p:nvPr/>
            </p:nvSpPr>
            <p:spPr>
              <a:xfrm flipH="false" flipV="false" rot="0">
                <a:off x="0" y="0"/>
                <a:ext cx="2400098" cy="550568"/>
              </a:xfrm>
              <a:custGeom>
                <a:avLst/>
                <a:gdLst/>
                <a:ahLst/>
                <a:cxnLst/>
                <a:rect r="r" b="b" t="t" l="l"/>
                <a:pathLst>
                  <a:path h="550568" w="2400098">
                    <a:moveTo>
                      <a:pt x="66389" y="0"/>
                    </a:moveTo>
                    <a:lnTo>
                      <a:pt x="2333709" y="0"/>
                    </a:lnTo>
                    <a:cubicBezTo>
                      <a:pt x="2370375" y="0"/>
                      <a:pt x="2400098" y="29723"/>
                      <a:pt x="2400098" y="66389"/>
                    </a:cubicBezTo>
                    <a:lnTo>
                      <a:pt x="2400098" y="484179"/>
                    </a:lnTo>
                    <a:cubicBezTo>
                      <a:pt x="2400098" y="520845"/>
                      <a:pt x="2370375" y="550568"/>
                      <a:pt x="2333709" y="550568"/>
                    </a:cubicBezTo>
                    <a:lnTo>
                      <a:pt x="66389" y="550568"/>
                    </a:lnTo>
                    <a:cubicBezTo>
                      <a:pt x="48781" y="550568"/>
                      <a:pt x="31895" y="543574"/>
                      <a:pt x="19445" y="531123"/>
                    </a:cubicBezTo>
                    <a:cubicBezTo>
                      <a:pt x="6995" y="518673"/>
                      <a:pt x="0" y="501787"/>
                      <a:pt x="0" y="484179"/>
                    </a:cubicBezTo>
                    <a:lnTo>
                      <a:pt x="0" y="66389"/>
                    </a:lnTo>
                    <a:cubicBezTo>
                      <a:pt x="0" y="29723"/>
                      <a:pt x="29723" y="0"/>
                      <a:pt x="66389" y="0"/>
                    </a:cubicBezTo>
                    <a:close/>
                  </a:path>
                </a:pathLst>
              </a:custGeom>
              <a:solidFill>
                <a:srgbClr val="F4DECF"/>
              </a:solidFill>
              <a:ln w="38100" cap="rnd">
                <a:solidFill>
                  <a:srgbClr val="000000"/>
                </a:solidFill>
                <a:prstDash val="solid"/>
                <a:round/>
              </a:ln>
            </p:spPr>
          </p:sp>
          <p:sp>
            <p:nvSpPr>
              <p:cNvPr name="TextBox 5" id="5"/>
              <p:cNvSpPr txBox="true"/>
              <p:nvPr/>
            </p:nvSpPr>
            <p:spPr>
              <a:xfrm>
                <a:off x="0" y="-38100"/>
                <a:ext cx="2400098" cy="588668"/>
              </a:xfrm>
              <a:prstGeom prst="rect">
                <a:avLst/>
              </a:prstGeom>
            </p:spPr>
            <p:txBody>
              <a:bodyPr anchor="ctr" rtlCol="false" tIns="33154" lIns="33154" bIns="33154" rIns="33154"/>
              <a:lstStyle/>
              <a:p>
                <a:pPr algn="ctr">
                  <a:lnSpc>
                    <a:spcPts val="2660"/>
                  </a:lnSpc>
                </a:pPr>
              </a:p>
            </p:txBody>
          </p:sp>
        </p:grpSp>
        <p:sp>
          <p:nvSpPr>
            <p:cNvPr name="TextBox 6" id="6"/>
            <p:cNvSpPr txBox="true"/>
            <p:nvPr/>
          </p:nvSpPr>
          <p:spPr>
            <a:xfrm rot="0">
              <a:off x="386335" y="660061"/>
              <a:ext cx="7080400" cy="563000"/>
            </a:xfrm>
            <a:prstGeom prst="rect">
              <a:avLst/>
            </a:prstGeom>
          </p:spPr>
          <p:txBody>
            <a:bodyPr anchor="t" rtlCol="false" tIns="0" lIns="0" bIns="0" rIns="0">
              <a:spAutoFit/>
            </a:bodyPr>
            <a:lstStyle/>
            <a:p>
              <a:pPr algn="ctr">
                <a:lnSpc>
                  <a:spcPts val="3186"/>
                </a:lnSpc>
              </a:pPr>
              <a:r>
                <a:rPr lang="en-US" sz="2977">
                  <a:solidFill>
                    <a:srgbClr val="A94C1A"/>
                  </a:solidFill>
                  <a:latin typeface="Sunday"/>
                </a:rPr>
                <a:t>summary of both versions</a:t>
              </a:r>
            </a:p>
          </p:txBody>
        </p:sp>
        <p:sp>
          <p:nvSpPr>
            <p:cNvPr name="TextBox 7" id="7"/>
            <p:cNvSpPr txBox="true"/>
            <p:nvPr/>
          </p:nvSpPr>
          <p:spPr>
            <a:xfrm rot="0">
              <a:off x="0" y="2951495"/>
              <a:ext cx="7929794" cy="6177394"/>
            </a:xfrm>
            <a:prstGeom prst="rect">
              <a:avLst/>
            </a:prstGeom>
          </p:spPr>
          <p:txBody>
            <a:bodyPr anchor="t" rtlCol="false" tIns="0" lIns="0" bIns="0" rIns="0">
              <a:spAutoFit/>
            </a:bodyPr>
            <a:lstStyle/>
            <a:p>
              <a:pPr algn="l">
                <a:lnSpc>
                  <a:spcPts val="3339"/>
                </a:lnSpc>
              </a:pPr>
              <a:r>
                <a:rPr lang="en-US" sz="3120">
                  <a:solidFill>
                    <a:srgbClr val="A94C1A"/>
                  </a:solidFill>
                  <a:latin typeface="Rosario"/>
                </a:rPr>
                <a:t>The easy version of the Weather App is a simple console-based application that retrieves and displays weather data based on user input. The advanced version enhances the user experience by providing a graphical interface, making it easier and more intuitive for users to interact with the application and view weather information.</a:t>
              </a:r>
            </a:p>
          </p:txBody>
        </p:sp>
      </p:grpSp>
      <p:sp>
        <p:nvSpPr>
          <p:cNvPr name="Freeform 8" id="8"/>
          <p:cNvSpPr/>
          <p:nvPr/>
        </p:nvSpPr>
        <p:spPr>
          <a:xfrm flipH="false" flipV="true" rot="0">
            <a:off x="15116640" y="-356481"/>
            <a:ext cx="3758956" cy="1694948"/>
          </a:xfrm>
          <a:custGeom>
            <a:avLst/>
            <a:gdLst/>
            <a:ahLst/>
            <a:cxnLst/>
            <a:rect r="r" b="b" t="t" l="l"/>
            <a:pathLst>
              <a:path h="1694948" w="3758956">
                <a:moveTo>
                  <a:pt x="0" y="1694948"/>
                </a:moveTo>
                <a:lnTo>
                  <a:pt x="3758957" y="1694948"/>
                </a:lnTo>
                <a:lnTo>
                  <a:pt x="3758957" y="0"/>
                </a:lnTo>
                <a:lnTo>
                  <a:pt x="0" y="0"/>
                </a:lnTo>
                <a:lnTo>
                  <a:pt x="0" y="1694948"/>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true" flipV="false" rot="0">
            <a:off x="-472370" y="8955980"/>
            <a:ext cx="3558831" cy="1604709"/>
          </a:xfrm>
          <a:custGeom>
            <a:avLst/>
            <a:gdLst/>
            <a:ahLst/>
            <a:cxnLst/>
            <a:rect r="r" b="b" t="t" l="l"/>
            <a:pathLst>
              <a:path h="1604709" w="3558831">
                <a:moveTo>
                  <a:pt x="3558831" y="0"/>
                </a:moveTo>
                <a:lnTo>
                  <a:pt x="0" y="0"/>
                </a:lnTo>
                <a:lnTo>
                  <a:pt x="0" y="1604709"/>
                </a:lnTo>
                <a:lnTo>
                  <a:pt x="3558831" y="1604709"/>
                </a:lnTo>
                <a:lnTo>
                  <a:pt x="355883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7310239" y="0"/>
            <a:ext cx="1995550" cy="1861396"/>
          </a:xfrm>
          <a:custGeom>
            <a:avLst/>
            <a:gdLst/>
            <a:ahLst/>
            <a:cxnLst/>
            <a:rect r="r" b="b" t="t" l="l"/>
            <a:pathLst>
              <a:path h="1861396" w="1995550">
                <a:moveTo>
                  <a:pt x="0" y="0"/>
                </a:moveTo>
                <a:lnTo>
                  <a:pt x="1995550" y="0"/>
                </a:lnTo>
                <a:lnTo>
                  <a:pt x="1995550" y="1861396"/>
                </a:lnTo>
                <a:lnTo>
                  <a:pt x="0" y="18613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632434" y="8390996"/>
            <a:ext cx="1939479" cy="1896004"/>
          </a:xfrm>
          <a:custGeom>
            <a:avLst/>
            <a:gdLst/>
            <a:ahLst/>
            <a:cxnLst/>
            <a:rect r="r" b="b" t="t" l="l"/>
            <a:pathLst>
              <a:path h="1896004" w="1939479">
                <a:moveTo>
                  <a:pt x="0" y="0"/>
                </a:moveTo>
                <a:lnTo>
                  <a:pt x="1939479" y="0"/>
                </a:lnTo>
                <a:lnTo>
                  <a:pt x="1939479" y="1896004"/>
                </a:lnTo>
                <a:lnTo>
                  <a:pt x="0" y="18960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17310239" y="9058359"/>
            <a:ext cx="3001583" cy="3004662"/>
          </a:xfrm>
          <a:custGeom>
            <a:avLst/>
            <a:gdLst/>
            <a:ahLst/>
            <a:cxnLst/>
            <a:rect r="r" b="b" t="t" l="l"/>
            <a:pathLst>
              <a:path h="3004662" w="3001583">
                <a:moveTo>
                  <a:pt x="0" y="0"/>
                </a:moveTo>
                <a:lnTo>
                  <a:pt x="3001583" y="0"/>
                </a:lnTo>
                <a:lnTo>
                  <a:pt x="3001583" y="3004661"/>
                </a:lnTo>
                <a:lnTo>
                  <a:pt x="0" y="300466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632434" y="650852"/>
            <a:ext cx="3150440" cy="796202"/>
          </a:xfrm>
          <a:custGeom>
            <a:avLst/>
            <a:gdLst/>
            <a:ahLst/>
            <a:cxnLst/>
            <a:rect r="r" b="b" t="t" l="l"/>
            <a:pathLst>
              <a:path h="796202" w="3150440">
                <a:moveTo>
                  <a:pt x="0" y="0"/>
                </a:moveTo>
                <a:lnTo>
                  <a:pt x="3150440" y="0"/>
                </a:lnTo>
                <a:lnTo>
                  <a:pt x="3150440" y="796202"/>
                </a:lnTo>
                <a:lnTo>
                  <a:pt x="0" y="79620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14" id="14"/>
          <p:cNvGrpSpPr/>
          <p:nvPr/>
        </p:nvGrpSpPr>
        <p:grpSpPr>
          <a:xfrm rot="0">
            <a:off x="9629164" y="1861396"/>
            <a:ext cx="7681075" cy="962626"/>
            <a:chOff x="0" y="0"/>
            <a:chExt cx="10241433" cy="1283501"/>
          </a:xfrm>
        </p:grpSpPr>
        <p:grpSp>
          <p:nvGrpSpPr>
            <p:cNvPr name="Group 15" id="15"/>
            <p:cNvGrpSpPr/>
            <p:nvPr/>
          </p:nvGrpSpPr>
          <p:grpSpPr>
            <a:xfrm rot="0">
              <a:off x="0" y="0"/>
              <a:ext cx="10241433" cy="1283501"/>
              <a:chOff x="0" y="0"/>
              <a:chExt cx="3099758" cy="388475"/>
            </a:xfrm>
          </p:grpSpPr>
          <p:sp>
            <p:nvSpPr>
              <p:cNvPr name="Freeform 16" id="16"/>
              <p:cNvSpPr/>
              <p:nvPr/>
            </p:nvSpPr>
            <p:spPr>
              <a:xfrm flipH="false" flipV="false" rot="0">
                <a:off x="0" y="0"/>
                <a:ext cx="3099758" cy="388475"/>
              </a:xfrm>
              <a:custGeom>
                <a:avLst/>
                <a:gdLst/>
                <a:ahLst/>
                <a:cxnLst/>
                <a:rect r="r" b="b" t="t" l="l"/>
                <a:pathLst>
                  <a:path h="388475" w="3099758">
                    <a:moveTo>
                      <a:pt x="51404" y="0"/>
                    </a:moveTo>
                    <a:lnTo>
                      <a:pt x="3048354" y="0"/>
                    </a:lnTo>
                    <a:cubicBezTo>
                      <a:pt x="3076744" y="0"/>
                      <a:pt x="3099758" y="23014"/>
                      <a:pt x="3099758" y="51404"/>
                    </a:cubicBezTo>
                    <a:lnTo>
                      <a:pt x="3099758" y="337071"/>
                    </a:lnTo>
                    <a:cubicBezTo>
                      <a:pt x="3099758" y="365461"/>
                      <a:pt x="3076744" y="388475"/>
                      <a:pt x="3048354" y="388475"/>
                    </a:cubicBezTo>
                    <a:lnTo>
                      <a:pt x="51404" y="388475"/>
                    </a:lnTo>
                    <a:cubicBezTo>
                      <a:pt x="23014" y="388475"/>
                      <a:pt x="0" y="365461"/>
                      <a:pt x="0" y="337071"/>
                    </a:cubicBezTo>
                    <a:lnTo>
                      <a:pt x="0" y="51404"/>
                    </a:lnTo>
                    <a:cubicBezTo>
                      <a:pt x="0" y="23014"/>
                      <a:pt x="23014" y="0"/>
                      <a:pt x="51404" y="0"/>
                    </a:cubicBezTo>
                    <a:close/>
                  </a:path>
                </a:pathLst>
              </a:custGeom>
              <a:solidFill>
                <a:srgbClr val="F4DECF"/>
              </a:solidFill>
              <a:ln w="38100" cap="rnd">
                <a:solidFill>
                  <a:srgbClr val="000000"/>
                </a:solidFill>
                <a:prstDash val="solid"/>
                <a:round/>
              </a:ln>
            </p:spPr>
          </p:sp>
          <p:sp>
            <p:nvSpPr>
              <p:cNvPr name="TextBox 17" id="17"/>
              <p:cNvSpPr txBox="true"/>
              <p:nvPr/>
            </p:nvSpPr>
            <p:spPr>
              <a:xfrm>
                <a:off x="0" y="-38100"/>
                <a:ext cx="3099758" cy="426575"/>
              </a:xfrm>
              <a:prstGeom prst="rect">
                <a:avLst/>
              </a:prstGeom>
            </p:spPr>
            <p:txBody>
              <a:bodyPr anchor="ctr" rtlCol="false" tIns="33154" lIns="33154" bIns="33154" rIns="33154"/>
              <a:lstStyle/>
              <a:p>
                <a:pPr algn="ctr">
                  <a:lnSpc>
                    <a:spcPts val="2660"/>
                  </a:lnSpc>
                </a:pPr>
              </a:p>
            </p:txBody>
          </p:sp>
        </p:grpSp>
        <p:sp>
          <p:nvSpPr>
            <p:cNvPr name="TextBox 18" id="18"/>
            <p:cNvSpPr txBox="true"/>
            <p:nvPr/>
          </p:nvSpPr>
          <p:spPr>
            <a:xfrm rot="0">
              <a:off x="548502" y="412576"/>
              <a:ext cx="9144428" cy="563000"/>
            </a:xfrm>
            <a:prstGeom prst="rect">
              <a:avLst/>
            </a:prstGeom>
          </p:spPr>
          <p:txBody>
            <a:bodyPr anchor="t" rtlCol="false" tIns="0" lIns="0" bIns="0" rIns="0">
              <a:spAutoFit/>
            </a:bodyPr>
            <a:lstStyle/>
            <a:p>
              <a:pPr algn="ctr">
                <a:lnSpc>
                  <a:spcPts val="3186"/>
                </a:lnSpc>
              </a:pPr>
              <a:r>
                <a:rPr lang="en-US" sz="2977">
                  <a:solidFill>
                    <a:srgbClr val="A94C1A"/>
                  </a:solidFill>
                  <a:latin typeface="Sunday"/>
                </a:rPr>
                <a:t>Potential Future Improvements</a:t>
              </a:r>
            </a:p>
          </p:txBody>
        </p:sp>
      </p:grpSp>
      <p:sp>
        <p:nvSpPr>
          <p:cNvPr name="TextBox 19" id="19"/>
          <p:cNvSpPr txBox="true"/>
          <p:nvPr/>
        </p:nvSpPr>
        <p:spPr>
          <a:xfrm rot="0">
            <a:off x="9144000" y="3458414"/>
            <a:ext cx="8115300" cy="6299921"/>
          </a:xfrm>
          <a:prstGeom prst="rect">
            <a:avLst/>
          </a:prstGeom>
        </p:spPr>
        <p:txBody>
          <a:bodyPr anchor="t" rtlCol="false" tIns="0" lIns="0" bIns="0" rIns="0">
            <a:spAutoFit/>
          </a:bodyPr>
          <a:lstStyle/>
          <a:p>
            <a:pPr algn="l" marL="673734" indent="-336867" lvl="1">
              <a:lnSpc>
                <a:spcPts val="3339"/>
              </a:lnSpc>
              <a:buFont typeface="Arial"/>
              <a:buChar char="•"/>
            </a:pPr>
            <a:r>
              <a:rPr lang="en-US" sz="3120">
                <a:solidFill>
                  <a:srgbClr val="A94C1A"/>
                </a:solidFill>
                <a:latin typeface="Rosario"/>
              </a:rPr>
              <a:t>Extended Weather Forecasts: Provide weather forecasts for multiple days.</a:t>
            </a:r>
          </a:p>
          <a:p>
            <a:pPr algn="l" marL="673734" indent="-336867" lvl="1">
              <a:lnSpc>
                <a:spcPts val="3339"/>
              </a:lnSpc>
              <a:buFont typeface="Arial"/>
              <a:buChar char="•"/>
            </a:pPr>
            <a:r>
              <a:rPr lang="en-US" sz="3120">
                <a:solidFill>
                  <a:srgbClr val="A94C1A"/>
                </a:solidFill>
                <a:latin typeface="Rosario"/>
              </a:rPr>
              <a:t>Location Services Integration: Automatically fetch weather data based on the user's current location.</a:t>
            </a:r>
          </a:p>
          <a:p>
            <a:pPr algn="l" marL="673734" indent="-336867" lvl="1">
              <a:lnSpc>
                <a:spcPts val="3339"/>
              </a:lnSpc>
              <a:buFont typeface="Arial"/>
              <a:buChar char="•"/>
            </a:pPr>
            <a:r>
              <a:rPr lang="en-US" sz="3120">
                <a:solidFill>
                  <a:srgbClr val="A94C1A"/>
                </a:solidFill>
                <a:latin typeface="Rosario"/>
              </a:rPr>
              <a:t>Additional Weather Data: Include more detailed weather information such as wind speed, precipitation, and UV index.</a:t>
            </a:r>
          </a:p>
          <a:p>
            <a:pPr algn="l" marL="673734" indent="-336867" lvl="1">
              <a:lnSpc>
                <a:spcPts val="3339"/>
              </a:lnSpc>
              <a:buFont typeface="Arial"/>
              <a:buChar char="•"/>
            </a:pPr>
            <a:r>
              <a:rPr lang="en-US" sz="3120">
                <a:solidFill>
                  <a:srgbClr val="A94C1A"/>
                </a:solidFill>
                <a:latin typeface="Rosario"/>
              </a:rPr>
              <a:t>Improved User Interface: Enhance the GUI with better design elements and user experience improvements.</a:t>
            </a:r>
          </a:p>
          <a:p>
            <a:pPr algn="l" marL="673734" indent="-336867" lvl="1">
              <a:lnSpc>
                <a:spcPts val="3339"/>
              </a:lnSpc>
              <a:buFont typeface="Arial"/>
              <a:buChar char="•"/>
            </a:pPr>
            <a:r>
              <a:rPr lang="en-US" sz="3120">
                <a:solidFill>
                  <a:srgbClr val="A94C1A"/>
                </a:solidFill>
                <a:latin typeface="Rosario"/>
              </a:rPr>
              <a:t>Notifications and Alerts: Add functionality to notify users of severe weather alerts or significant changes in weather conditions.</a:t>
            </a:r>
          </a:p>
          <a:p>
            <a:pPr algn="l">
              <a:lnSpc>
                <a:spcPts val="3339"/>
              </a:lnSpc>
            </a:pPr>
          </a:p>
        </p:txBody>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bg>
      <p:bgPr>
        <a:solidFill>
          <a:srgbClr val="FFF3EA"/>
        </a:solidFill>
      </p:bgPr>
    </p:bg>
    <p:spTree>
      <p:nvGrpSpPr>
        <p:cNvPr id="1" name=""/>
        <p:cNvGrpSpPr/>
        <p:nvPr/>
      </p:nvGrpSpPr>
      <p:grpSpPr>
        <a:xfrm>
          <a:off x="0" y="0"/>
          <a:ext cx="0" cy="0"/>
          <a:chOff x="0" y="0"/>
          <a:chExt cx="0" cy="0"/>
        </a:xfrm>
      </p:grpSpPr>
      <p:sp>
        <p:nvSpPr>
          <p:cNvPr name="Freeform 2" id="2"/>
          <p:cNvSpPr/>
          <p:nvPr/>
        </p:nvSpPr>
        <p:spPr>
          <a:xfrm flipH="false" flipV="true" rot="0">
            <a:off x="12267834" y="0"/>
            <a:ext cx="6020166" cy="2714547"/>
          </a:xfrm>
          <a:custGeom>
            <a:avLst/>
            <a:gdLst/>
            <a:ahLst/>
            <a:cxnLst/>
            <a:rect r="r" b="b" t="t" l="l"/>
            <a:pathLst>
              <a:path h="2714547" w="6020166">
                <a:moveTo>
                  <a:pt x="0" y="2714547"/>
                </a:moveTo>
                <a:lnTo>
                  <a:pt x="6020166" y="2714547"/>
                </a:lnTo>
                <a:lnTo>
                  <a:pt x="6020166" y="0"/>
                </a:lnTo>
                <a:lnTo>
                  <a:pt x="0" y="0"/>
                </a:lnTo>
                <a:lnTo>
                  <a:pt x="0" y="271454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346277" y="7704836"/>
            <a:ext cx="7732172" cy="3106927"/>
          </a:xfrm>
          <a:custGeom>
            <a:avLst/>
            <a:gdLst/>
            <a:ahLst/>
            <a:cxnLst/>
            <a:rect r="r" b="b" t="t" l="l"/>
            <a:pathLst>
              <a:path h="3106927" w="7732172">
                <a:moveTo>
                  <a:pt x="7732173" y="0"/>
                </a:moveTo>
                <a:lnTo>
                  <a:pt x="0" y="0"/>
                </a:lnTo>
                <a:lnTo>
                  <a:pt x="0" y="3106928"/>
                </a:lnTo>
                <a:lnTo>
                  <a:pt x="7732173" y="3106928"/>
                </a:lnTo>
                <a:lnTo>
                  <a:pt x="7732173"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788165" y="-1044642"/>
            <a:ext cx="3001583" cy="3004662"/>
          </a:xfrm>
          <a:custGeom>
            <a:avLst/>
            <a:gdLst/>
            <a:ahLst/>
            <a:cxnLst/>
            <a:rect r="r" b="b" t="t" l="l"/>
            <a:pathLst>
              <a:path h="3004662" w="3001583">
                <a:moveTo>
                  <a:pt x="0" y="0"/>
                </a:moveTo>
                <a:lnTo>
                  <a:pt x="3001584" y="0"/>
                </a:lnTo>
                <a:lnTo>
                  <a:pt x="3001584" y="3004662"/>
                </a:lnTo>
                <a:lnTo>
                  <a:pt x="0" y="30046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402006" y="6323575"/>
            <a:ext cx="3060897" cy="2992284"/>
          </a:xfrm>
          <a:custGeom>
            <a:avLst/>
            <a:gdLst/>
            <a:ahLst/>
            <a:cxnLst/>
            <a:rect r="r" b="b" t="t" l="l"/>
            <a:pathLst>
              <a:path h="2992284" w="3060897">
                <a:moveTo>
                  <a:pt x="0" y="0"/>
                </a:moveTo>
                <a:lnTo>
                  <a:pt x="3060897" y="0"/>
                </a:lnTo>
                <a:lnTo>
                  <a:pt x="3060897" y="2992285"/>
                </a:lnTo>
                <a:lnTo>
                  <a:pt x="0" y="29922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0" y="-700126"/>
            <a:ext cx="4198776" cy="4114800"/>
          </a:xfrm>
          <a:custGeom>
            <a:avLst/>
            <a:gdLst/>
            <a:ahLst/>
            <a:cxnLst/>
            <a:rect r="r" b="b" t="t" l="l"/>
            <a:pathLst>
              <a:path h="4114800" w="4198776">
                <a:moveTo>
                  <a:pt x="0" y="0"/>
                </a:moveTo>
                <a:lnTo>
                  <a:pt x="4198776" y="0"/>
                </a:lnTo>
                <a:lnTo>
                  <a:pt x="4198776"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540571" y="4915987"/>
            <a:ext cx="3138541" cy="2815176"/>
          </a:xfrm>
          <a:custGeom>
            <a:avLst/>
            <a:gdLst/>
            <a:ahLst/>
            <a:cxnLst/>
            <a:rect r="r" b="b" t="t" l="l"/>
            <a:pathLst>
              <a:path h="2815176" w="3138541">
                <a:moveTo>
                  <a:pt x="0" y="0"/>
                </a:moveTo>
                <a:lnTo>
                  <a:pt x="3138542" y="0"/>
                </a:lnTo>
                <a:lnTo>
                  <a:pt x="3138542" y="2815177"/>
                </a:lnTo>
                <a:lnTo>
                  <a:pt x="0" y="281517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8" id="8"/>
          <p:cNvSpPr txBox="true"/>
          <p:nvPr/>
        </p:nvSpPr>
        <p:spPr>
          <a:xfrm rot="0">
            <a:off x="3493964" y="3867064"/>
            <a:ext cx="11300072" cy="2288346"/>
          </a:xfrm>
          <a:prstGeom prst="rect">
            <a:avLst/>
          </a:prstGeom>
        </p:spPr>
        <p:txBody>
          <a:bodyPr anchor="t" rtlCol="false" tIns="0" lIns="0" bIns="0" rIns="0">
            <a:spAutoFit/>
          </a:bodyPr>
          <a:lstStyle/>
          <a:p>
            <a:pPr algn="ctr">
              <a:lnSpc>
                <a:spcPts val="17443"/>
              </a:lnSpc>
            </a:pPr>
            <a:r>
              <a:rPr lang="en-US" sz="16302">
                <a:solidFill>
                  <a:srgbClr val="A94C1A"/>
                </a:solidFill>
                <a:latin typeface="Sunday"/>
              </a:rPr>
              <a:t>Thank You</a:t>
            </a:r>
          </a:p>
        </p:txBody>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2830735" y="5143500"/>
            <a:ext cx="4428565" cy="4114800"/>
          </a:xfrm>
          <a:custGeom>
            <a:avLst/>
            <a:gdLst/>
            <a:ahLst/>
            <a:cxnLst/>
            <a:rect r="r" b="b" t="t" l="l"/>
            <a:pathLst>
              <a:path h="4114800" w="4428565">
                <a:moveTo>
                  <a:pt x="0" y="0"/>
                </a:moveTo>
                <a:lnTo>
                  <a:pt x="4428565" y="0"/>
                </a:lnTo>
                <a:lnTo>
                  <a:pt x="442856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764332" y="1716501"/>
            <a:ext cx="12748104" cy="3114561"/>
            <a:chOff x="0" y="0"/>
            <a:chExt cx="16997472" cy="4152748"/>
          </a:xfrm>
        </p:grpSpPr>
        <p:sp>
          <p:nvSpPr>
            <p:cNvPr name="TextBox 4" id="4"/>
            <p:cNvSpPr txBox="true"/>
            <p:nvPr/>
          </p:nvSpPr>
          <p:spPr>
            <a:xfrm rot="0">
              <a:off x="0" y="123825"/>
              <a:ext cx="16997472" cy="2856441"/>
            </a:xfrm>
            <a:prstGeom prst="rect">
              <a:avLst/>
            </a:prstGeom>
          </p:spPr>
          <p:txBody>
            <a:bodyPr anchor="t" rtlCol="false" tIns="0" lIns="0" bIns="0" rIns="0">
              <a:spAutoFit/>
            </a:bodyPr>
            <a:lstStyle/>
            <a:p>
              <a:pPr algn="l" marL="0" indent="0" lvl="0">
                <a:lnSpc>
                  <a:spcPts val="15949"/>
                </a:lnSpc>
              </a:pPr>
              <a:r>
                <a:rPr lang="en-US" sz="14499" spc="-362">
                  <a:solidFill>
                    <a:srgbClr val="222222"/>
                  </a:solidFill>
                  <a:latin typeface="The Seasons Bold"/>
                </a:rPr>
                <a:t>BMI Calculator</a:t>
              </a:r>
            </a:p>
          </p:txBody>
        </p:sp>
        <p:sp>
          <p:nvSpPr>
            <p:cNvPr name="TextBox 5" id="5"/>
            <p:cNvSpPr txBox="true"/>
            <p:nvPr/>
          </p:nvSpPr>
          <p:spPr>
            <a:xfrm rot="0">
              <a:off x="0" y="3281671"/>
              <a:ext cx="16997472" cy="871076"/>
            </a:xfrm>
            <a:prstGeom prst="rect">
              <a:avLst/>
            </a:prstGeom>
          </p:spPr>
          <p:txBody>
            <a:bodyPr anchor="t" rtlCol="false" tIns="0" lIns="0" bIns="0" rIns="0">
              <a:spAutoFit/>
            </a:bodyPr>
            <a:lstStyle/>
            <a:p>
              <a:pPr algn="l" marL="0" indent="0" lvl="1">
                <a:lnSpc>
                  <a:spcPts val="5597"/>
                </a:lnSpc>
                <a:spcBef>
                  <a:spcPct val="0"/>
                </a:spcBef>
              </a:pPr>
              <a:r>
                <a:rPr lang="en-US" sz="3997">
                  <a:solidFill>
                    <a:srgbClr val="222222"/>
                  </a:solidFill>
                  <a:latin typeface="Body Grotesque"/>
                </a:rPr>
                <a:t>From Command-Line to GUI-Based Applications</a:t>
              </a:r>
            </a:p>
          </p:txBody>
        </p:sp>
      </p:grpSp>
      <p:grpSp>
        <p:nvGrpSpPr>
          <p:cNvPr name="Group 6" id="6"/>
          <p:cNvGrpSpPr/>
          <p:nvPr/>
        </p:nvGrpSpPr>
        <p:grpSpPr>
          <a:xfrm rot="0">
            <a:off x="1764332" y="7585065"/>
            <a:ext cx="3214155" cy="812799"/>
            <a:chOff x="0" y="0"/>
            <a:chExt cx="846526" cy="214070"/>
          </a:xfrm>
        </p:grpSpPr>
        <p:sp>
          <p:nvSpPr>
            <p:cNvPr name="Freeform 7" id="7"/>
            <p:cNvSpPr/>
            <p:nvPr/>
          </p:nvSpPr>
          <p:spPr>
            <a:xfrm flipH="false" flipV="false" rot="0">
              <a:off x="0" y="0"/>
              <a:ext cx="846526" cy="214071"/>
            </a:xfrm>
            <a:custGeom>
              <a:avLst/>
              <a:gdLst/>
              <a:ahLst/>
              <a:cxnLst/>
              <a:rect r="r" b="b" t="t" l="l"/>
              <a:pathLst>
                <a:path h="214071" w="846526">
                  <a:moveTo>
                    <a:pt x="107035" y="0"/>
                  </a:moveTo>
                  <a:lnTo>
                    <a:pt x="739491" y="0"/>
                  </a:lnTo>
                  <a:cubicBezTo>
                    <a:pt x="767879" y="0"/>
                    <a:pt x="795103" y="11277"/>
                    <a:pt x="815176" y="31350"/>
                  </a:cubicBezTo>
                  <a:cubicBezTo>
                    <a:pt x="835249" y="51423"/>
                    <a:pt x="846526" y="78648"/>
                    <a:pt x="846526" y="107035"/>
                  </a:cubicBezTo>
                  <a:lnTo>
                    <a:pt x="846526" y="107035"/>
                  </a:lnTo>
                  <a:cubicBezTo>
                    <a:pt x="846526" y="135423"/>
                    <a:pt x="835249" y="162648"/>
                    <a:pt x="815176" y="182721"/>
                  </a:cubicBezTo>
                  <a:cubicBezTo>
                    <a:pt x="795103" y="202794"/>
                    <a:pt x="767879" y="214071"/>
                    <a:pt x="739491" y="214071"/>
                  </a:cubicBezTo>
                  <a:lnTo>
                    <a:pt x="107035" y="214071"/>
                  </a:lnTo>
                  <a:cubicBezTo>
                    <a:pt x="78648" y="214071"/>
                    <a:pt x="51423" y="202794"/>
                    <a:pt x="31350" y="182721"/>
                  </a:cubicBezTo>
                  <a:cubicBezTo>
                    <a:pt x="11277" y="162648"/>
                    <a:pt x="0" y="135423"/>
                    <a:pt x="0" y="107035"/>
                  </a:cubicBezTo>
                  <a:lnTo>
                    <a:pt x="0" y="107035"/>
                  </a:lnTo>
                  <a:cubicBezTo>
                    <a:pt x="0" y="78648"/>
                    <a:pt x="11277" y="51423"/>
                    <a:pt x="31350" y="31350"/>
                  </a:cubicBezTo>
                  <a:cubicBezTo>
                    <a:pt x="51423" y="11277"/>
                    <a:pt x="78648" y="0"/>
                    <a:pt x="107035" y="0"/>
                  </a:cubicBezTo>
                  <a:close/>
                </a:path>
              </a:pathLst>
            </a:custGeom>
            <a:solidFill>
              <a:srgbClr val="222222"/>
            </a:solidFill>
            <a:ln w="38100" cap="rnd">
              <a:solidFill>
                <a:srgbClr val="222222"/>
              </a:solidFill>
              <a:prstDash val="solid"/>
              <a:round/>
            </a:ln>
          </p:spPr>
        </p:sp>
        <p:sp>
          <p:nvSpPr>
            <p:cNvPr name="TextBox 8" id="8"/>
            <p:cNvSpPr txBox="true"/>
            <p:nvPr/>
          </p:nvSpPr>
          <p:spPr>
            <a:xfrm>
              <a:off x="0" y="-47625"/>
              <a:ext cx="846526" cy="261695"/>
            </a:xfrm>
            <a:prstGeom prst="rect">
              <a:avLst/>
            </a:prstGeom>
          </p:spPr>
          <p:txBody>
            <a:bodyPr anchor="ctr" rtlCol="false" tIns="50800" lIns="50800" bIns="50800" rIns="50800"/>
            <a:lstStyle/>
            <a:p>
              <a:pPr algn="ctr" marL="0" indent="0" lvl="0">
                <a:lnSpc>
                  <a:spcPts val="3500"/>
                </a:lnSpc>
                <a:spcBef>
                  <a:spcPct val="0"/>
                </a:spcBef>
              </a:pPr>
              <a:r>
                <a:rPr lang="en-US" sz="2500">
                  <a:solidFill>
                    <a:srgbClr val="FAFAFA"/>
                  </a:solidFill>
                  <a:latin typeface="Body Grotesque"/>
                </a:rPr>
                <a:t>Presented By:</a:t>
              </a:r>
            </a:p>
          </p:txBody>
        </p:sp>
      </p:grpSp>
      <p:sp>
        <p:nvSpPr>
          <p:cNvPr name="TextBox 9" id="9"/>
          <p:cNvSpPr txBox="true"/>
          <p:nvPr/>
        </p:nvSpPr>
        <p:spPr>
          <a:xfrm rot="0">
            <a:off x="5648662" y="7713969"/>
            <a:ext cx="4979443" cy="497839"/>
          </a:xfrm>
          <a:prstGeom prst="rect">
            <a:avLst/>
          </a:prstGeom>
        </p:spPr>
        <p:txBody>
          <a:bodyPr anchor="t" rtlCol="false" tIns="0" lIns="0" bIns="0" rIns="0">
            <a:spAutoFit/>
          </a:bodyPr>
          <a:lstStyle/>
          <a:p>
            <a:pPr algn="l">
              <a:lnSpc>
                <a:spcPts val="4060"/>
              </a:lnSpc>
            </a:pPr>
            <a:r>
              <a:rPr lang="en-US" sz="2900">
                <a:solidFill>
                  <a:srgbClr val="222222"/>
                </a:solidFill>
                <a:latin typeface="Body Grotesque"/>
              </a:rPr>
              <a:t>Varshini A</a:t>
            </a:r>
          </a:p>
        </p:txBody>
      </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1704650" y="6602012"/>
            <a:ext cx="7131382" cy="791965"/>
            <a:chOff x="0" y="0"/>
            <a:chExt cx="1927633" cy="214070"/>
          </a:xfrm>
        </p:grpSpPr>
        <p:sp>
          <p:nvSpPr>
            <p:cNvPr name="Freeform 3" id="3"/>
            <p:cNvSpPr/>
            <p:nvPr/>
          </p:nvSpPr>
          <p:spPr>
            <a:xfrm flipH="false" flipV="false" rot="0">
              <a:off x="0" y="0"/>
              <a:ext cx="1927633" cy="214071"/>
            </a:xfrm>
            <a:custGeom>
              <a:avLst/>
              <a:gdLst/>
              <a:ahLst/>
              <a:cxnLst/>
              <a:rect r="r" b="b" t="t" l="l"/>
              <a:pathLst>
                <a:path h="214071" w="1927633">
                  <a:moveTo>
                    <a:pt x="55366" y="0"/>
                  </a:moveTo>
                  <a:lnTo>
                    <a:pt x="1872267" y="0"/>
                  </a:lnTo>
                  <a:cubicBezTo>
                    <a:pt x="1902845" y="0"/>
                    <a:pt x="1927633" y="24788"/>
                    <a:pt x="1927633" y="55366"/>
                  </a:cubicBezTo>
                  <a:lnTo>
                    <a:pt x="1927633" y="158704"/>
                  </a:lnTo>
                  <a:cubicBezTo>
                    <a:pt x="1927633" y="173388"/>
                    <a:pt x="1921800" y="187471"/>
                    <a:pt x="1911416" y="197854"/>
                  </a:cubicBezTo>
                  <a:cubicBezTo>
                    <a:pt x="1901033" y="208237"/>
                    <a:pt x="1886951" y="214071"/>
                    <a:pt x="1872267" y="214071"/>
                  </a:cubicBezTo>
                  <a:lnTo>
                    <a:pt x="55366" y="214071"/>
                  </a:lnTo>
                  <a:cubicBezTo>
                    <a:pt x="24788" y="214071"/>
                    <a:pt x="0" y="189282"/>
                    <a:pt x="0" y="158704"/>
                  </a:cubicBezTo>
                  <a:lnTo>
                    <a:pt x="0" y="55366"/>
                  </a:lnTo>
                  <a:cubicBezTo>
                    <a:pt x="0" y="40682"/>
                    <a:pt x="5833" y="26600"/>
                    <a:pt x="16216" y="16216"/>
                  </a:cubicBezTo>
                  <a:cubicBezTo>
                    <a:pt x="26600" y="5833"/>
                    <a:pt x="40682" y="0"/>
                    <a:pt x="55366" y="0"/>
                  </a:cubicBezTo>
                  <a:close/>
                </a:path>
              </a:pathLst>
            </a:custGeom>
            <a:solidFill>
              <a:srgbClr val="222222"/>
            </a:solidFill>
            <a:ln w="38100" cap="rnd">
              <a:solidFill>
                <a:srgbClr val="222222"/>
              </a:solidFill>
              <a:prstDash val="solid"/>
              <a:round/>
            </a:ln>
          </p:spPr>
        </p:sp>
        <p:sp>
          <p:nvSpPr>
            <p:cNvPr name="TextBox 4" id="4"/>
            <p:cNvSpPr txBox="true"/>
            <p:nvPr/>
          </p:nvSpPr>
          <p:spPr>
            <a:xfrm>
              <a:off x="0" y="-47625"/>
              <a:ext cx="1927633" cy="261695"/>
            </a:xfrm>
            <a:prstGeom prst="rect">
              <a:avLst/>
            </a:prstGeom>
          </p:spPr>
          <p:txBody>
            <a:bodyPr anchor="ctr" rtlCol="false" tIns="50800" lIns="50800" bIns="50800" rIns="50800"/>
            <a:lstStyle/>
            <a:p>
              <a:pPr algn="ctr" marL="0" indent="0" lvl="1">
                <a:lnSpc>
                  <a:spcPts val="3779"/>
                </a:lnSpc>
                <a:spcBef>
                  <a:spcPct val="0"/>
                </a:spcBef>
              </a:pPr>
              <a:r>
                <a:rPr lang="en-US" sz="2700">
                  <a:solidFill>
                    <a:srgbClr val="FAFAFA"/>
                  </a:solidFill>
                  <a:latin typeface="Body Grotesque"/>
                </a:rPr>
                <a:t>Easy Version Technologies Used</a:t>
              </a:r>
            </a:p>
          </p:txBody>
        </p:sp>
      </p:grpSp>
      <p:grpSp>
        <p:nvGrpSpPr>
          <p:cNvPr name="Group 5" id="5"/>
          <p:cNvGrpSpPr/>
          <p:nvPr/>
        </p:nvGrpSpPr>
        <p:grpSpPr>
          <a:xfrm rot="0">
            <a:off x="9451968" y="3944083"/>
            <a:ext cx="7131382" cy="791965"/>
            <a:chOff x="0" y="0"/>
            <a:chExt cx="1927633" cy="214070"/>
          </a:xfrm>
        </p:grpSpPr>
        <p:sp>
          <p:nvSpPr>
            <p:cNvPr name="Freeform 6" id="6"/>
            <p:cNvSpPr/>
            <p:nvPr/>
          </p:nvSpPr>
          <p:spPr>
            <a:xfrm flipH="false" flipV="false" rot="0">
              <a:off x="0" y="0"/>
              <a:ext cx="1927633" cy="214071"/>
            </a:xfrm>
            <a:custGeom>
              <a:avLst/>
              <a:gdLst/>
              <a:ahLst/>
              <a:cxnLst/>
              <a:rect r="r" b="b" t="t" l="l"/>
              <a:pathLst>
                <a:path h="214071" w="1927633">
                  <a:moveTo>
                    <a:pt x="55366" y="0"/>
                  </a:moveTo>
                  <a:lnTo>
                    <a:pt x="1872267" y="0"/>
                  </a:lnTo>
                  <a:cubicBezTo>
                    <a:pt x="1902845" y="0"/>
                    <a:pt x="1927633" y="24788"/>
                    <a:pt x="1927633" y="55366"/>
                  </a:cubicBezTo>
                  <a:lnTo>
                    <a:pt x="1927633" y="158704"/>
                  </a:lnTo>
                  <a:cubicBezTo>
                    <a:pt x="1927633" y="173388"/>
                    <a:pt x="1921800" y="187471"/>
                    <a:pt x="1911416" y="197854"/>
                  </a:cubicBezTo>
                  <a:cubicBezTo>
                    <a:pt x="1901033" y="208237"/>
                    <a:pt x="1886951" y="214071"/>
                    <a:pt x="1872267" y="214071"/>
                  </a:cubicBezTo>
                  <a:lnTo>
                    <a:pt x="55366" y="214071"/>
                  </a:lnTo>
                  <a:cubicBezTo>
                    <a:pt x="24788" y="214071"/>
                    <a:pt x="0" y="189282"/>
                    <a:pt x="0" y="158704"/>
                  </a:cubicBezTo>
                  <a:lnTo>
                    <a:pt x="0" y="55366"/>
                  </a:lnTo>
                  <a:cubicBezTo>
                    <a:pt x="0" y="40682"/>
                    <a:pt x="5833" y="26600"/>
                    <a:pt x="16216" y="16216"/>
                  </a:cubicBezTo>
                  <a:cubicBezTo>
                    <a:pt x="26600" y="5833"/>
                    <a:pt x="40682" y="0"/>
                    <a:pt x="55366" y="0"/>
                  </a:cubicBezTo>
                  <a:close/>
                </a:path>
              </a:pathLst>
            </a:custGeom>
            <a:solidFill>
              <a:srgbClr val="222222"/>
            </a:solidFill>
            <a:ln w="38100" cap="rnd">
              <a:solidFill>
                <a:srgbClr val="222222"/>
              </a:solidFill>
              <a:prstDash val="solid"/>
              <a:round/>
            </a:ln>
          </p:spPr>
        </p:sp>
        <p:sp>
          <p:nvSpPr>
            <p:cNvPr name="TextBox 7" id="7"/>
            <p:cNvSpPr txBox="true"/>
            <p:nvPr/>
          </p:nvSpPr>
          <p:spPr>
            <a:xfrm>
              <a:off x="0" y="-47625"/>
              <a:ext cx="1927633" cy="261695"/>
            </a:xfrm>
            <a:prstGeom prst="rect">
              <a:avLst/>
            </a:prstGeom>
          </p:spPr>
          <p:txBody>
            <a:bodyPr anchor="ctr" rtlCol="false" tIns="50800" lIns="50800" bIns="50800" rIns="50800"/>
            <a:lstStyle/>
            <a:p>
              <a:pPr algn="ctr" marL="0" indent="0" lvl="1">
                <a:lnSpc>
                  <a:spcPts val="3779"/>
                </a:lnSpc>
                <a:spcBef>
                  <a:spcPct val="0"/>
                </a:spcBef>
              </a:pPr>
              <a:r>
                <a:rPr lang="en-US" sz="2700">
                  <a:solidFill>
                    <a:srgbClr val="FAFAFA"/>
                  </a:solidFill>
                  <a:latin typeface="Body Grotesque"/>
                </a:rPr>
                <a:t>Easy Version Implementation</a:t>
              </a:r>
            </a:p>
          </p:txBody>
        </p:sp>
      </p:grpSp>
      <p:grpSp>
        <p:nvGrpSpPr>
          <p:cNvPr name="Group 8" id="8"/>
          <p:cNvGrpSpPr/>
          <p:nvPr/>
        </p:nvGrpSpPr>
        <p:grpSpPr>
          <a:xfrm rot="0">
            <a:off x="9451968" y="5273189"/>
            <a:ext cx="7131382" cy="791965"/>
            <a:chOff x="0" y="0"/>
            <a:chExt cx="1927633" cy="214070"/>
          </a:xfrm>
        </p:grpSpPr>
        <p:sp>
          <p:nvSpPr>
            <p:cNvPr name="Freeform 9" id="9"/>
            <p:cNvSpPr/>
            <p:nvPr/>
          </p:nvSpPr>
          <p:spPr>
            <a:xfrm flipH="false" flipV="false" rot="0">
              <a:off x="0" y="0"/>
              <a:ext cx="1927633" cy="214071"/>
            </a:xfrm>
            <a:custGeom>
              <a:avLst/>
              <a:gdLst/>
              <a:ahLst/>
              <a:cxnLst/>
              <a:rect r="r" b="b" t="t" l="l"/>
              <a:pathLst>
                <a:path h="214071" w="1927633">
                  <a:moveTo>
                    <a:pt x="55366" y="0"/>
                  </a:moveTo>
                  <a:lnTo>
                    <a:pt x="1872267" y="0"/>
                  </a:lnTo>
                  <a:cubicBezTo>
                    <a:pt x="1902845" y="0"/>
                    <a:pt x="1927633" y="24788"/>
                    <a:pt x="1927633" y="55366"/>
                  </a:cubicBezTo>
                  <a:lnTo>
                    <a:pt x="1927633" y="158704"/>
                  </a:lnTo>
                  <a:cubicBezTo>
                    <a:pt x="1927633" y="173388"/>
                    <a:pt x="1921800" y="187471"/>
                    <a:pt x="1911416" y="197854"/>
                  </a:cubicBezTo>
                  <a:cubicBezTo>
                    <a:pt x="1901033" y="208237"/>
                    <a:pt x="1886951" y="214071"/>
                    <a:pt x="1872267" y="214071"/>
                  </a:cubicBezTo>
                  <a:lnTo>
                    <a:pt x="55366" y="214071"/>
                  </a:lnTo>
                  <a:cubicBezTo>
                    <a:pt x="24788" y="214071"/>
                    <a:pt x="0" y="189282"/>
                    <a:pt x="0" y="158704"/>
                  </a:cubicBezTo>
                  <a:lnTo>
                    <a:pt x="0" y="55366"/>
                  </a:lnTo>
                  <a:cubicBezTo>
                    <a:pt x="0" y="40682"/>
                    <a:pt x="5833" y="26600"/>
                    <a:pt x="16216" y="16216"/>
                  </a:cubicBezTo>
                  <a:cubicBezTo>
                    <a:pt x="26600" y="5833"/>
                    <a:pt x="40682" y="0"/>
                    <a:pt x="55366" y="0"/>
                  </a:cubicBezTo>
                  <a:close/>
                </a:path>
              </a:pathLst>
            </a:custGeom>
            <a:solidFill>
              <a:srgbClr val="FAFAFA"/>
            </a:solidFill>
            <a:ln w="38100" cap="rnd">
              <a:solidFill>
                <a:srgbClr val="222222"/>
              </a:solidFill>
              <a:prstDash val="solid"/>
              <a:round/>
            </a:ln>
          </p:spPr>
        </p:sp>
        <p:sp>
          <p:nvSpPr>
            <p:cNvPr name="TextBox 10" id="10"/>
            <p:cNvSpPr txBox="true"/>
            <p:nvPr/>
          </p:nvSpPr>
          <p:spPr>
            <a:xfrm>
              <a:off x="0" y="-47625"/>
              <a:ext cx="1927633" cy="261695"/>
            </a:xfrm>
            <a:prstGeom prst="rect">
              <a:avLst/>
            </a:prstGeom>
          </p:spPr>
          <p:txBody>
            <a:bodyPr anchor="ctr" rtlCol="false" tIns="50800" lIns="50800" bIns="50800" rIns="50800"/>
            <a:lstStyle/>
            <a:p>
              <a:pPr algn="ctr" marL="0" indent="0" lvl="1">
                <a:lnSpc>
                  <a:spcPts val="3779"/>
                </a:lnSpc>
                <a:spcBef>
                  <a:spcPct val="0"/>
                </a:spcBef>
              </a:pPr>
              <a:r>
                <a:rPr lang="en-US" sz="2700" u="sng">
                  <a:solidFill>
                    <a:srgbClr val="222222"/>
                  </a:solidFill>
                  <a:latin typeface="Body Grotesque"/>
                </a:rPr>
                <a:t>Methodology</a:t>
              </a:r>
            </a:p>
          </p:txBody>
        </p:sp>
      </p:grpSp>
      <p:grpSp>
        <p:nvGrpSpPr>
          <p:cNvPr name="Group 11" id="11"/>
          <p:cNvGrpSpPr/>
          <p:nvPr/>
        </p:nvGrpSpPr>
        <p:grpSpPr>
          <a:xfrm rot="0">
            <a:off x="9451968" y="6602295"/>
            <a:ext cx="7131382" cy="791965"/>
            <a:chOff x="0" y="0"/>
            <a:chExt cx="1927633" cy="214070"/>
          </a:xfrm>
        </p:grpSpPr>
        <p:sp>
          <p:nvSpPr>
            <p:cNvPr name="Freeform 12" id="12"/>
            <p:cNvSpPr/>
            <p:nvPr/>
          </p:nvSpPr>
          <p:spPr>
            <a:xfrm flipH="false" flipV="false" rot="0">
              <a:off x="0" y="0"/>
              <a:ext cx="1927633" cy="214071"/>
            </a:xfrm>
            <a:custGeom>
              <a:avLst/>
              <a:gdLst/>
              <a:ahLst/>
              <a:cxnLst/>
              <a:rect r="r" b="b" t="t" l="l"/>
              <a:pathLst>
                <a:path h="214071" w="1927633">
                  <a:moveTo>
                    <a:pt x="55366" y="0"/>
                  </a:moveTo>
                  <a:lnTo>
                    <a:pt x="1872267" y="0"/>
                  </a:lnTo>
                  <a:cubicBezTo>
                    <a:pt x="1902845" y="0"/>
                    <a:pt x="1927633" y="24788"/>
                    <a:pt x="1927633" y="55366"/>
                  </a:cubicBezTo>
                  <a:lnTo>
                    <a:pt x="1927633" y="158704"/>
                  </a:lnTo>
                  <a:cubicBezTo>
                    <a:pt x="1927633" y="173388"/>
                    <a:pt x="1921800" y="187471"/>
                    <a:pt x="1911416" y="197854"/>
                  </a:cubicBezTo>
                  <a:cubicBezTo>
                    <a:pt x="1901033" y="208237"/>
                    <a:pt x="1886951" y="214071"/>
                    <a:pt x="1872267" y="214071"/>
                  </a:cubicBezTo>
                  <a:lnTo>
                    <a:pt x="55366" y="214071"/>
                  </a:lnTo>
                  <a:cubicBezTo>
                    <a:pt x="24788" y="214071"/>
                    <a:pt x="0" y="189282"/>
                    <a:pt x="0" y="158704"/>
                  </a:cubicBezTo>
                  <a:lnTo>
                    <a:pt x="0" y="55366"/>
                  </a:lnTo>
                  <a:cubicBezTo>
                    <a:pt x="0" y="40682"/>
                    <a:pt x="5833" y="26600"/>
                    <a:pt x="16216" y="16216"/>
                  </a:cubicBezTo>
                  <a:cubicBezTo>
                    <a:pt x="26600" y="5833"/>
                    <a:pt x="40682" y="0"/>
                    <a:pt x="55366" y="0"/>
                  </a:cubicBezTo>
                  <a:close/>
                </a:path>
              </a:pathLst>
            </a:custGeom>
            <a:solidFill>
              <a:srgbClr val="222222"/>
            </a:solidFill>
            <a:ln w="38100" cap="rnd">
              <a:solidFill>
                <a:srgbClr val="222222"/>
              </a:solidFill>
              <a:prstDash val="solid"/>
              <a:round/>
            </a:ln>
          </p:spPr>
        </p:sp>
        <p:sp>
          <p:nvSpPr>
            <p:cNvPr name="TextBox 13" id="13"/>
            <p:cNvSpPr txBox="true"/>
            <p:nvPr/>
          </p:nvSpPr>
          <p:spPr>
            <a:xfrm>
              <a:off x="0" y="-47625"/>
              <a:ext cx="1927633" cy="261695"/>
            </a:xfrm>
            <a:prstGeom prst="rect">
              <a:avLst/>
            </a:prstGeom>
          </p:spPr>
          <p:txBody>
            <a:bodyPr anchor="ctr" rtlCol="false" tIns="50800" lIns="50800" bIns="50800" rIns="50800"/>
            <a:lstStyle/>
            <a:p>
              <a:pPr algn="ctr" marL="0" indent="0" lvl="1">
                <a:lnSpc>
                  <a:spcPts val="3779"/>
                </a:lnSpc>
                <a:spcBef>
                  <a:spcPct val="0"/>
                </a:spcBef>
              </a:pPr>
              <a:r>
                <a:rPr lang="en-US" sz="2700" u="sng">
                  <a:solidFill>
                    <a:srgbClr val="FAFAFA"/>
                  </a:solidFill>
                  <a:latin typeface="Body Grotesque"/>
                </a:rPr>
                <a:t>Results</a:t>
              </a:r>
            </a:p>
          </p:txBody>
        </p:sp>
      </p:grpSp>
      <p:grpSp>
        <p:nvGrpSpPr>
          <p:cNvPr name="Group 14" id="14"/>
          <p:cNvGrpSpPr/>
          <p:nvPr/>
        </p:nvGrpSpPr>
        <p:grpSpPr>
          <a:xfrm rot="0">
            <a:off x="1704650" y="3943235"/>
            <a:ext cx="7131382" cy="791965"/>
            <a:chOff x="0" y="0"/>
            <a:chExt cx="1927633" cy="214070"/>
          </a:xfrm>
        </p:grpSpPr>
        <p:sp>
          <p:nvSpPr>
            <p:cNvPr name="Freeform 15" id="15"/>
            <p:cNvSpPr/>
            <p:nvPr/>
          </p:nvSpPr>
          <p:spPr>
            <a:xfrm flipH="false" flipV="false" rot="0">
              <a:off x="0" y="0"/>
              <a:ext cx="1927633" cy="214071"/>
            </a:xfrm>
            <a:custGeom>
              <a:avLst/>
              <a:gdLst/>
              <a:ahLst/>
              <a:cxnLst/>
              <a:rect r="r" b="b" t="t" l="l"/>
              <a:pathLst>
                <a:path h="214071" w="1927633">
                  <a:moveTo>
                    <a:pt x="55366" y="0"/>
                  </a:moveTo>
                  <a:lnTo>
                    <a:pt x="1872267" y="0"/>
                  </a:lnTo>
                  <a:cubicBezTo>
                    <a:pt x="1902845" y="0"/>
                    <a:pt x="1927633" y="24788"/>
                    <a:pt x="1927633" y="55366"/>
                  </a:cubicBezTo>
                  <a:lnTo>
                    <a:pt x="1927633" y="158704"/>
                  </a:lnTo>
                  <a:cubicBezTo>
                    <a:pt x="1927633" y="173388"/>
                    <a:pt x="1921800" y="187471"/>
                    <a:pt x="1911416" y="197854"/>
                  </a:cubicBezTo>
                  <a:cubicBezTo>
                    <a:pt x="1901033" y="208237"/>
                    <a:pt x="1886951" y="214071"/>
                    <a:pt x="1872267" y="214071"/>
                  </a:cubicBezTo>
                  <a:lnTo>
                    <a:pt x="55366" y="214071"/>
                  </a:lnTo>
                  <a:cubicBezTo>
                    <a:pt x="24788" y="214071"/>
                    <a:pt x="0" y="189282"/>
                    <a:pt x="0" y="158704"/>
                  </a:cubicBezTo>
                  <a:lnTo>
                    <a:pt x="0" y="55366"/>
                  </a:lnTo>
                  <a:cubicBezTo>
                    <a:pt x="0" y="40682"/>
                    <a:pt x="5833" y="26600"/>
                    <a:pt x="16216" y="16216"/>
                  </a:cubicBezTo>
                  <a:cubicBezTo>
                    <a:pt x="26600" y="5833"/>
                    <a:pt x="40682" y="0"/>
                    <a:pt x="55366" y="0"/>
                  </a:cubicBezTo>
                  <a:close/>
                </a:path>
              </a:pathLst>
            </a:custGeom>
            <a:solidFill>
              <a:srgbClr val="222222"/>
            </a:solidFill>
            <a:ln w="38100" cap="rnd">
              <a:solidFill>
                <a:srgbClr val="222222"/>
              </a:solidFill>
              <a:prstDash val="solid"/>
              <a:round/>
            </a:ln>
          </p:spPr>
        </p:sp>
        <p:sp>
          <p:nvSpPr>
            <p:cNvPr name="TextBox 16" id="16"/>
            <p:cNvSpPr txBox="true"/>
            <p:nvPr/>
          </p:nvSpPr>
          <p:spPr>
            <a:xfrm>
              <a:off x="0" y="-47625"/>
              <a:ext cx="1927633" cy="261695"/>
            </a:xfrm>
            <a:prstGeom prst="rect">
              <a:avLst/>
            </a:prstGeom>
          </p:spPr>
          <p:txBody>
            <a:bodyPr anchor="ctr" rtlCol="false" tIns="50800" lIns="50800" bIns="50800" rIns="50800"/>
            <a:lstStyle/>
            <a:p>
              <a:pPr algn="ctr" marL="0" indent="0" lvl="1">
                <a:lnSpc>
                  <a:spcPts val="3779"/>
                </a:lnSpc>
                <a:spcBef>
                  <a:spcPct val="0"/>
                </a:spcBef>
              </a:pPr>
              <a:r>
                <a:rPr lang="en-US" sz="2700" u="sng">
                  <a:solidFill>
                    <a:srgbClr val="FAFAFA"/>
                  </a:solidFill>
                  <a:latin typeface="Body Grotesque"/>
                </a:rPr>
                <a:t>Introduction</a:t>
              </a:r>
            </a:p>
          </p:txBody>
        </p:sp>
      </p:grpSp>
      <p:grpSp>
        <p:nvGrpSpPr>
          <p:cNvPr name="Group 17" id="17"/>
          <p:cNvGrpSpPr/>
          <p:nvPr/>
        </p:nvGrpSpPr>
        <p:grpSpPr>
          <a:xfrm rot="0">
            <a:off x="1704650" y="5272624"/>
            <a:ext cx="7131382" cy="791965"/>
            <a:chOff x="0" y="0"/>
            <a:chExt cx="1927633" cy="214070"/>
          </a:xfrm>
        </p:grpSpPr>
        <p:sp>
          <p:nvSpPr>
            <p:cNvPr name="Freeform 18" id="18"/>
            <p:cNvSpPr/>
            <p:nvPr/>
          </p:nvSpPr>
          <p:spPr>
            <a:xfrm flipH="false" flipV="false" rot="0">
              <a:off x="0" y="0"/>
              <a:ext cx="1927633" cy="214071"/>
            </a:xfrm>
            <a:custGeom>
              <a:avLst/>
              <a:gdLst/>
              <a:ahLst/>
              <a:cxnLst/>
              <a:rect r="r" b="b" t="t" l="l"/>
              <a:pathLst>
                <a:path h="214071" w="1927633">
                  <a:moveTo>
                    <a:pt x="55366" y="0"/>
                  </a:moveTo>
                  <a:lnTo>
                    <a:pt x="1872267" y="0"/>
                  </a:lnTo>
                  <a:cubicBezTo>
                    <a:pt x="1902845" y="0"/>
                    <a:pt x="1927633" y="24788"/>
                    <a:pt x="1927633" y="55366"/>
                  </a:cubicBezTo>
                  <a:lnTo>
                    <a:pt x="1927633" y="158704"/>
                  </a:lnTo>
                  <a:cubicBezTo>
                    <a:pt x="1927633" y="173388"/>
                    <a:pt x="1921800" y="187471"/>
                    <a:pt x="1911416" y="197854"/>
                  </a:cubicBezTo>
                  <a:cubicBezTo>
                    <a:pt x="1901033" y="208237"/>
                    <a:pt x="1886951" y="214071"/>
                    <a:pt x="1872267" y="214071"/>
                  </a:cubicBezTo>
                  <a:lnTo>
                    <a:pt x="55366" y="214071"/>
                  </a:lnTo>
                  <a:cubicBezTo>
                    <a:pt x="24788" y="214071"/>
                    <a:pt x="0" y="189282"/>
                    <a:pt x="0" y="158704"/>
                  </a:cubicBezTo>
                  <a:lnTo>
                    <a:pt x="0" y="55366"/>
                  </a:lnTo>
                  <a:cubicBezTo>
                    <a:pt x="0" y="40682"/>
                    <a:pt x="5833" y="26600"/>
                    <a:pt x="16216" y="16216"/>
                  </a:cubicBezTo>
                  <a:cubicBezTo>
                    <a:pt x="26600" y="5833"/>
                    <a:pt x="40682" y="0"/>
                    <a:pt x="55366" y="0"/>
                  </a:cubicBezTo>
                  <a:close/>
                </a:path>
              </a:pathLst>
            </a:custGeom>
            <a:solidFill>
              <a:srgbClr val="FAFAFA"/>
            </a:solidFill>
            <a:ln w="38100" cap="rnd">
              <a:solidFill>
                <a:srgbClr val="222222"/>
              </a:solidFill>
              <a:prstDash val="solid"/>
              <a:round/>
            </a:ln>
          </p:spPr>
        </p:sp>
        <p:sp>
          <p:nvSpPr>
            <p:cNvPr name="TextBox 19" id="19"/>
            <p:cNvSpPr txBox="true"/>
            <p:nvPr/>
          </p:nvSpPr>
          <p:spPr>
            <a:xfrm>
              <a:off x="0" y="-47625"/>
              <a:ext cx="1927633" cy="261695"/>
            </a:xfrm>
            <a:prstGeom prst="rect">
              <a:avLst/>
            </a:prstGeom>
          </p:spPr>
          <p:txBody>
            <a:bodyPr anchor="ctr" rtlCol="false" tIns="50800" lIns="50800" bIns="50800" rIns="50800"/>
            <a:lstStyle/>
            <a:p>
              <a:pPr algn="ctr" marL="0" indent="0" lvl="1">
                <a:lnSpc>
                  <a:spcPts val="3779"/>
                </a:lnSpc>
                <a:spcBef>
                  <a:spcPct val="0"/>
                </a:spcBef>
              </a:pPr>
              <a:r>
                <a:rPr lang="en-US" sz="2700">
                  <a:solidFill>
                    <a:srgbClr val="222222"/>
                  </a:solidFill>
                  <a:latin typeface="Body Grotesque"/>
                </a:rPr>
                <a:t>Easy  Version Overview</a:t>
              </a:r>
            </a:p>
          </p:txBody>
        </p:sp>
      </p:grpSp>
      <p:grpSp>
        <p:nvGrpSpPr>
          <p:cNvPr name="Group 20" id="20"/>
          <p:cNvGrpSpPr/>
          <p:nvPr/>
        </p:nvGrpSpPr>
        <p:grpSpPr>
          <a:xfrm rot="0">
            <a:off x="1704650" y="7931401"/>
            <a:ext cx="14878700" cy="791965"/>
            <a:chOff x="0" y="0"/>
            <a:chExt cx="4021755" cy="214070"/>
          </a:xfrm>
        </p:grpSpPr>
        <p:sp>
          <p:nvSpPr>
            <p:cNvPr name="Freeform 21" id="21"/>
            <p:cNvSpPr/>
            <p:nvPr/>
          </p:nvSpPr>
          <p:spPr>
            <a:xfrm flipH="false" flipV="false" rot="0">
              <a:off x="0" y="0"/>
              <a:ext cx="4021755" cy="214071"/>
            </a:xfrm>
            <a:custGeom>
              <a:avLst/>
              <a:gdLst/>
              <a:ahLst/>
              <a:cxnLst/>
              <a:rect r="r" b="b" t="t" l="l"/>
              <a:pathLst>
                <a:path h="214071" w="4021755">
                  <a:moveTo>
                    <a:pt x="26537" y="0"/>
                  </a:moveTo>
                  <a:lnTo>
                    <a:pt x="3995218" y="0"/>
                  </a:lnTo>
                  <a:cubicBezTo>
                    <a:pt x="4009874" y="0"/>
                    <a:pt x="4021755" y="11881"/>
                    <a:pt x="4021755" y="26537"/>
                  </a:cubicBezTo>
                  <a:lnTo>
                    <a:pt x="4021755" y="187533"/>
                  </a:lnTo>
                  <a:cubicBezTo>
                    <a:pt x="4021755" y="194571"/>
                    <a:pt x="4018959" y="201321"/>
                    <a:pt x="4013983" y="206298"/>
                  </a:cubicBezTo>
                  <a:cubicBezTo>
                    <a:pt x="4009006" y="211275"/>
                    <a:pt x="4002256" y="214071"/>
                    <a:pt x="3995218" y="214071"/>
                  </a:cubicBezTo>
                  <a:lnTo>
                    <a:pt x="26537" y="214071"/>
                  </a:lnTo>
                  <a:cubicBezTo>
                    <a:pt x="11881" y="214071"/>
                    <a:pt x="0" y="202189"/>
                    <a:pt x="0" y="187533"/>
                  </a:cubicBezTo>
                  <a:lnTo>
                    <a:pt x="0" y="26537"/>
                  </a:lnTo>
                  <a:cubicBezTo>
                    <a:pt x="0" y="19499"/>
                    <a:pt x="2796" y="12749"/>
                    <a:pt x="7773" y="7773"/>
                  </a:cubicBezTo>
                  <a:cubicBezTo>
                    <a:pt x="12749" y="2796"/>
                    <a:pt x="19499" y="0"/>
                    <a:pt x="26537" y="0"/>
                  </a:cubicBezTo>
                  <a:close/>
                </a:path>
              </a:pathLst>
            </a:custGeom>
            <a:solidFill>
              <a:srgbClr val="FAFAFA"/>
            </a:solidFill>
            <a:ln w="38100" cap="rnd">
              <a:solidFill>
                <a:srgbClr val="222222"/>
              </a:solidFill>
              <a:prstDash val="solid"/>
              <a:round/>
            </a:ln>
          </p:spPr>
        </p:sp>
        <p:sp>
          <p:nvSpPr>
            <p:cNvPr name="TextBox 22" id="22"/>
            <p:cNvSpPr txBox="true"/>
            <p:nvPr/>
          </p:nvSpPr>
          <p:spPr>
            <a:xfrm>
              <a:off x="0" y="-47625"/>
              <a:ext cx="4021755" cy="261695"/>
            </a:xfrm>
            <a:prstGeom prst="rect">
              <a:avLst/>
            </a:prstGeom>
          </p:spPr>
          <p:txBody>
            <a:bodyPr anchor="ctr" rtlCol="false" tIns="50800" lIns="50800" bIns="50800" rIns="50800"/>
            <a:lstStyle/>
            <a:p>
              <a:pPr algn="ctr" marL="0" indent="0" lvl="1">
                <a:lnSpc>
                  <a:spcPts val="3779"/>
                </a:lnSpc>
                <a:spcBef>
                  <a:spcPct val="0"/>
                </a:spcBef>
              </a:pPr>
              <a:r>
                <a:rPr lang="en-US" sz="2700" u="sng">
                  <a:solidFill>
                    <a:srgbClr val="222222"/>
                  </a:solidFill>
                  <a:latin typeface="Body Grotesque"/>
                </a:rPr>
                <a:t>Conclusion</a:t>
              </a:r>
            </a:p>
          </p:txBody>
        </p:sp>
      </p:grpSp>
      <p:sp>
        <p:nvSpPr>
          <p:cNvPr name="TextBox 23" id="23"/>
          <p:cNvSpPr txBox="true"/>
          <p:nvPr/>
        </p:nvSpPr>
        <p:spPr>
          <a:xfrm rot="0">
            <a:off x="1704650" y="1620784"/>
            <a:ext cx="7131382" cy="1230238"/>
          </a:xfrm>
          <a:prstGeom prst="rect">
            <a:avLst/>
          </a:prstGeom>
        </p:spPr>
        <p:txBody>
          <a:bodyPr anchor="t" rtlCol="false" tIns="0" lIns="0" bIns="0" rIns="0">
            <a:spAutoFit/>
          </a:bodyPr>
          <a:lstStyle/>
          <a:p>
            <a:pPr algn="l" marL="0" indent="0" lvl="0">
              <a:lnSpc>
                <a:spcPts val="8800"/>
              </a:lnSpc>
            </a:pPr>
            <a:r>
              <a:rPr lang="en-US" sz="8000" spc="-200">
                <a:solidFill>
                  <a:srgbClr val="222222"/>
                </a:solidFill>
                <a:latin typeface="The Seasons Bold"/>
              </a:rPr>
              <a:t>Overview</a:t>
            </a:r>
          </a:p>
        </p:txBody>
      </p:sp>
      <p:sp>
        <p:nvSpPr>
          <p:cNvPr name="Freeform 24" id="24"/>
          <p:cNvSpPr/>
          <p:nvPr/>
        </p:nvSpPr>
        <p:spPr>
          <a:xfrm flipH="false" flipV="false" rot="0">
            <a:off x="10957475" y="-2057400"/>
            <a:ext cx="4120368" cy="4114800"/>
          </a:xfrm>
          <a:custGeom>
            <a:avLst/>
            <a:gdLst/>
            <a:ahLst/>
            <a:cxnLst/>
            <a:rect r="r" b="b" t="t" l="l"/>
            <a:pathLst>
              <a:path h="4114800" w="4120368">
                <a:moveTo>
                  <a:pt x="0" y="0"/>
                </a:moveTo>
                <a:lnTo>
                  <a:pt x="4120368" y="0"/>
                </a:lnTo>
                <a:lnTo>
                  <a:pt x="412036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0357093" y="3929655"/>
            <a:ext cx="8229702" cy="6613454"/>
          </a:xfrm>
          <a:custGeom>
            <a:avLst/>
            <a:gdLst/>
            <a:ahLst/>
            <a:cxnLst/>
            <a:rect r="r" b="b" t="t" l="l"/>
            <a:pathLst>
              <a:path h="6613454" w="8229702">
                <a:moveTo>
                  <a:pt x="0" y="0"/>
                </a:moveTo>
                <a:lnTo>
                  <a:pt x="8229702" y="0"/>
                </a:lnTo>
                <a:lnTo>
                  <a:pt x="8229702" y="6613455"/>
                </a:lnTo>
                <a:lnTo>
                  <a:pt x="0" y="6613455"/>
                </a:lnTo>
                <a:lnTo>
                  <a:pt x="0" y="0"/>
                </a:lnTo>
                <a:close/>
              </a:path>
            </a:pathLst>
          </a:custGeom>
          <a:blipFill>
            <a:blip r:embed="rId2"/>
            <a:stretch>
              <a:fillRect l="-26802" t="0" r="0" b="0"/>
            </a:stretch>
          </a:blipFill>
        </p:spPr>
      </p:sp>
      <p:sp>
        <p:nvSpPr>
          <p:cNvPr name="TextBox 3" id="3"/>
          <p:cNvSpPr txBox="true"/>
          <p:nvPr/>
        </p:nvSpPr>
        <p:spPr>
          <a:xfrm rot="0">
            <a:off x="1716750" y="2271976"/>
            <a:ext cx="6856094" cy="6682740"/>
          </a:xfrm>
          <a:prstGeom prst="rect">
            <a:avLst/>
          </a:prstGeom>
        </p:spPr>
        <p:txBody>
          <a:bodyPr anchor="t" rtlCol="false" tIns="0" lIns="0" bIns="0" rIns="0">
            <a:spAutoFit/>
          </a:bodyPr>
          <a:lstStyle/>
          <a:p>
            <a:pPr algn="l">
              <a:lnSpc>
                <a:spcPts val="3359"/>
              </a:lnSpc>
            </a:pPr>
            <a:r>
              <a:rPr lang="en-US" sz="2400" u="sng">
                <a:solidFill>
                  <a:srgbClr val="000000"/>
                </a:solidFill>
                <a:latin typeface="Body Grotesque Bold"/>
              </a:rPr>
              <a:t>Brief Overview of the BMI Calculator Project</a:t>
            </a:r>
            <a:r>
              <a:rPr lang="en-US" sz="2400">
                <a:solidFill>
                  <a:srgbClr val="000000"/>
                </a:solidFill>
                <a:latin typeface="Body Grotesque"/>
              </a:rPr>
              <a:t> The BMI (Body Mass Index) calculator project aims to provide a tool for users to determine their BMI based on their height and weight. The project is divided into two versions: a simple console-based implementation and a more advanced graphical user interface (GUI) version.</a:t>
            </a:r>
          </a:p>
          <a:p>
            <a:pPr algn="l">
              <a:lnSpc>
                <a:spcPts val="3359"/>
              </a:lnSpc>
            </a:pPr>
          </a:p>
          <a:p>
            <a:pPr algn="l">
              <a:lnSpc>
                <a:spcPts val="3359"/>
              </a:lnSpc>
            </a:pPr>
            <a:r>
              <a:rPr lang="en-US" sz="2400" u="sng">
                <a:solidFill>
                  <a:srgbClr val="000000"/>
                </a:solidFill>
                <a:latin typeface="Body Grotesque Bold"/>
              </a:rPr>
              <a:t>Comparison of Easy and Advanced Versions</a:t>
            </a:r>
            <a:r>
              <a:rPr lang="en-US" sz="2400">
                <a:solidFill>
                  <a:srgbClr val="000000"/>
                </a:solidFill>
                <a:latin typeface="Body Grotesque"/>
              </a:rPr>
              <a:t> The easy version of the BMI calculator is a basic console application that takes user input for height and weight, calculates the BMI, and categorizes it. The advanced version includes a GUI for a more user-friendly experience, along with additional features like unit conversion and error handling.</a:t>
            </a:r>
          </a:p>
        </p:txBody>
      </p:sp>
      <p:sp>
        <p:nvSpPr>
          <p:cNvPr name="TextBox 4" id="4"/>
          <p:cNvSpPr txBox="true"/>
          <p:nvPr/>
        </p:nvSpPr>
        <p:spPr>
          <a:xfrm rot="0">
            <a:off x="10357093" y="1752864"/>
            <a:ext cx="6902207" cy="1171575"/>
          </a:xfrm>
          <a:prstGeom prst="rect">
            <a:avLst/>
          </a:prstGeom>
        </p:spPr>
        <p:txBody>
          <a:bodyPr anchor="t" rtlCol="false" tIns="0" lIns="0" bIns="0" rIns="0">
            <a:spAutoFit/>
          </a:bodyPr>
          <a:lstStyle/>
          <a:p>
            <a:pPr algn="l" marL="0" indent="0" lvl="0">
              <a:lnSpc>
                <a:spcPts val="8800"/>
              </a:lnSpc>
            </a:pPr>
            <a:r>
              <a:rPr lang="en-US" sz="8000" spc="-200">
                <a:solidFill>
                  <a:srgbClr val="222222"/>
                </a:solidFill>
                <a:latin typeface="The Seasons Bold"/>
              </a:rPr>
              <a:t>Introduction</a:t>
            </a:r>
          </a:p>
        </p:txBody>
      </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3837683" y="600504"/>
            <a:ext cx="2340447" cy="4109582"/>
          </a:xfrm>
          <a:custGeom>
            <a:avLst/>
            <a:gdLst/>
            <a:ahLst/>
            <a:cxnLst/>
            <a:rect r="r" b="b" t="t" l="l"/>
            <a:pathLst>
              <a:path h="4109582" w="2340447">
                <a:moveTo>
                  <a:pt x="0" y="0"/>
                </a:moveTo>
                <a:lnTo>
                  <a:pt x="2340447" y="0"/>
                </a:lnTo>
                <a:lnTo>
                  <a:pt x="2340447" y="4109583"/>
                </a:lnTo>
                <a:lnTo>
                  <a:pt x="0" y="41095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225302" y="5090160"/>
            <a:ext cx="15837396" cy="4168140"/>
          </a:xfrm>
          <a:prstGeom prst="rect">
            <a:avLst/>
          </a:prstGeom>
        </p:spPr>
        <p:txBody>
          <a:bodyPr anchor="t" rtlCol="false" tIns="0" lIns="0" bIns="0" rIns="0">
            <a:spAutoFit/>
          </a:bodyPr>
          <a:lstStyle/>
          <a:p>
            <a:pPr algn="l">
              <a:lnSpc>
                <a:spcPts val="3359"/>
              </a:lnSpc>
            </a:pPr>
            <a:r>
              <a:rPr lang="en-US" sz="2400" u="sng">
                <a:solidFill>
                  <a:srgbClr val="000000"/>
                </a:solidFill>
                <a:latin typeface="Body Grotesque Bold"/>
              </a:rPr>
              <a:t>Objective: Calculate BMI Using User Input</a:t>
            </a:r>
            <a:r>
              <a:rPr lang="en-US" sz="2400">
                <a:solidFill>
                  <a:srgbClr val="000000"/>
                </a:solidFill>
                <a:latin typeface="Body Grotesque"/>
              </a:rPr>
              <a:t> The easy version's goal is to perform BMI calculations based on user input for height and weight, and provide a categorization based on the calculated BMI.</a:t>
            </a:r>
          </a:p>
          <a:p>
            <a:pPr algn="l">
              <a:lnSpc>
                <a:spcPts val="3359"/>
              </a:lnSpc>
            </a:pPr>
          </a:p>
          <a:p>
            <a:pPr algn="l">
              <a:lnSpc>
                <a:spcPts val="3359"/>
              </a:lnSpc>
            </a:pPr>
            <a:r>
              <a:rPr lang="en-US" sz="2400" u="sng">
                <a:solidFill>
                  <a:srgbClr val="000000"/>
                </a:solidFill>
                <a:latin typeface="Body Grotesque Bold"/>
              </a:rPr>
              <a:t>Features</a:t>
            </a:r>
            <a:r>
              <a:rPr lang="en-US" sz="2400">
                <a:solidFill>
                  <a:srgbClr val="000000"/>
                </a:solidFill>
                <a:latin typeface="Body Grotesque"/>
              </a:rPr>
              <a:t> </a:t>
            </a:r>
          </a:p>
          <a:p>
            <a:pPr algn="l" marL="518160" indent="-259080" lvl="1">
              <a:lnSpc>
                <a:spcPts val="3359"/>
              </a:lnSpc>
              <a:buFont typeface="Arial"/>
              <a:buChar char="•"/>
            </a:pPr>
            <a:r>
              <a:rPr lang="en-US" sz="2400">
                <a:solidFill>
                  <a:srgbClr val="000000"/>
                </a:solidFill>
                <a:latin typeface="Body Grotesque"/>
              </a:rPr>
              <a:t>User input for height and weight.</a:t>
            </a:r>
          </a:p>
          <a:p>
            <a:pPr algn="l" marL="518160" indent="-259080" lvl="1">
              <a:lnSpc>
                <a:spcPts val="3359"/>
              </a:lnSpc>
              <a:buFont typeface="Arial"/>
              <a:buChar char="•"/>
            </a:pPr>
            <a:r>
              <a:rPr lang="en-US" sz="2400">
                <a:solidFill>
                  <a:srgbClr val="000000"/>
                </a:solidFill>
                <a:latin typeface="Body Grotesque"/>
              </a:rPr>
              <a:t>BMI calculation.</a:t>
            </a:r>
          </a:p>
          <a:p>
            <a:pPr algn="l" marL="518160" indent="-259080" lvl="1">
              <a:lnSpc>
                <a:spcPts val="3359"/>
              </a:lnSpc>
              <a:buFont typeface="Arial"/>
              <a:buChar char="•"/>
            </a:pPr>
            <a:r>
              <a:rPr lang="en-US" sz="2400">
                <a:solidFill>
                  <a:srgbClr val="000000"/>
                </a:solidFill>
                <a:latin typeface="Body Grotesque"/>
              </a:rPr>
              <a:t>Categorization of BMI.</a:t>
            </a:r>
          </a:p>
          <a:p>
            <a:pPr algn="l">
              <a:lnSpc>
                <a:spcPts val="3359"/>
              </a:lnSpc>
            </a:pPr>
          </a:p>
          <a:p>
            <a:pPr algn="l">
              <a:lnSpc>
                <a:spcPts val="3359"/>
              </a:lnSpc>
            </a:pPr>
            <a:r>
              <a:rPr lang="en-US" sz="2400" u="sng">
                <a:solidFill>
                  <a:srgbClr val="000000"/>
                </a:solidFill>
                <a:latin typeface="Body Grotesque Bold"/>
              </a:rPr>
              <a:t>Technologies Used</a:t>
            </a:r>
          </a:p>
          <a:p>
            <a:pPr algn="l" marL="518160" indent="-259080" lvl="1">
              <a:lnSpc>
                <a:spcPts val="3359"/>
              </a:lnSpc>
              <a:buFont typeface="Arial"/>
              <a:buChar char="•"/>
            </a:pPr>
            <a:r>
              <a:rPr lang="en-US" sz="2400" u="none">
                <a:solidFill>
                  <a:srgbClr val="000000"/>
                </a:solidFill>
                <a:latin typeface="Body Grotesque"/>
              </a:rPr>
              <a:t>Python</a:t>
            </a:r>
          </a:p>
        </p:txBody>
      </p:sp>
      <p:sp>
        <p:nvSpPr>
          <p:cNvPr name="TextBox 4" id="4"/>
          <p:cNvSpPr txBox="true"/>
          <p:nvPr/>
        </p:nvSpPr>
        <p:spPr>
          <a:xfrm rot="0">
            <a:off x="1225302" y="2098083"/>
            <a:ext cx="8815721" cy="1171575"/>
          </a:xfrm>
          <a:prstGeom prst="rect">
            <a:avLst/>
          </a:prstGeom>
        </p:spPr>
        <p:txBody>
          <a:bodyPr anchor="t" rtlCol="false" tIns="0" lIns="0" bIns="0" rIns="0">
            <a:spAutoFit/>
          </a:bodyPr>
          <a:lstStyle/>
          <a:p>
            <a:pPr algn="l" marL="0" indent="0" lvl="0">
              <a:lnSpc>
                <a:spcPts val="8800"/>
              </a:lnSpc>
            </a:pPr>
            <a:r>
              <a:rPr lang="en-US" sz="8000" spc="-200">
                <a:solidFill>
                  <a:srgbClr val="222222"/>
                </a:solidFill>
                <a:latin typeface="The Seasons Bold"/>
              </a:rPr>
              <a:t>Easy Version</a:t>
            </a:r>
          </a:p>
        </p:txBody>
      </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426849" y="3929655"/>
            <a:ext cx="8357757" cy="6720167"/>
          </a:xfrm>
          <a:custGeom>
            <a:avLst/>
            <a:gdLst/>
            <a:ahLst/>
            <a:cxnLst/>
            <a:rect r="r" b="b" t="t" l="l"/>
            <a:pathLst>
              <a:path h="6720167" w="8357757">
                <a:moveTo>
                  <a:pt x="0" y="0"/>
                </a:moveTo>
                <a:lnTo>
                  <a:pt x="8357756" y="0"/>
                </a:lnTo>
                <a:lnTo>
                  <a:pt x="8357756" y="6720167"/>
                </a:lnTo>
                <a:lnTo>
                  <a:pt x="0" y="6720167"/>
                </a:lnTo>
                <a:lnTo>
                  <a:pt x="0" y="0"/>
                </a:lnTo>
                <a:close/>
              </a:path>
            </a:pathLst>
          </a:custGeom>
          <a:blipFill>
            <a:blip r:embed="rId2"/>
            <a:stretch>
              <a:fillRect l="-2410" t="0" r="-9849" b="0"/>
            </a:stretch>
          </a:blipFill>
        </p:spPr>
      </p:sp>
      <p:sp>
        <p:nvSpPr>
          <p:cNvPr name="TextBox 3" id="3"/>
          <p:cNvSpPr txBox="true"/>
          <p:nvPr/>
        </p:nvSpPr>
        <p:spPr>
          <a:xfrm rot="0">
            <a:off x="9211908" y="3891555"/>
            <a:ext cx="8047392" cy="3749040"/>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000000"/>
                </a:solidFill>
                <a:latin typeface="Body Grotesque"/>
              </a:rPr>
              <a:t>User Input Handling: The application prompts the user to in</a:t>
            </a:r>
            <a:r>
              <a:rPr lang="en-US" sz="2400" u="none">
                <a:solidFill>
                  <a:srgbClr val="000000"/>
                </a:solidFill>
                <a:latin typeface="Body Grotesque"/>
              </a:rPr>
              <a:t>p</a:t>
            </a:r>
            <a:r>
              <a:rPr lang="en-US" sz="2400">
                <a:solidFill>
                  <a:srgbClr val="000000"/>
                </a:solidFill>
                <a:latin typeface="Body Grotesque"/>
              </a:rPr>
              <a:t>ut</a:t>
            </a:r>
            <a:r>
              <a:rPr lang="en-US" sz="2400" u="none">
                <a:solidFill>
                  <a:srgbClr val="000000"/>
                </a:solidFill>
                <a:latin typeface="Body Grotesque"/>
              </a:rPr>
              <a:t> </a:t>
            </a:r>
            <a:r>
              <a:rPr lang="en-US" sz="2400">
                <a:solidFill>
                  <a:srgbClr val="000000"/>
                </a:solidFill>
                <a:latin typeface="Body Grotesque"/>
              </a:rPr>
              <a:t>their height in meters and weight in kilograms.</a:t>
            </a:r>
          </a:p>
          <a:p>
            <a:pPr algn="l">
              <a:lnSpc>
                <a:spcPts val="3359"/>
              </a:lnSpc>
            </a:pPr>
          </a:p>
          <a:p>
            <a:pPr algn="l" marL="518160" indent="-259080" lvl="1">
              <a:lnSpc>
                <a:spcPts val="3359"/>
              </a:lnSpc>
              <a:buFont typeface="Arial"/>
              <a:buChar char="•"/>
            </a:pPr>
            <a:r>
              <a:rPr lang="en-US" sz="2400">
                <a:solidFill>
                  <a:srgbClr val="000000"/>
                </a:solidFill>
                <a:latin typeface="Body Grotesque"/>
              </a:rPr>
              <a:t>BMI Formula Implementation: The BMI is calculated using the formula: BMI = kg/m^2</a:t>
            </a:r>
          </a:p>
          <a:p>
            <a:pPr algn="l">
              <a:lnSpc>
                <a:spcPts val="3359"/>
              </a:lnSpc>
            </a:pPr>
          </a:p>
          <a:p>
            <a:pPr algn="l" marL="518160" indent="-259080" lvl="1">
              <a:lnSpc>
                <a:spcPts val="3359"/>
              </a:lnSpc>
              <a:buFont typeface="Arial"/>
              <a:buChar char="•"/>
            </a:pPr>
            <a:r>
              <a:rPr lang="en-US" sz="2400">
                <a:solidFill>
                  <a:srgbClr val="000000"/>
                </a:solidFill>
                <a:latin typeface="Body Grotesque"/>
              </a:rPr>
              <a:t>C</a:t>
            </a:r>
            <a:r>
              <a:rPr lang="en-US" sz="2400" u="none">
                <a:solidFill>
                  <a:srgbClr val="000000"/>
                </a:solidFill>
                <a:latin typeface="Body Grotesque"/>
              </a:rPr>
              <a:t>a</a:t>
            </a:r>
            <a:r>
              <a:rPr lang="en-US" sz="2400">
                <a:solidFill>
                  <a:srgbClr val="000000"/>
                </a:solidFill>
                <a:latin typeface="Body Grotesque"/>
              </a:rPr>
              <a:t>te</a:t>
            </a:r>
            <a:r>
              <a:rPr lang="en-US" sz="2400" u="none">
                <a:solidFill>
                  <a:srgbClr val="000000"/>
                </a:solidFill>
                <a:latin typeface="Body Grotesque"/>
              </a:rPr>
              <a:t>g</a:t>
            </a:r>
            <a:r>
              <a:rPr lang="en-US" sz="2400">
                <a:solidFill>
                  <a:srgbClr val="000000"/>
                </a:solidFill>
                <a:latin typeface="Body Grotesque"/>
              </a:rPr>
              <a:t>o</a:t>
            </a:r>
            <a:r>
              <a:rPr lang="en-US" sz="2400" u="none">
                <a:solidFill>
                  <a:srgbClr val="000000"/>
                </a:solidFill>
                <a:latin typeface="Body Grotesque"/>
              </a:rPr>
              <a:t>r</a:t>
            </a:r>
            <a:r>
              <a:rPr lang="en-US" sz="2400">
                <a:solidFill>
                  <a:srgbClr val="000000"/>
                </a:solidFill>
                <a:latin typeface="Body Grotesque"/>
              </a:rPr>
              <a:t>iz</a:t>
            </a:r>
            <a:r>
              <a:rPr lang="en-US" sz="2400" u="none">
                <a:solidFill>
                  <a:srgbClr val="000000"/>
                </a:solidFill>
                <a:latin typeface="Body Grotesque"/>
              </a:rPr>
              <a:t>a</a:t>
            </a:r>
            <a:r>
              <a:rPr lang="en-US" sz="2400">
                <a:solidFill>
                  <a:srgbClr val="000000"/>
                </a:solidFill>
                <a:latin typeface="Body Grotesque"/>
              </a:rPr>
              <a:t>tion: The BMI value is categorized into underweight, normal weight, overweight, or obesity.</a:t>
            </a:r>
          </a:p>
          <a:p>
            <a:pPr algn="l">
              <a:lnSpc>
                <a:spcPts val="3359"/>
              </a:lnSpc>
            </a:pPr>
          </a:p>
        </p:txBody>
      </p:sp>
      <p:sp>
        <p:nvSpPr>
          <p:cNvPr name="TextBox 4" id="4"/>
          <p:cNvSpPr txBox="true"/>
          <p:nvPr/>
        </p:nvSpPr>
        <p:spPr>
          <a:xfrm rot="0">
            <a:off x="1583604" y="1752864"/>
            <a:ext cx="7142169" cy="1171575"/>
          </a:xfrm>
          <a:prstGeom prst="rect">
            <a:avLst/>
          </a:prstGeom>
        </p:spPr>
        <p:txBody>
          <a:bodyPr anchor="t" rtlCol="false" tIns="0" lIns="0" bIns="0" rIns="0">
            <a:spAutoFit/>
          </a:bodyPr>
          <a:lstStyle/>
          <a:p>
            <a:pPr algn="l" marL="0" indent="0" lvl="0">
              <a:lnSpc>
                <a:spcPts val="8800"/>
              </a:lnSpc>
            </a:pPr>
            <a:r>
              <a:rPr lang="en-US" sz="8000" spc="-200">
                <a:solidFill>
                  <a:srgbClr val="222222"/>
                </a:solidFill>
                <a:latin typeface="The Seasons Bold"/>
              </a:rPr>
              <a:t>Implementation</a:t>
            </a:r>
          </a:p>
        </p:txBody>
      </p:sp>
    </p:spTree>
  </p:cSld>
  <p:clrMapOvr>
    <a:masterClrMapping/>
  </p:clrMapOvr>
</p:sld>
</file>

<file path=ppt/slides/slide62.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1435850" y="886871"/>
            <a:ext cx="3886126" cy="8513257"/>
          </a:xfrm>
          <a:prstGeom prst="rect">
            <a:avLst/>
          </a:prstGeom>
        </p:spPr>
      </p:pic>
      <p:grpSp>
        <p:nvGrpSpPr>
          <p:cNvPr name="Group 3" id="3"/>
          <p:cNvGrpSpPr/>
          <p:nvPr/>
        </p:nvGrpSpPr>
        <p:grpSpPr>
          <a:xfrm rot="0">
            <a:off x="6681970" y="952470"/>
            <a:ext cx="9626735" cy="8382060"/>
            <a:chOff x="0" y="0"/>
            <a:chExt cx="12835647" cy="11176080"/>
          </a:xfrm>
        </p:grpSpPr>
        <p:sp>
          <p:nvSpPr>
            <p:cNvPr name="TextBox 4" id="4"/>
            <p:cNvSpPr txBox="true"/>
            <p:nvPr/>
          </p:nvSpPr>
          <p:spPr>
            <a:xfrm rot="0">
              <a:off x="0" y="2837260"/>
              <a:ext cx="12835647" cy="8338820"/>
            </a:xfrm>
            <a:prstGeom prst="rect">
              <a:avLst/>
            </a:prstGeom>
          </p:spPr>
          <p:txBody>
            <a:bodyPr anchor="t" rtlCol="false" tIns="0" lIns="0" bIns="0" rIns="0">
              <a:spAutoFit/>
            </a:bodyPr>
            <a:lstStyle/>
            <a:p>
              <a:pPr algn="l">
                <a:lnSpc>
                  <a:spcPts val="3359"/>
                </a:lnSpc>
              </a:pPr>
              <a:r>
                <a:rPr lang="en-US" sz="2400" u="sng">
                  <a:solidFill>
                    <a:srgbClr val="000000"/>
                  </a:solidFill>
                  <a:latin typeface="Body Grotesque Bold"/>
                </a:rPr>
                <a:t>Objective: Provide a Graphical Interface for BMI Calculation</a:t>
              </a:r>
              <a:r>
                <a:rPr lang="en-US" sz="2400">
                  <a:solidFill>
                    <a:srgbClr val="000000"/>
                  </a:solidFill>
                  <a:latin typeface="Body Grotesque"/>
                </a:rPr>
                <a:t> The advanced version aims to create a user-friendly application with a graphical interface for calculating BMI, including unit conversions and enhanced error handling.</a:t>
              </a:r>
            </a:p>
            <a:p>
              <a:pPr algn="l">
                <a:lnSpc>
                  <a:spcPts val="3359"/>
                </a:lnSpc>
              </a:pPr>
            </a:p>
            <a:p>
              <a:pPr algn="l">
                <a:lnSpc>
                  <a:spcPts val="3359"/>
                </a:lnSpc>
              </a:pPr>
              <a:r>
                <a:rPr lang="en-US" sz="2400" u="sng">
                  <a:solidFill>
                    <a:srgbClr val="000000"/>
                  </a:solidFill>
                  <a:latin typeface="Body Grotesque Bold"/>
                </a:rPr>
                <a:t>Features:</a:t>
              </a:r>
            </a:p>
            <a:p>
              <a:pPr algn="l" marL="518160" indent="-259080" lvl="1">
                <a:lnSpc>
                  <a:spcPts val="3359"/>
                </a:lnSpc>
                <a:buFont typeface="Arial"/>
                <a:buChar char="•"/>
              </a:pPr>
              <a:r>
                <a:rPr lang="en-US" sz="2400">
                  <a:solidFill>
                    <a:srgbClr val="000000"/>
                  </a:solidFill>
                  <a:latin typeface="Body Grotesque"/>
                </a:rPr>
                <a:t>GUI for user input.</a:t>
              </a:r>
            </a:p>
            <a:p>
              <a:pPr algn="l" marL="518160" indent="-259080" lvl="1">
                <a:lnSpc>
                  <a:spcPts val="3359"/>
                </a:lnSpc>
                <a:buFont typeface="Arial"/>
                <a:buChar char="•"/>
              </a:pPr>
              <a:r>
                <a:rPr lang="en-US" sz="2400">
                  <a:solidFill>
                    <a:srgbClr val="000000"/>
                  </a:solidFill>
                  <a:latin typeface="Body Grotesque"/>
                </a:rPr>
                <a:t>BMI calculation.</a:t>
              </a:r>
            </a:p>
            <a:p>
              <a:pPr algn="l" marL="518160" indent="-259080" lvl="1">
                <a:lnSpc>
                  <a:spcPts val="3359"/>
                </a:lnSpc>
                <a:buFont typeface="Arial"/>
                <a:buChar char="•"/>
              </a:pPr>
              <a:r>
                <a:rPr lang="en-US" sz="2400">
                  <a:solidFill>
                    <a:srgbClr val="000000"/>
                  </a:solidFill>
                  <a:latin typeface="Body Grotesque"/>
                </a:rPr>
                <a:t>Categorization.</a:t>
              </a:r>
            </a:p>
            <a:p>
              <a:pPr algn="l" marL="518160" indent="-259080" lvl="1">
                <a:lnSpc>
                  <a:spcPts val="3359"/>
                </a:lnSpc>
                <a:buFont typeface="Arial"/>
                <a:buChar char="•"/>
              </a:pPr>
              <a:r>
                <a:rPr lang="en-US" sz="2400">
                  <a:solidFill>
                    <a:srgbClr val="000000"/>
                  </a:solidFill>
                  <a:latin typeface="Body Grotesque"/>
                </a:rPr>
                <a:t>Data visualization (future improvement).</a:t>
              </a:r>
            </a:p>
            <a:p>
              <a:pPr algn="l">
                <a:lnSpc>
                  <a:spcPts val="3359"/>
                </a:lnSpc>
              </a:pPr>
            </a:p>
            <a:p>
              <a:pPr algn="l">
                <a:lnSpc>
                  <a:spcPts val="3359"/>
                </a:lnSpc>
              </a:pPr>
              <a:r>
                <a:rPr lang="en-US" sz="2400" u="sng">
                  <a:solidFill>
                    <a:srgbClr val="000000"/>
                  </a:solidFill>
                  <a:latin typeface="Body Grotesque Bold"/>
                </a:rPr>
                <a:t>Technologies Used:</a:t>
              </a:r>
            </a:p>
            <a:p>
              <a:pPr algn="l" marL="518160" indent="-259080" lvl="1">
                <a:lnSpc>
                  <a:spcPts val="3359"/>
                </a:lnSpc>
                <a:buFont typeface="Arial"/>
                <a:buChar char="•"/>
              </a:pPr>
              <a:r>
                <a:rPr lang="en-US" sz="2400">
                  <a:solidFill>
                    <a:srgbClr val="000000"/>
                  </a:solidFill>
                  <a:latin typeface="Body Grotesque"/>
                </a:rPr>
                <a:t>Python</a:t>
              </a:r>
            </a:p>
            <a:p>
              <a:pPr algn="l" marL="518160" indent="-259080" lvl="1">
                <a:lnSpc>
                  <a:spcPts val="3359"/>
                </a:lnSpc>
                <a:buFont typeface="Arial"/>
                <a:buChar char="•"/>
              </a:pPr>
              <a:r>
                <a:rPr lang="en-US" sz="2400">
                  <a:solidFill>
                    <a:srgbClr val="000000"/>
                  </a:solidFill>
                  <a:latin typeface="Body Grotesque"/>
                </a:rPr>
                <a:t>Library: tkinter</a:t>
              </a:r>
            </a:p>
            <a:p>
              <a:pPr algn="l">
                <a:lnSpc>
                  <a:spcPts val="3359"/>
                </a:lnSpc>
              </a:pPr>
            </a:p>
          </p:txBody>
        </p:sp>
        <p:sp>
          <p:nvSpPr>
            <p:cNvPr name="TextBox 5" id="5"/>
            <p:cNvSpPr txBox="true"/>
            <p:nvPr/>
          </p:nvSpPr>
          <p:spPr>
            <a:xfrm rot="0">
              <a:off x="0" y="57150"/>
              <a:ext cx="12835647" cy="1581150"/>
            </a:xfrm>
            <a:prstGeom prst="rect">
              <a:avLst/>
            </a:prstGeom>
          </p:spPr>
          <p:txBody>
            <a:bodyPr anchor="t" rtlCol="false" tIns="0" lIns="0" bIns="0" rIns="0">
              <a:spAutoFit/>
            </a:bodyPr>
            <a:lstStyle/>
            <a:p>
              <a:pPr algn="l" marL="0" indent="0" lvl="0">
                <a:lnSpc>
                  <a:spcPts val="8800"/>
                </a:lnSpc>
              </a:pPr>
              <a:r>
                <a:rPr lang="en-US" sz="8000" spc="-200">
                  <a:solidFill>
                    <a:srgbClr val="222222"/>
                  </a:solidFill>
                  <a:latin typeface="The Seasons Bold"/>
                </a:rPr>
                <a:t>Advanced Version</a:t>
              </a:r>
            </a:p>
          </p:txBody>
        </p:sp>
      </p:grpSp>
      <p:sp>
        <p:nvSpPr>
          <p:cNvPr name="Freeform 6" id="6"/>
          <p:cNvSpPr/>
          <p:nvPr/>
        </p:nvSpPr>
        <p:spPr>
          <a:xfrm flipH="false" flipV="false" rot="0">
            <a:off x="13950812" y="-1652009"/>
            <a:ext cx="3308488" cy="3304017"/>
          </a:xfrm>
          <a:custGeom>
            <a:avLst/>
            <a:gdLst/>
            <a:ahLst/>
            <a:cxnLst/>
            <a:rect r="r" b="b" t="t" l="l"/>
            <a:pathLst>
              <a:path h="3304017" w="3308488">
                <a:moveTo>
                  <a:pt x="0" y="0"/>
                </a:moveTo>
                <a:lnTo>
                  <a:pt x="3308488" y="0"/>
                </a:lnTo>
                <a:lnTo>
                  <a:pt x="3308488" y="3304018"/>
                </a:lnTo>
                <a:lnTo>
                  <a:pt x="0" y="33040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63.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9078432" y="1297086"/>
            <a:ext cx="8354636" cy="7692828"/>
          </a:xfrm>
          <a:prstGeom prst="rect">
            <a:avLst/>
          </a:prstGeom>
        </p:spPr>
      </p:pic>
      <p:grpSp>
        <p:nvGrpSpPr>
          <p:cNvPr name="Group 3" id="3"/>
          <p:cNvGrpSpPr/>
          <p:nvPr/>
        </p:nvGrpSpPr>
        <p:grpSpPr>
          <a:xfrm rot="0">
            <a:off x="1551152" y="1928983"/>
            <a:ext cx="7243910" cy="6429034"/>
            <a:chOff x="0" y="0"/>
            <a:chExt cx="9658547" cy="8572045"/>
          </a:xfrm>
        </p:grpSpPr>
        <p:sp>
          <p:nvSpPr>
            <p:cNvPr name="TextBox 4" id="4"/>
            <p:cNvSpPr txBox="true"/>
            <p:nvPr/>
          </p:nvSpPr>
          <p:spPr>
            <a:xfrm rot="0">
              <a:off x="0" y="2468425"/>
              <a:ext cx="9658547" cy="6103620"/>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000000"/>
                  </a:solidFill>
                  <a:latin typeface="Body Grotesque"/>
                </a:rPr>
                <a:t>GUI Design with tkinter: The application uses tkinter to create a graphical interface for user interaction.</a:t>
              </a:r>
            </a:p>
            <a:p>
              <a:pPr algn="l">
                <a:lnSpc>
                  <a:spcPts val="3359"/>
                </a:lnSpc>
              </a:pPr>
            </a:p>
            <a:p>
              <a:pPr algn="l" marL="518160" indent="-259080" lvl="1">
                <a:lnSpc>
                  <a:spcPts val="3359"/>
                </a:lnSpc>
                <a:buFont typeface="Arial"/>
                <a:buChar char="•"/>
              </a:pPr>
              <a:r>
                <a:rPr lang="en-US" sz="2400">
                  <a:solidFill>
                    <a:srgbClr val="000000"/>
                  </a:solidFill>
                  <a:latin typeface="Body Grotesque"/>
                </a:rPr>
                <a:t>BMI Calculation </a:t>
              </a:r>
              <a:r>
                <a:rPr lang="en-US" sz="2400" u="none">
                  <a:solidFill>
                    <a:srgbClr val="000000"/>
                  </a:solidFill>
                  <a:latin typeface="Body Grotesque"/>
                </a:rPr>
                <a:t>a</a:t>
              </a:r>
              <a:r>
                <a:rPr lang="en-US" sz="2400">
                  <a:solidFill>
                    <a:srgbClr val="000000"/>
                  </a:solidFill>
                  <a:latin typeface="Body Grotesque"/>
                </a:rPr>
                <a:t>nd C</a:t>
              </a:r>
              <a:r>
                <a:rPr lang="en-US" sz="2400" u="none">
                  <a:solidFill>
                    <a:srgbClr val="000000"/>
                  </a:solidFill>
                  <a:latin typeface="Body Grotesque"/>
                </a:rPr>
                <a:t>a</a:t>
              </a:r>
              <a:r>
                <a:rPr lang="en-US" sz="2400">
                  <a:solidFill>
                    <a:srgbClr val="000000"/>
                  </a:solidFill>
                  <a:latin typeface="Body Grotesque"/>
                </a:rPr>
                <a:t>te</a:t>
              </a:r>
              <a:r>
                <a:rPr lang="en-US" sz="2400" u="none">
                  <a:solidFill>
                    <a:srgbClr val="000000"/>
                  </a:solidFill>
                  <a:latin typeface="Body Grotesque"/>
                </a:rPr>
                <a:t>g</a:t>
              </a:r>
              <a:r>
                <a:rPr lang="en-US" sz="2400">
                  <a:solidFill>
                    <a:srgbClr val="000000"/>
                  </a:solidFill>
                  <a:latin typeface="Body Grotesque"/>
                </a:rPr>
                <a:t>o</a:t>
              </a:r>
              <a:r>
                <a:rPr lang="en-US" sz="2400" u="none">
                  <a:solidFill>
                    <a:srgbClr val="000000"/>
                  </a:solidFill>
                  <a:latin typeface="Body Grotesque"/>
                </a:rPr>
                <a:t>r</a:t>
              </a:r>
              <a:r>
                <a:rPr lang="en-US" sz="2400">
                  <a:solidFill>
                    <a:srgbClr val="000000"/>
                  </a:solidFill>
                  <a:latin typeface="Body Grotesque"/>
                </a:rPr>
                <a:t>iz</a:t>
              </a:r>
              <a:r>
                <a:rPr lang="en-US" sz="2400" u="none">
                  <a:solidFill>
                    <a:srgbClr val="000000"/>
                  </a:solidFill>
                  <a:latin typeface="Body Grotesque"/>
                </a:rPr>
                <a:t>a</a:t>
              </a:r>
              <a:r>
                <a:rPr lang="en-US" sz="2400">
                  <a:solidFill>
                    <a:srgbClr val="000000"/>
                  </a:solidFill>
                  <a:latin typeface="Body Grotesque"/>
                </a:rPr>
                <a:t>tion:</a:t>
              </a:r>
              <a:r>
                <a:rPr lang="en-US" sz="2400" u="none">
                  <a:solidFill>
                    <a:srgbClr val="000000"/>
                  </a:solidFill>
                  <a:latin typeface="Body Grotesque"/>
                </a:rPr>
                <a:t> </a:t>
              </a:r>
              <a:r>
                <a:rPr lang="en-US" sz="2400">
                  <a:solidFill>
                    <a:srgbClr val="000000"/>
                  </a:solidFill>
                  <a:latin typeface="Body Grotesque"/>
                </a:rPr>
                <a:t>Similar to the easy version, but with added functionality for unit conversion and better user interaction.</a:t>
              </a:r>
            </a:p>
            <a:p>
              <a:pPr algn="l">
                <a:lnSpc>
                  <a:spcPts val="3359"/>
                </a:lnSpc>
              </a:pPr>
            </a:p>
            <a:p>
              <a:pPr algn="l" marL="518160" indent="-259080" lvl="1">
                <a:lnSpc>
                  <a:spcPts val="3359"/>
                </a:lnSpc>
                <a:buFont typeface="Arial"/>
                <a:buChar char="•"/>
              </a:pPr>
              <a:r>
                <a:rPr lang="en-US" sz="2400">
                  <a:solidFill>
                    <a:srgbClr val="000000"/>
                  </a:solidFill>
                  <a:latin typeface="Body Grotesque"/>
                </a:rPr>
                <a:t>Error Handling: The application includes error messages for invalid input and unexpected errors.</a:t>
              </a:r>
            </a:p>
          </p:txBody>
        </p:sp>
        <p:sp>
          <p:nvSpPr>
            <p:cNvPr name="TextBox 5" id="5"/>
            <p:cNvSpPr txBox="true"/>
            <p:nvPr/>
          </p:nvSpPr>
          <p:spPr>
            <a:xfrm rot="0">
              <a:off x="0" y="57150"/>
              <a:ext cx="9658547" cy="1581150"/>
            </a:xfrm>
            <a:prstGeom prst="rect">
              <a:avLst/>
            </a:prstGeom>
          </p:spPr>
          <p:txBody>
            <a:bodyPr anchor="t" rtlCol="false" tIns="0" lIns="0" bIns="0" rIns="0">
              <a:spAutoFit/>
            </a:bodyPr>
            <a:lstStyle/>
            <a:p>
              <a:pPr algn="l" marL="0" indent="0" lvl="0">
                <a:lnSpc>
                  <a:spcPts val="8800"/>
                </a:lnSpc>
              </a:pPr>
              <a:r>
                <a:rPr lang="en-US" sz="8000" spc="-200">
                  <a:solidFill>
                    <a:srgbClr val="222222"/>
                  </a:solidFill>
                  <a:latin typeface="The Seasons Bold"/>
                </a:rPr>
                <a:t>Implementation</a:t>
              </a:r>
            </a:p>
          </p:txBody>
        </p:sp>
      </p:grpSp>
    </p:spTree>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299742" y="3843758"/>
            <a:ext cx="2599484" cy="2599484"/>
          </a:xfrm>
          <a:custGeom>
            <a:avLst/>
            <a:gdLst/>
            <a:ahLst/>
            <a:cxnLst/>
            <a:rect r="r" b="b" t="t" l="l"/>
            <a:pathLst>
              <a:path h="2599484" w="2599484">
                <a:moveTo>
                  <a:pt x="0" y="0"/>
                </a:moveTo>
                <a:lnTo>
                  <a:pt x="2599484" y="0"/>
                </a:lnTo>
                <a:lnTo>
                  <a:pt x="2599484" y="2599484"/>
                </a:lnTo>
                <a:lnTo>
                  <a:pt x="0" y="25994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756579" y="-947268"/>
            <a:ext cx="2396731" cy="2396731"/>
          </a:xfrm>
          <a:custGeom>
            <a:avLst/>
            <a:gdLst/>
            <a:ahLst/>
            <a:cxnLst/>
            <a:rect r="r" b="b" t="t" l="l"/>
            <a:pathLst>
              <a:path h="2396731" w="2396731">
                <a:moveTo>
                  <a:pt x="0" y="0"/>
                </a:moveTo>
                <a:lnTo>
                  <a:pt x="2396731" y="0"/>
                </a:lnTo>
                <a:lnTo>
                  <a:pt x="2396731" y="2396731"/>
                </a:lnTo>
                <a:lnTo>
                  <a:pt x="0" y="23967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970279" y="2420756"/>
            <a:ext cx="2396731" cy="2396731"/>
          </a:xfrm>
          <a:custGeom>
            <a:avLst/>
            <a:gdLst/>
            <a:ahLst/>
            <a:cxnLst/>
            <a:rect r="r" b="b" t="t" l="l"/>
            <a:pathLst>
              <a:path h="2396731" w="2396731">
                <a:moveTo>
                  <a:pt x="0" y="0"/>
                </a:moveTo>
                <a:lnTo>
                  <a:pt x="2396731" y="0"/>
                </a:lnTo>
                <a:lnTo>
                  <a:pt x="2396731" y="2396731"/>
                </a:lnTo>
                <a:lnTo>
                  <a:pt x="0" y="23967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3929479" y="1114697"/>
            <a:ext cx="10429042" cy="8143603"/>
            <a:chOff x="0" y="0"/>
            <a:chExt cx="13905389" cy="10858138"/>
          </a:xfrm>
        </p:grpSpPr>
        <p:grpSp>
          <p:nvGrpSpPr>
            <p:cNvPr name="Group 6" id="6"/>
            <p:cNvGrpSpPr/>
            <p:nvPr/>
          </p:nvGrpSpPr>
          <p:grpSpPr>
            <a:xfrm rot="0">
              <a:off x="3603098" y="6658372"/>
              <a:ext cx="6699193" cy="1055954"/>
              <a:chOff x="0" y="0"/>
              <a:chExt cx="1358108" cy="214070"/>
            </a:xfrm>
          </p:grpSpPr>
          <p:sp>
            <p:nvSpPr>
              <p:cNvPr name="Freeform 7" id="7"/>
              <p:cNvSpPr/>
              <p:nvPr/>
            </p:nvSpPr>
            <p:spPr>
              <a:xfrm flipH="false" flipV="false" rot="0">
                <a:off x="0" y="0"/>
                <a:ext cx="1358108" cy="214071"/>
              </a:xfrm>
              <a:custGeom>
                <a:avLst/>
                <a:gdLst/>
                <a:ahLst/>
                <a:cxnLst/>
                <a:rect r="r" b="b" t="t" l="l"/>
                <a:pathLst>
                  <a:path h="214071" w="1358108">
                    <a:moveTo>
                      <a:pt x="78584" y="0"/>
                    </a:moveTo>
                    <a:lnTo>
                      <a:pt x="1279524" y="0"/>
                    </a:lnTo>
                    <a:cubicBezTo>
                      <a:pt x="1300366" y="0"/>
                      <a:pt x="1320354" y="8279"/>
                      <a:pt x="1335091" y="23017"/>
                    </a:cubicBezTo>
                    <a:cubicBezTo>
                      <a:pt x="1349829" y="37754"/>
                      <a:pt x="1358108" y="57742"/>
                      <a:pt x="1358108" y="78584"/>
                    </a:cubicBezTo>
                    <a:lnTo>
                      <a:pt x="1358108" y="135486"/>
                    </a:lnTo>
                    <a:cubicBezTo>
                      <a:pt x="1358108" y="156328"/>
                      <a:pt x="1349829" y="176316"/>
                      <a:pt x="1335091" y="191054"/>
                    </a:cubicBezTo>
                    <a:cubicBezTo>
                      <a:pt x="1320354" y="205791"/>
                      <a:pt x="1300366" y="214071"/>
                      <a:pt x="1279524" y="214071"/>
                    </a:cubicBezTo>
                    <a:lnTo>
                      <a:pt x="78584" y="214071"/>
                    </a:lnTo>
                    <a:cubicBezTo>
                      <a:pt x="35183" y="214071"/>
                      <a:pt x="0" y="178887"/>
                      <a:pt x="0" y="135486"/>
                    </a:cubicBezTo>
                    <a:lnTo>
                      <a:pt x="0" y="78584"/>
                    </a:lnTo>
                    <a:cubicBezTo>
                      <a:pt x="0" y="57742"/>
                      <a:pt x="8279" y="37754"/>
                      <a:pt x="23017" y="23017"/>
                    </a:cubicBezTo>
                    <a:cubicBezTo>
                      <a:pt x="37754" y="8279"/>
                      <a:pt x="57742" y="0"/>
                      <a:pt x="78584" y="0"/>
                    </a:cubicBezTo>
                    <a:close/>
                  </a:path>
                </a:pathLst>
              </a:custGeom>
              <a:solidFill>
                <a:srgbClr val="FAFAFA"/>
              </a:solidFill>
              <a:ln w="38100" cap="rnd">
                <a:solidFill>
                  <a:srgbClr val="222222"/>
                </a:solidFill>
                <a:prstDash val="solid"/>
                <a:round/>
              </a:ln>
            </p:spPr>
          </p:sp>
          <p:sp>
            <p:nvSpPr>
              <p:cNvPr name="TextBox 8" id="8"/>
              <p:cNvSpPr txBox="true"/>
              <p:nvPr/>
            </p:nvSpPr>
            <p:spPr>
              <a:xfrm>
                <a:off x="0" y="-66675"/>
                <a:ext cx="1358108" cy="280745"/>
              </a:xfrm>
              <a:prstGeom prst="rect">
                <a:avLst/>
              </a:prstGeom>
            </p:spPr>
            <p:txBody>
              <a:bodyPr anchor="t" rtlCol="false" tIns="50800" lIns="50800" bIns="50800" rIns="50800"/>
              <a:lstStyle/>
              <a:p>
                <a:pPr algn="ctr" marL="0" indent="0" lvl="1">
                  <a:lnSpc>
                    <a:spcPts val="4200"/>
                  </a:lnSpc>
                  <a:spcBef>
                    <a:spcPct val="0"/>
                  </a:spcBef>
                </a:pPr>
                <a:r>
                  <a:rPr lang="en-US" sz="3000">
                    <a:solidFill>
                      <a:srgbClr val="222222"/>
                    </a:solidFill>
                    <a:latin typeface="Body Grotesque"/>
                  </a:rPr>
                  <a:t>Summary of Both Versions</a:t>
                </a:r>
              </a:p>
            </p:txBody>
          </p:sp>
        </p:grpSp>
        <p:grpSp>
          <p:nvGrpSpPr>
            <p:cNvPr name="Group 9" id="9"/>
            <p:cNvGrpSpPr/>
            <p:nvPr/>
          </p:nvGrpSpPr>
          <p:grpSpPr>
            <a:xfrm rot="0">
              <a:off x="0" y="0"/>
              <a:ext cx="5785779" cy="5785756"/>
              <a:chOff x="0" y="0"/>
              <a:chExt cx="6350000" cy="6349975"/>
            </a:xfrm>
          </p:grpSpPr>
          <p:sp>
            <p:nvSpPr>
              <p:cNvPr name="Freeform 10" id="10"/>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4"/>
                <a:stretch>
                  <a:fillRect l="0" t="-16963" r="0" b="-33036"/>
                </a:stretch>
              </a:blipFill>
            </p:spPr>
          </p:sp>
        </p:grpSp>
        <p:grpSp>
          <p:nvGrpSpPr>
            <p:cNvPr name="Group 11" id="11"/>
            <p:cNvGrpSpPr/>
            <p:nvPr/>
          </p:nvGrpSpPr>
          <p:grpSpPr>
            <a:xfrm rot="0">
              <a:off x="8119610" y="0"/>
              <a:ext cx="5785779" cy="5785756"/>
              <a:chOff x="0" y="0"/>
              <a:chExt cx="6350000" cy="6349975"/>
            </a:xfrm>
          </p:grpSpPr>
          <p:sp>
            <p:nvSpPr>
              <p:cNvPr name="Freeform 12" id="12"/>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5"/>
                <a:stretch>
                  <a:fillRect l="-16609" t="0" r="-35048" b="0"/>
                </a:stretch>
              </a:blipFill>
            </p:spPr>
          </p:sp>
        </p:grpSp>
        <p:sp>
          <p:nvSpPr>
            <p:cNvPr name="TextBox 13" id="13"/>
            <p:cNvSpPr txBox="true"/>
            <p:nvPr/>
          </p:nvSpPr>
          <p:spPr>
            <a:xfrm rot="0">
              <a:off x="1211213" y="8107318"/>
              <a:ext cx="11482963" cy="2750820"/>
            </a:xfrm>
            <a:prstGeom prst="rect">
              <a:avLst/>
            </a:prstGeom>
          </p:spPr>
          <p:txBody>
            <a:bodyPr anchor="t" rtlCol="false" tIns="0" lIns="0" bIns="0" rIns="0">
              <a:spAutoFit/>
            </a:bodyPr>
            <a:lstStyle/>
            <a:p>
              <a:pPr algn="ctr">
                <a:lnSpc>
                  <a:spcPts val="3359"/>
                </a:lnSpc>
              </a:pPr>
              <a:r>
                <a:rPr lang="en-US" sz="2400">
                  <a:solidFill>
                    <a:srgbClr val="000000"/>
                  </a:solidFill>
                  <a:latin typeface="Body Grotesque"/>
                </a:rPr>
                <a:t>The easy version of the BMI calculator is a straightforward console application that handles basic input and output for BMI calculation. The advanced version significantly enhances user experience by providing a graphical interface, unit conversion, and better error handling.</a:t>
              </a:r>
            </a:p>
          </p:txBody>
        </p:sp>
      </p:grpSp>
      <p:sp>
        <p:nvSpPr>
          <p:cNvPr name="Freeform 14" id="14"/>
          <p:cNvSpPr/>
          <p:nvPr/>
        </p:nvSpPr>
        <p:spPr>
          <a:xfrm flipH="false" flipV="false" rot="0">
            <a:off x="16718943" y="-947268"/>
            <a:ext cx="2396731" cy="2396731"/>
          </a:xfrm>
          <a:custGeom>
            <a:avLst/>
            <a:gdLst/>
            <a:ahLst/>
            <a:cxnLst/>
            <a:rect r="r" b="b" t="t" l="l"/>
            <a:pathLst>
              <a:path h="2396731" w="2396731">
                <a:moveTo>
                  <a:pt x="0" y="0"/>
                </a:moveTo>
                <a:lnTo>
                  <a:pt x="2396731" y="0"/>
                </a:lnTo>
                <a:lnTo>
                  <a:pt x="2396731" y="2396731"/>
                </a:lnTo>
                <a:lnTo>
                  <a:pt x="0" y="23967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65.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1171946" y="1923544"/>
            <a:ext cx="15944108" cy="6439913"/>
            <a:chOff x="0" y="0"/>
            <a:chExt cx="21258811" cy="8586551"/>
          </a:xfrm>
        </p:grpSpPr>
        <p:sp>
          <p:nvSpPr>
            <p:cNvPr name="Freeform 3" id="3"/>
            <p:cNvSpPr/>
            <p:nvPr/>
          </p:nvSpPr>
          <p:spPr>
            <a:xfrm flipH="false" flipV="false" rot="5400000">
              <a:off x="9895152" y="2187393"/>
              <a:ext cx="1468507" cy="2578545"/>
            </a:xfrm>
            <a:custGeom>
              <a:avLst/>
              <a:gdLst/>
              <a:ahLst/>
              <a:cxnLst/>
              <a:rect r="r" b="b" t="t" l="l"/>
              <a:pathLst>
                <a:path h="2578545" w="1468507">
                  <a:moveTo>
                    <a:pt x="0" y="0"/>
                  </a:moveTo>
                  <a:lnTo>
                    <a:pt x="1468507" y="0"/>
                  </a:lnTo>
                  <a:lnTo>
                    <a:pt x="1468507" y="2578545"/>
                  </a:lnTo>
                  <a:lnTo>
                    <a:pt x="0" y="25785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0" y="5276931"/>
              <a:ext cx="21258811" cy="3309620"/>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000000"/>
                  </a:solidFill>
                  <a:latin typeface="Body Grotesque"/>
                </a:rPr>
                <a:t>Data Visualization: Add </a:t>
              </a:r>
              <a:r>
                <a:rPr lang="en-US" sz="2400" u="none">
                  <a:solidFill>
                    <a:srgbClr val="000000"/>
                  </a:solidFill>
                  <a:latin typeface="Body Grotesque"/>
                </a:rPr>
                <a:t>graph</a:t>
              </a:r>
              <a:r>
                <a:rPr lang="en-US" sz="2400">
                  <a:solidFill>
                    <a:srgbClr val="000000"/>
                  </a:solidFill>
                  <a:latin typeface="Body Grotesque"/>
                </a:rPr>
                <a:t>ical</a:t>
              </a:r>
              <a:r>
                <a:rPr lang="en-US" sz="2400" u="none">
                  <a:solidFill>
                    <a:srgbClr val="000000"/>
                  </a:solidFill>
                  <a:latin typeface="Body Grotesque"/>
                </a:rPr>
                <a:t> </a:t>
              </a:r>
              <a:r>
                <a:rPr lang="en-US" sz="2400">
                  <a:solidFill>
                    <a:srgbClr val="000000"/>
                  </a:solidFill>
                  <a:latin typeface="Body Grotesque"/>
                </a:rPr>
                <a:t>representations of BMI data for better understanding.</a:t>
              </a:r>
            </a:p>
            <a:p>
              <a:pPr algn="l" marL="518160" indent="-259080" lvl="1">
                <a:lnSpc>
                  <a:spcPts val="3359"/>
                </a:lnSpc>
                <a:buFont typeface="Arial"/>
                <a:buChar char="•"/>
              </a:pPr>
              <a:r>
                <a:rPr lang="en-US" sz="2400">
                  <a:solidFill>
                    <a:srgbClr val="000000"/>
                  </a:solidFill>
                  <a:latin typeface="Body Grotesque"/>
                </a:rPr>
                <a:t>Health Recommendations: Provide personalized health and fitness recommendations based on BMI.</a:t>
              </a:r>
            </a:p>
            <a:p>
              <a:pPr algn="l" marL="518160" indent="-259080" lvl="1">
                <a:lnSpc>
                  <a:spcPts val="3359"/>
                </a:lnSpc>
                <a:buFont typeface="Arial"/>
                <a:buChar char="•"/>
              </a:pPr>
              <a:r>
                <a:rPr lang="en-US" sz="2400">
                  <a:solidFill>
                    <a:srgbClr val="000000"/>
                  </a:solidFill>
                  <a:latin typeface="Body Grotesque"/>
                </a:rPr>
                <a:t>Historical Data Tracking: Allow users to track their BMI over time.</a:t>
              </a:r>
            </a:p>
            <a:p>
              <a:pPr algn="l" marL="518160" indent="-259080" lvl="1">
                <a:lnSpc>
                  <a:spcPts val="3359"/>
                </a:lnSpc>
                <a:buFont typeface="Arial"/>
                <a:buChar char="•"/>
              </a:pPr>
              <a:r>
                <a:rPr lang="en-US" sz="2400">
                  <a:solidFill>
                    <a:srgbClr val="000000"/>
                  </a:solidFill>
                  <a:latin typeface="Body Grotesque"/>
                </a:rPr>
                <a:t>Inte</a:t>
              </a:r>
              <a:r>
                <a:rPr lang="en-US" sz="2400" u="none">
                  <a:solidFill>
                    <a:srgbClr val="000000"/>
                  </a:solidFill>
                  <a:latin typeface="Body Grotesque"/>
                </a:rPr>
                <a:t>gra</a:t>
              </a:r>
              <a:r>
                <a:rPr lang="en-US" sz="2400">
                  <a:solidFill>
                    <a:srgbClr val="000000"/>
                  </a:solidFill>
                  <a:latin typeface="Body Grotesque"/>
                </a:rPr>
                <a:t>tion with Wearable Devices: Connect with fitness trackers to automatically update height and weight data.</a:t>
              </a:r>
            </a:p>
            <a:p>
              <a:pPr algn="l" marL="518160" indent="-259080" lvl="1">
                <a:lnSpc>
                  <a:spcPts val="3359"/>
                </a:lnSpc>
                <a:buFont typeface="Arial"/>
                <a:buChar char="•"/>
              </a:pPr>
              <a:r>
                <a:rPr lang="en-US" sz="2400">
                  <a:solidFill>
                    <a:srgbClr val="000000"/>
                  </a:solidFill>
                  <a:latin typeface="Body Grotesque"/>
                </a:rPr>
                <a:t>Multi-Language Support: Offer the application in multiple languages to reach a broader audience.</a:t>
              </a:r>
            </a:p>
          </p:txBody>
        </p:sp>
        <p:sp>
          <p:nvSpPr>
            <p:cNvPr name="TextBox 5" id="5"/>
            <p:cNvSpPr txBox="true"/>
            <p:nvPr/>
          </p:nvSpPr>
          <p:spPr>
            <a:xfrm rot="0">
              <a:off x="0" y="57150"/>
              <a:ext cx="21258811" cy="1581150"/>
            </a:xfrm>
            <a:prstGeom prst="rect">
              <a:avLst/>
            </a:prstGeom>
          </p:spPr>
          <p:txBody>
            <a:bodyPr anchor="t" rtlCol="false" tIns="0" lIns="0" bIns="0" rIns="0">
              <a:spAutoFit/>
            </a:bodyPr>
            <a:lstStyle/>
            <a:p>
              <a:pPr algn="ctr" marL="0" indent="0" lvl="0">
                <a:lnSpc>
                  <a:spcPts val="8800"/>
                </a:lnSpc>
              </a:pPr>
              <a:r>
                <a:rPr lang="en-US" sz="8000" spc="-200">
                  <a:solidFill>
                    <a:srgbClr val="222222"/>
                  </a:solidFill>
                  <a:latin typeface="The Seasons Bold"/>
                </a:rPr>
                <a:t>Potential Future Improvements</a:t>
              </a:r>
            </a:p>
          </p:txBody>
        </p:sp>
      </p:grpSp>
    </p:spTree>
  </p:cSld>
  <p:clrMapOvr>
    <a:masterClrMapping/>
  </p:clrMapOvr>
</p:sld>
</file>

<file path=ppt/slides/slide66.xml><?xml version="1.0" encoding="utf-8"?>
<p:sld xmlns:p="http://schemas.openxmlformats.org/presentationml/2006/main" xmlns:a="http://schemas.openxmlformats.org/drawingml/2006/main" xmlns:r="http://schemas.openxmlformats.org/officeDocument/2006/relationships">
  <p:cSld>
    <p:bg>
      <p:bgPr>
        <a:solidFill>
          <a:srgbClr val="F8F5ED"/>
        </a:solidFill>
      </p:bgPr>
    </p:bg>
    <p:spTree>
      <p:nvGrpSpPr>
        <p:cNvPr id="1" name=""/>
        <p:cNvGrpSpPr/>
        <p:nvPr/>
      </p:nvGrpSpPr>
      <p:grpSpPr>
        <a:xfrm>
          <a:off x="0" y="0"/>
          <a:ext cx="0" cy="0"/>
          <a:chOff x="0" y="0"/>
          <a:chExt cx="0" cy="0"/>
        </a:xfrm>
      </p:grpSpPr>
      <p:grpSp>
        <p:nvGrpSpPr>
          <p:cNvPr name="Group 2" id="2"/>
          <p:cNvGrpSpPr/>
          <p:nvPr/>
        </p:nvGrpSpPr>
        <p:grpSpPr>
          <a:xfrm rot="0">
            <a:off x="14475039" y="0"/>
            <a:ext cx="3812961" cy="10287000"/>
            <a:chOff x="0" y="0"/>
            <a:chExt cx="1004237" cy="2709333"/>
          </a:xfrm>
        </p:grpSpPr>
        <p:sp>
          <p:nvSpPr>
            <p:cNvPr name="Freeform 3" id="3"/>
            <p:cNvSpPr/>
            <p:nvPr/>
          </p:nvSpPr>
          <p:spPr>
            <a:xfrm flipH="false" flipV="false" rot="0">
              <a:off x="0" y="0"/>
              <a:ext cx="1004237" cy="2709333"/>
            </a:xfrm>
            <a:custGeom>
              <a:avLst/>
              <a:gdLst/>
              <a:ahLst/>
              <a:cxnLst/>
              <a:rect r="r" b="b" t="t" l="l"/>
              <a:pathLst>
                <a:path h="2709333" w="1004237">
                  <a:moveTo>
                    <a:pt x="0" y="0"/>
                  </a:moveTo>
                  <a:lnTo>
                    <a:pt x="1004237" y="0"/>
                  </a:lnTo>
                  <a:lnTo>
                    <a:pt x="1004237" y="2709333"/>
                  </a:lnTo>
                  <a:lnTo>
                    <a:pt x="0" y="2709333"/>
                  </a:lnTo>
                  <a:close/>
                </a:path>
              </a:pathLst>
            </a:custGeom>
            <a:solidFill>
              <a:srgbClr val="A5A58D"/>
            </a:solidFill>
          </p:spPr>
        </p:sp>
        <p:sp>
          <p:nvSpPr>
            <p:cNvPr name="TextBox 4" id="4"/>
            <p:cNvSpPr txBox="true"/>
            <p:nvPr/>
          </p:nvSpPr>
          <p:spPr>
            <a:xfrm>
              <a:off x="0" y="-38100"/>
              <a:ext cx="1004237" cy="2747433"/>
            </a:xfrm>
            <a:prstGeom prst="rect">
              <a:avLst/>
            </a:prstGeom>
          </p:spPr>
          <p:txBody>
            <a:bodyPr anchor="ctr" rtlCol="false" tIns="50800" lIns="50800" bIns="50800" rIns="50800"/>
            <a:lstStyle/>
            <a:p>
              <a:pPr algn="ctr">
                <a:lnSpc>
                  <a:spcPts val="2800"/>
                </a:lnSpc>
              </a:pPr>
            </a:p>
          </p:txBody>
        </p:sp>
      </p:grpSp>
      <p:sp>
        <p:nvSpPr>
          <p:cNvPr name="Freeform 5" id="5"/>
          <p:cNvSpPr/>
          <p:nvPr/>
        </p:nvSpPr>
        <p:spPr>
          <a:xfrm flipH="false" flipV="false" rot="0">
            <a:off x="13695608" y="4364069"/>
            <a:ext cx="1558861" cy="1558861"/>
          </a:xfrm>
          <a:custGeom>
            <a:avLst/>
            <a:gdLst/>
            <a:ahLst/>
            <a:cxnLst/>
            <a:rect r="r" b="b" t="t" l="l"/>
            <a:pathLst>
              <a:path h="1558861" w="1558861">
                <a:moveTo>
                  <a:pt x="0" y="0"/>
                </a:moveTo>
                <a:lnTo>
                  <a:pt x="1558861" y="0"/>
                </a:lnTo>
                <a:lnTo>
                  <a:pt x="1558861" y="1558862"/>
                </a:lnTo>
                <a:lnTo>
                  <a:pt x="0" y="15588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028700" y="3134729"/>
            <a:ext cx="11773457" cy="2334856"/>
          </a:xfrm>
          <a:prstGeom prst="rect">
            <a:avLst/>
          </a:prstGeom>
        </p:spPr>
        <p:txBody>
          <a:bodyPr anchor="t" rtlCol="false" tIns="0" lIns="0" bIns="0" rIns="0">
            <a:spAutoFit/>
          </a:bodyPr>
          <a:lstStyle/>
          <a:p>
            <a:pPr algn="l">
              <a:lnSpc>
                <a:spcPts val="9382"/>
              </a:lnSpc>
            </a:pPr>
            <a:r>
              <a:rPr lang="en-US" sz="6701">
                <a:solidFill>
                  <a:srgbClr val="A5A58D"/>
                </a:solidFill>
                <a:latin typeface="TAN Mon Cheri"/>
              </a:rPr>
              <a:t>Password Generator Project</a:t>
            </a:r>
          </a:p>
        </p:txBody>
      </p:sp>
      <p:sp>
        <p:nvSpPr>
          <p:cNvPr name="TextBox 7" id="7"/>
          <p:cNvSpPr txBox="true"/>
          <p:nvPr/>
        </p:nvSpPr>
        <p:spPr>
          <a:xfrm rot="0">
            <a:off x="1028700" y="6580089"/>
            <a:ext cx="9196421" cy="1927225"/>
          </a:xfrm>
          <a:prstGeom prst="rect">
            <a:avLst/>
          </a:prstGeom>
        </p:spPr>
        <p:txBody>
          <a:bodyPr anchor="t" rtlCol="false" tIns="0" lIns="0" bIns="0" rIns="0">
            <a:spAutoFit/>
          </a:bodyPr>
          <a:lstStyle/>
          <a:p>
            <a:pPr algn="l">
              <a:lnSpc>
                <a:spcPts val="5000"/>
              </a:lnSpc>
            </a:pPr>
            <a:r>
              <a:rPr lang="en-US" sz="5000">
                <a:solidFill>
                  <a:srgbClr val="A5A58D"/>
                </a:solidFill>
                <a:latin typeface="Garet 1"/>
              </a:rPr>
              <a:t>From Command-Line to GUI-Based Secure Password Generation</a:t>
            </a:r>
          </a:p>
        </p:txBody>
      </p:sp>
      <p:sp>
        <p:nvSpPr>
          <p:cNvPr name="TextBox 8" id="8"/>
          <p:cNvSpPr txBox="true"/>
          <p:nvPr/>
        </p:nvSpPr>
        <p:spPr>
          <a:xfrm rot="0">
            <a:off x="16927413" y="1195282"/>
            <a:ext cx="331887" cy="7014212"/>
          </a:xfrm>
          <a:prstGeom prst="rect">
            <a:avLst/>
          </a:prstGeom>
        </p:spPr>
        <p:txBody>
          <a:bodyPr anchor="t" rtlCol="false" tIns="0" lIns="0" bIns="0" rIns="0">
            <a:spAutoFit/>
          </a:bodyPr>
          <a:lstStyle/>
          <a:p>
            <a:pPr algn="ctr">
              <a:lnSpc>
                <a:spcPts val="5039"/>
              </a:lnSpc>
            </a:pPr>
            <a:r>
              <a:rPr lang="en-US" sz="3599">
                <a:solidFill>
                  <a:srgbClr val="000000"/>
                </a:solidFill>
                <a:latin typeface="The Seasons"/>
              </a:rPr>
              <a:t>B</a:t>
            </a:r>
          </a:p>
          <a:p>
            <a:pPr algn="ctr">
              <a:lnSpc>
                <a:spcPts val="5039"/>
              </a:lnSpc>
            </a:pPr>
            <a:r>
              <a:rPr lang="en-US" sz="3599">
                <a:solidFill>
                  <a:srgbClr val="000000"/>
                </a:solidFill>
                <a:latin typeface="The Seasons"/>
              </a:rPr>
              <a:t>Y</a:t>
            </a:r>
          </a:p>
          <a:p>
            <a:pPr algn="ctr">
              <a:lnSpc>
                <a:spcPts val="5039"/>
              </a:lnSpc>
            </a:pPr>
          </a:p>
          <a:p>
            <a:pPr algn="ctr">
              <a:lnSpc>
                <a:spcPts val="5039"/>
              </a:lnSpc>
            </a:pPr>
            <a:r>
              <a:rPr lang="en-US" sz="3599">
                <a:solidFill>
                  <a:srgbClr val="000000"/>
                </a:solidFill>
                <a:latin typeface="The Seasons"/>
              </a:rPr>
              <a:t>V</a:t>
            </a:r>
          </a:p>
          <a:p>
            <a:pPr algn="ctr">
              <a:lnSpc>
                <a:spcPts val="5039"/>
              </a:lnSpc>
            </a:pPr>
            <a:r>
              <a:rPr lang="en-US" sz="3599">
                <a:solidFill>
                  <a:srgbClr val="000000"/>
                </a:solidFill>
                <a:latin typeface="The Seasons"/>
              </a:rPr>
              <a:t>A</a:t>
            </a:r>
          </a:p>
          <a:p>
            <a:pPr algn="ctr">
              <a:lnSpc>
                <a:spcPts val="5039"/>
              </a:lnSpc>
            </a:pPr>
            <a:r>
              <a:rPr lang="en-US" sz="3599">
                <a:solidFill>
                  <a:srgbClr val="000000"/>
                </a:solidFill>
                <a:latin typeface="The Seasons"/>
              </a:rPr>
              <a:t>R</a:t>
            </a:r>
          </a:p>
          <a:p>
            <a:pPr algn="ctr">
              <a:lnSpc>
                <a:spcPts val="5039"/>
              </a:lnSpc>
            </a:pPr>
            <a:r>
              <a:rPr lang="en-US" sz="3599">
                <a:solidFill>
                  <a:srgbClr val="000000"/>
                </a:solidFill>
                <a:latin typeface="The Seasons"/>
              </a:rPr>
              <a:t>S</a:t>
            </a:r>
          </a:p>
          <a:p>
            <a:pPr algn="ctr">
              <a:lnSpc>
                <a:spcPts val="5039"/>
              </a:lnSpc>
            </a:pPr>
            <a:r>
              <a:rPr lang="en-US" sz="3599">
                <a:solidFill>
                  <a:srgbClr val="000000"/>
                </a:solidFill>
                <a:latin typeface="The Seasons"/>
              </a:rPr>
              <a:t>H</a:t>
            </a:r>
          </a:p>
          <a:p>
            <a:pPr algn="ctr">
              <a:lnSpc>
                <a:spcPts val="5039"/>
              </a:lnSpc>
            </a:pPr>
            <a:r>
              <a:rPr lang="en-US" sz="3599">
                <a:solidFill>
                  <a:srgbClr val="000000"/>
                </a:solidFill>
                <a:latin typeface="The Seasons"/>
              </a:rPr>
              <a:t>I</a:t>
            </a:r>
          </a:p>
          <a:p>
            <a:pPr algn="ctr">
              <a:lnSpc>
                <a:spcPts val="5039"/>
              </a:lnSpc>
            </a:pPr>
            <a:r>
              <a:rPr lang="en-US" sz="3599">
                <a:solidFill>
                  <a:srgbClr val="000000"/>
                </a:solidFill>
                <a:latin typeface="The Seasons"/>
              </a:rPr>
              <a:t>N</a:t>
            </a:r>
          </a:p>
          <a:p>
            <a:pPr algn="ctr" marL="0" indent="0" lvl="0">
              <a:lnSpc>
                <a:spcPts val="5039"/>
              </a:lnSpc>
              <a:spcBef>
                <a:spcPct val="0"/>
              </a:spcBef>
            </a:pPr>
            <a:r>
              <a:rPr lang="en-US" sz="3599">
                <a:solidFill>
                  <a:srgbClr val="000000"/>
                </a:solidFill>
                <a:latin typeface="The Seasons"/>
              </a:rPr>
              <a:t>I</a:t>
            </a:r>
          </a:p>
        </p:txBody>
      </p:sp>
    </p:spTree>
  </p:cSld>
  <p:clrMapOvr>
    <a:masterClrMapping/>
  </p:clrMapOvr>
</p:sld>
</file>

<file path=ppt/slides/slide67.xml><?xml version="1.0" encoding="utf-8"?>
<p:sld xmlns:p="http://schemas.openxmlformats.org/presentationml/2006/main" xmlns:a="http://schemas.openxmlformats.org/drawingml/2006/main" xmlns:r="http://schemas.openxmlformats.org/officeDocument/2006/relationships">
  <p:cSld>
    <p:bg>
      <p:bgPr>
        <a:solidFill>
          <a:srgbClr val="F8F5ED"/>
        </a:solidFill>
      </p:bgPr>
    </p:bg>
    <p:spTree>
      <p:nvGrpSpPr>
        <p:cNvPr id="1" name=""/>
        <p:cNvGrpSpPr/>
        <p:nvPr/>
      </p:nvGrpSpPr>
      <p:grpSpPr>
        <a:xfrm>
          <a:off x="0" y="0"/>
          <a:ext cx="0" cy="0"/>
          <a:chOff x="0" y="0"/>
          <a:chExt cx="0" cy="0"/>
        </a:xfrm>
      </p:grpSpPr>
      <p:grpSp>
        <p:nvGrpSpPr>
          <p:cNvPr name="Group 2" id="2"/>
          <p:cNvGrpSpPr/>
          <p:nvPr/>
        </p:nvGrpSpPr>
        <p:grpSpPr>
          <a:xfrm rot="-10800000">
            <a:off x="0" y="0"/>
            <a:ext cx="2011924" cy="10287000"/>
            <a:chOff x="0" y="0"/>
            <a:chExt cx="529889" cy="2709333"/>
          </a:xfrm>
        </p:grpSpPr>
        <p:sp>
          <p:nvSpPr>
            <p:cNvPr name="Freeform 3" id="3"/>
            <p:cNvSpPr/>
            <p:nvPr/>
          </p:nvSpPr>
          <p:spPr>
            <a:xfrm flipH="false" flipV="false" rot="0">
              <a:off x="0" y="0"/>
              <a:ext cx="529889" cy="2709333"/>
            </a:xfrm>
            <a:custGeom>
              <a:avLst/>
              <a:gdLst/>
              <a:ahLst/>
              <a:cxnLst/>
              <a:rect r="r" b="b" t="t" l="l"/>
              <a:pathLst>
                <a:path h="2709333" w="529889">
                  <a:moveTo>
                    <a:pt x="0" y="0"/>
                  </a:moveTo>
                  <a:lnTo>
                    <a:pt x="529889" y="0"/>
                  </a:lnTo>
                  <a:lnTo>
                    <a:pt x="529889" y="2709333"/>
                  </a:lnTo>
                  <a:lnTo>
                    <a:pt x="0" y="2709333"/>
                  </a:lnTo>
                  <a:close/>
                </a:path>
              </a:pathLst>
            </a:custGeom>
            <a:solidFill>
              <a:srgbClr val="6B705C"/>
            </a:solidFill>
          </p:spPr>
        </p:sp>
        <p:sp>
          <p:nvSpPr>
            <p:cNvPr name="TextBox 4" id="4"/>
            <p:cNvSpPr txBox="true"/>
            <p:nvPr/>
          </p:nvSpPr>
          <p:spPr>
            <a:xfrm>
              <a:off x="0" y="-38100"/>
              <a:ext cx="529889" cy="2747433"/>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2979427" y="5182422"/>
            <a:ext cx="14734638" cy="4170017"/>
            <a:chOff x="0" y="0"/>
            <a:chExt cx="19646184" cy="5560023"/>
          </a:xfrm>
        </p:grpSpPr>
        <p:sp>
          <p:nvSpPr>
            <p:cNvPr name="TextBox 6" id="6"/>
            <p:cNvSpPr txBox="true"/>
            <p:nvPr/>
          </p:nvSpPr>
          <p:spPr>
            <a:xfrm rot="0">
              <a:off x="0" y="-9525"/>
              <a:ext cx="16936484" cy="1577721"/>
            </a:xfrm>
            <a:prstGeom prst="rect">
              <a:avLst/>
            </a:prstGeom>
          </p:spPr>
          <p:txBody>
            <a:bodyPr anchor="t" rtlCol="false" tIns="0" lIns="0" bIns="0" rIns="0">
              <a:spAutoFit/>
            </a:bodyPr>
            <a:lstStyle/>
            <a:p>
              <a:pPr algn="l">
                <a:lnSpc>
                  <a:spcPts val="4719"/>
                </a:lnSpc>
              </a:pPr>
              <a:r>
                <a:rPr lang="en-US" sz="3900">
                  <a:solidFill>
                    <a:srgbClr val="6B705C"/>
                  </a:solidFill>
                  <a:latin typeface="TAN Mon Cheri"/>
                </a:rPr>
                <a:t>Comparison of Easy and Advanced Versions</a:t>
              </a:r>
            </a:p>
          </p:txBody>
        </p:sp>
        <p:sp>
          <p:nvSpPr>
            <p:cNvPr name="TextBox 7" id="7"/>
            <p:cNvSpPr txBox="true"/>
            <p:nvPr/>
          </p:nvSpPr>
          <p:spPr>
            <a:xfrm rot="0">
              <a:off x="0" y="2280249"/>
              <a:ext cx="19646184" cy="3279774"/>
            </a:xfrm>
            <a:prstGeom prst="rect">
              <a:avLst/>
            </a:prstGeom>
          </p:spPr>
          <p:txBody>
            <a:bodyPr anchor="t" rtlCol="false" tIns="0" lIns="0" bIns="0" rIns="0">
              <a:spAutoFit/>
            </a:bodyPr>
            <a:lstStyle/>
            <a:p>
              <a:pPr algn="l">
                <a:lnSpc>
                  <a:spcPts val="3900"/>
                </a:lnSpc>
              </a:pPr>
              <a:r>
                <a:rPr lang="en-US" sz="3000">
                  <a:solidFill>
                    <a:srgbClr val="6B705C"/>
                  </a:solidFill>
                  <a:latin typeface="Garet 1"/>
                </a:rPr>
                <a:t>The easy version is a simple console application that generates a random password based on user input for the number of letters, symbols, and numbers. The advanced version enhances functionality by providing a graphical interface, making it more user-friendly and offering additional options for password complexity.</a:t>
              </a:r>
            </a:p>
          </p:txBody>
        </p:sp>
      </p:grpSp>
      <p:sp>
        <p:nvSpPr>
          <p:cNvPr name="Freeform 8" id="8"/>
          <p:cNvSpPr/>
          <p:nvPr/>
        </p:nvSpPr>
        <p:spPr>
          <a:xfrm flipH="false" flipV="false" rot="0">
            <a:off x="1399597" y="3957769"/>
            <a:ext cx="1224653" cy="1224653"/>
          </a:xfrm>
          <a:custGeom>
            <a:avLst/>
            <a:gdLst/>
            <a:ahLst/>
            <a:cxnLst/>
            <a:rect r="r" b="b" t="t" l="l"/>
            <a:pathLst>
              <a:path h="1224653" w="1224653">
                <a:moveTo>
                  <a:pt x="0" y="0"/>
                </a:moveTo>
                <a:lnTo>
                  <a:pt x="1224653" y="0"/>
                </a:lnTo>
                <a:lnTo>
                  <a:pt x="1224653" y="1224653"/>
                </a:lnTo>
                <a:lnTo>
                  <a:pt x="0" y="12246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2979427" y="1028700"/>
            <a:ext cx="14734638" cy="3588231"/>
            <a:chOff x="0" y="0"/>
            <a:chExt cx="19646184" cy="4784308"/>
          </a:xfrm>
        </p:grpSpPr>
        <p:sp>
          <p:nvSpPr>
            <p:cNvPr name="TextBox 10" id="10"/>
            <p:cNvSpPr txBox="true"/>
            <p:nvPr/>
          </p:nvSpPr>
          <p:spPr>
            <a:xfrm rot="0">
              <a:off x="0" y="66675"/>
              <a:ext cx="16936484" cy="1386206"/>
            </a:xfrm>
            <a:prstGeom prst="rect">
              <a:avLst/>
            </a:prstGeom>
          </p:spPr>
          <p:txBody>
            <a:bodyPr anchor="t" rtlCol="false" tIns="0" lIns="0" bIns="0" rIns="0">
              <a:spAutoFit/>
            </a:bodyPr>
            <a:lstStyle/>
            <a:p>
              <a:pPr algn="l">
                <a:lnSpc>
                  <a:spcPts val="3900"/>
                </a:lnSpc>
              </a:pPr>
              <a:r>
                <a:rPr lang="en-US" sz="3900">
                  <a:solidFill>
                    <a:srgbClr val="6B705C"/>
                  </a:solidFill>
                  <a:latin typeface="TAN Mon Cheri"/>
                </a:rPr>
                <a:t>Brief Overview of the Password Generator Project</a:t>
              </a:r>
            </a:p>
          </p:txBody>
        </p:sp>
        <p:sp>
          <p:nvSpPr>
            <p:cNvPr name="TextBox 11" id="11"/>
            <p:cNvSpPr txBox="true"/>
            <p:nvPr/>
          </p:nvSpPr>
          <p:spPr>
            <a:xfrm rot="0">
              <a:off x="0" y="2164934"/>
              <a:ext cx="19646184" cy="2619374"/>
            </a:xfrm>
            <a:prstGeom prst="rect">
              <a:avLst/>
            </a:prstGeom>
          </p:spPr>
          <p:txBody>
            <a:bodyPr anchor="t" rtlCol="false" tIns="0" lIns="0" bIns="0" rIns="0">
              <a:spAutoFit/>
            </a:bodyPr>
            <a:lstStyle/>
            <a:p>
              <a:pPr algn="l">
                <a:lnSpc>
                  <a:spcPts val="3900"/>
                </a:lnSpc>
              </a:pPr>
              <a:r>
                <a:rPr lang="en-US" sz="3000">
                  <a:solidFill>
                    <a:srgbClr val="6B705C"/>
                  </a:solidFill>
                  <a:latin typeface="Garet 1"/>
                </a:rPr>
                <a:t>The Password Generator project aims to create a tool for generating random passwords based on user-defined criteria. This project is divided into two versions: a basic console-based application and a more advanced graphical user interface (GUI) version.</a:t>
              </a:r>
            </a:p>
          </p:txBody>
        </p:sp>
      </p:grpSp>
    </p:spTree>
  </p:cSld>
  <p:clrMapOvr>
    <a:masterClrMapping/>
  </p:clrMapOvr>
</p:sld>
</file>

<file path=ppt/slides/slide68.xml><?xml version="1.0" encoding="utf-8"?>
<p:sld xmlns:p="http://schemas.openxmlformats.org/presentationml/2006/main" xmlns:a="http://schemas.openxmlformats.org/drawingml/2006/main" xmlns:r="http://schemas.openxmlformats.org/officeDocument/2006/relationships">
  <p:cSld>
    <p:bg>
      <p:bgPr>
        <a:solidFill>
          <a:srgbClr val="F8F5ED"/>
        </a:solidFill>
      </p:bgPr>
    </p:bg>
    <p:spTree>
      <p:nvGrpSpPr>
        <p:cNvPr id="1" name=""/>
        <p:cNvGrpSpPr/>
        <p:nvPr/>
      </p:nvGrpSpPr>
      <p:grpSpPr>
        <a:xfrm>
          <a:off x="0" y="0"/>
          <a:ext cx="0" cy="0"/>
          <a:chOff x="0" y="0"/>
          <a:chExt cx="0" cy="0"/>
        </a:xfrm>
      </p:grpSpPr>
      <p:grpSp>
        <p:nvGrpSpPr>
          <p:cNvPr name="Group 2" id="2"/>
          <p:cNvGrpSpPr/>
          <p:nvPr/>
        </p:nvGrpSpPr>
        <p:grpSpPr>
          <a:xfrm rot="-10800000">
            <a:off x="15763338" y="0"/>
            <a:ext cx="2501924" cy="10287000"/>
            <a:chOff x="0" y="0"/>
            <a:chExt cx="658943" cy="2709333"/>
          </a:xfrm>
        </p:grpSpPr>
        <p:sp>
          <p:nvSpPr>
            <p:cNvPr name="Freeform 3" id="3"/>
            <p:cNvSpPr/>
            <p:nvPr/>
          </p:nvSpPr>
          <p:spPr>
            <a:xfrm flipH="false" flipV="false" rot="0">
              <a:off x="0" y="0"/>
              <a:ext cx="658943" cy="2709333"/>
            </a:xfrm>
            <a:custGeom>
              <a:avLst/>
              <a:gdLst/>
              <a:ahLst/>
              <a:cxnLst/>
              <a:rect r="r" b="b" t="t" l="l"/>
              <a:pathLst>
                <a:path h="2709333" w="658943">
                  <a:moveTo>
                    <a:pt x="0" y="0"/>
                  </a:moveTo>
                  <a:lnTo>
                    <a:pt x="658943" y="0"/>
                  </a:lnTo>
                  <a:lnTo>
                    <a:pt x="658943" y="2709333"/>
                  </a:lnTo>
                  <a:lnTo>
                    <a:pt x="0" y="2709333"/>
                  </a:lnTo>
                  <a:close/>
                </a:path>
              </a:pathLst>
            </a:custGeom>
            <a:solidFill>
              <a:srgbClr val="CB997E"/>
            </a:solidFill>
          </p:spPr>
        </p:sp>
        <p:sp>
          <p:nvSpPr>
            <p:cNvPr name="TextBox 4" id="4"/>
            <p:cNvSpPr txBox="true"/>
            <p:nvPr/>
          </p:nvSpPr>
          <p:spPr>
            <a:xfrm>
              <a:off x="0" y="-38100"/>
              <a:ext cx="658943" cy="2747433"/>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1028700" y="1181100"/>
            <a:ext cx="14734638" cy="2928879"/>
            <a:chOff x="0" y="0"/>
            <a:chExt cx="19646184" cy="3905172"/>
          </a:xfrm>
        </p:grpSpPr>
        <p:sp>
          <p:nvSpPr>
            <p:cNvPr name="TextBox 6" id="6"/>
            <p:cNvSpPr txBox="true"/>
            <p:nvPr/>
          </p:nvSpPr>
          <p:spPr>
            <a:xfrm rot="0">
              <a:off x="0" y="-57150"/>
              <a:ext cx="16491245" cy="1447335"/>
            </a:xfrm>
            <a:prstGeom prst="rect">
              <a:avLst/>
            </a:prstGeom>
          </p:spPr>
          <p:txBody>
            <a:bodyPr anchor="t" rtlCol="false" tIns="0" lIns="0" bIns="0" rIns="0">
              <a:spAutoFit/>
            </a:bodyPr>
            <a:lstStyle/>
            <a:p>
              <a:pPr algn="l">
                <a:lnSpc>
                  <a:spcPts val="4481"/>
                </a:lnSpc>
              </a:pPr>
              <a:r>
                <a:rPr lang="en-US" sz="3201">
                  <a:solidFill>
                    <a:srgbClr val="CB997E"/>
                  </a:solidFill>
                  <a:latin typeface="TAN Mon Cheri"/>
                </a:rPr>
                <a:t>Objective: Generate Random Passwords Based on User-Defined Criteria</a:t>
              </a:r>
            </a:p>
          </p:txBody>
        </p:sp>
        <p:sp>
          <p:nvSpPr>
            <p:cNvPr name="TextBox 7" id="7"/>
            <p:cNvSpPr txBox="true"/>
            <p:nvPr/>
          </p:nvSpPr>
          <p:spPr>
            <a:xfrm rot="0">
              <a:off x="0" y="1649864"/>
              <a:ext cx="19646184" cy="2255308"/>
            </a:xfrm>
            <a:prstGeom prst="rect">
              <a:avLst/>
            </a:prstGeom>
          </p:spPr>
          <p:txBody>
            <a:bodyPr anchor="t" rtlCol="false" tIns="0" lIns="0" bIns="0" rIns="0">
              <a:spAutoFit/>
            </a:bodyPr>
            <a:lstStyle/>
            <a:p>
              <a:pPr algn="l">
                <a:lnSpc>
                  <a:spcPts val="4550"/>
                </a:lnSpc>
              </a:pPr>
              <a:r>
                <a:rPr lang="en-US" sz="3500">
                  <a:solidFill>
                    <a:srgbClr val="BF7343"/>
                  </a:solidFill>
                  <a:latin typeface="Garet 1"/>
                </a:rPr>
                <a:t>The goal of the easy version is to generate a random password using user-specified parameters such as the length and character types (letters, symbols, numbers).</a:t>
              </a:r>
            </a:p>
          </p:txBody>
        </p:sp>
      </p:grpSp>
      <p:sp>
        <p:nvSpPr>
          <p:cNvPr name="Freeform 8" id="8"/>
          <p:cNvSpPr/>
          <p:nvPr/>
        </p:nvSpPr>
        <p:spPr>
          <a:xfrm flipH="false" flipV="false" rot="0">
            <a:off x="15040968" y="2439929"/>
            <a:ext cx="1444741" cy="1444741"/>
          </a:xfrm>
          <a:custGeom>
            <a:avLst/>
            <a:gdLst/>
            <a:ahLst/>
            <a:cxnLst/>
            <a:rect r="r" b="b" t="t" l="l"/>
            <a:pathLst>
              <a:path h="1444741" w="1444741">
                <a:moveTo>
                  <a:pt x="0" y="0"/>
                </a:moveTo>
                <a:lnTo>
                  <a:pt x="1444741" y="0"/>
                </a:lnTo>
                <a:lnTo>
                  <a:pt x="1444741" y="1444742"/>
                </a:lnTo>
                <a:lnTo>
                  <a:pt x="0" y="1444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028700" y="4921423"/>
            <a:ext cx="14734638" cy="1795404"/>
            <a:chOff x="0" y="0"/>
            <a:chExt cx="19646184" cy="2393872"/>
          </a:xfrm>
        </p:grpSpPr>
        <p:sp>
          <p:nvSpPr>
            <p:cNvPr name="TextBox 10" id="10"/>
            <p:cNvSpPr txBox="true"/>
            <p:nvPr/>
          </p:nvSpPr>
          <p:spPr>
            <a:xfrm rot="0">
              <a:off x="0" y="-57150"/>
              <a:ext cx="16491245" cy="698035"/>
            </a:xfrm>
            <a:prstGeom prst="rect">
              <a:avLst/>
            </a:prstGeom>
          </p:spPr>
          <p:txBody>
            <a:bodyPr anchor="t" rtlCol="false" tIns="0" lIns="0" bIns="0" rIns="0">
              <a:spAutoFit/>
            </a:bodyPr>
            <a:lstStyle/>
            <a:p>
              <a:pPr algn="l">
                <a:lnSpc>
                  <a:spcPts val="4481"/>
                </a:lnSpc>
              </a:pPr>
              <a:r>
                <a:rPr lang="en-US" sz="3201">
                  <a:solidFill>
                    <a:srgbClr val="CB997E"/>
                  </a:solidFill>
                  <a:latin typeface="TAN Mon Cheri"/>
                </a:rPr>
                <a:t>Features</a:t>
              </a:r>
            </a:p>
          </p:txBody>
        </p:sp>
        <p:sp>
          <p:nvSpPr>
            <p:cNvPr name="TextBox 11" id="11"/>
            <p:cNvSpPr txBox="true"/>
            <p:nvPr/>
          </p:nvSpPr>
          <p:spPr>
            <a:xfrm rot="0">
              <a:off x="0" y="900564"/>
              <a:ext cx="19646184" cy="1493308"/>
            </a:xfrm>
            <a:prstGeom prst="rect">
              <a:avLst/>
            </a:prstGeom>
          </p:spPr>
          <p:txBody>
            <a:bodyPr anchor="t" rtlCol="false" tIns="0" lIns="0" bIns="0" rIns="0">
              <a:spAutoFit/>
            </a:bodyPr>
            <a:lstStyle/>
            <a:p>
              <a:pPr algn="l" marL="755659" indent="-377829" lvl="1">
                <a:lnSpc>
                  <a:spcPts val="4550"/>
                </a:lnSpc>
                <a:buFont typeface="Arial"/>
                <a:buChar char="•"/>
              </a:pPr>
              <a:r>
                <a:rPr lang="en-US" sz="3500">
                  <a:solidFill>
                    <a:srgbClr val="BF7343"/>
                  </a:solidFill>
                  <a:latin typeface="Garet 1"/>
                </a:rPr>
                <a:t>User input for password length and character types.</a:t>
              </a:r>
            </a:p>
            <a:p>
              <a:pPr algn="l" marL="755659" indent="-377829" lvl="1">
                <a:lnSpc>
                  <a:spcPts val="4550"/>
                </a:lnSpc>
                <a:buFont typeface="Arial"/>
                <a:buChar char="•"/>
              </a:pPr>
              <a:r>
                <a:rPr lang="en-US" sz="3500">
                  <a:solidFill>
                    <a:srgbClr val="BF7343"/>
                  </a:solidFill>
                  <a:latin typeface="Garet 1"/>
                </a:rPr>
                <a:t>Random password generation.</a:t>
              </a:r>
            </a:p>
          </p:txBody>
        </p:sp>
      </p:grpSp>
      <p:grpSp>
        <p:nvGrpSpPr>
          <p:cNvPr name="Group 12" id="12"/>
          <p:cNvGrpSpPr/>
          <p:nvPr/>
        </p:nvGrpSpPr>
        <p:grpSpPr>
          <a:xfrm rot="0">
            <a:off x="1028700" y="7462896"/>
            <a:ext cx="14734638" cy="1795404"/>
            <a:chOff x="0" y="0"/>
            <a:chExt cx="19646184" cy="2393872"/>
          </a:xfrm>
        </p:grpSpPr>
        <p:sp>
          <p:nvSpPr>
            <p:cNvPr name="TextBox 13" id="13"/>
            <p:cNvSpPr txBox="true"/>
            <p:nvPr/>
          </p:nvSpPr>
          <p:spPr>
            <a:xfrm rot="0">
              <a:off x="0" y="-57150"/>
              <a:ext cx="16491245" cy="698035"/>
            </a:xfrm>
            <a:prstGeom prst="rect">
              <a:avLst/>
            </a:prstGeom>
          </p:spPr>
          <p:txBody>
            <a:bodyPr anchor="t" rtlCol="false" tIns="0" lIns="0" bIns="0" rIns="0">
              <a:spAutoFit/>
            </a:bodyPr>
            <a:lstStyle/>
            <a:p>
              <a:pPr algn="l">
                <a:lnSpc>
                  <a:spcPts val="4481"/>
                </a:lnSpc>
              </a:pPr>
              <a:r>
                <a:rPr lang="en-US" sz="3201">
                  <a:solidFill>
                    <a:srgbClr val="CB997E"/>
                  </a:solidFill>
                  <a:latin typeface="TAN Mon Cheri"/>
                </a:rPr>
                <a:t>Technologies</a:t>
              </a:r>
            </a:p>
          </p:txBody>
        </p:sp>
        <p:sp>
          <p:nvSpPr>
            <p:cNvPr name="TextBox 14" id="14"/>
            <p:cNvSpPr txBox="true"/>
            <p:nvPr/>
          </p:nvSpPr>
          <p:spPr>
            <a:xfrm rot="0">
              <a:off x="0" y="900564"/>
              <a:ext cx="19646184" cy="1493308"/>
            </a:xfrm>
            <a:prstGeom prst="rect">
              <a:avLst/>
            </a:prstGeom>
          </p:spPr>
          <p:txBody>
            <a:bodyPr anchor="t" rtlCol="false" tIns="0" lIns="0" bIns="0" rIns="0">
              <a:spAutoFit/>
            </a:bodyPr>
            <a:lstStyle/>
            <a:p>
              <a:pPr algn="l" marL="755659" indent="-377829" lvl="1">
                <a:lnSpc>
                  <a:spcPts val="4550"/>
                </a:lnSpc>
                <a:buFont typeface="Arial"/>
                <a:buChar char="•"/>
              </a:pPr>
              <a:r>
                <a:rPr lang="en-US" sz="3500">
                  <a:solidFill>
                    <a:srgbClr val="BF7343"/>
                  </a:solidFill>
                  <a:latin typeface="Garet 1"/>
                </a:rPr>
                <a:t>Python</a:t>
              </a:r>
            </a:p>
            <a:p>
              <a:pPr algn="l" marL="755659" indent="-377829" lvl="1">
                <a:lnSpc>
                  <a:spcPts val="4550"/>
                </a:lnSpc>
                <a:buFont typeface="Arial"/>
                <a:buChar char="•"/>
              </a:pPr>
              <a:r>
                <a:rPr lang="en-US" sz="3500">
                  <a:solidFill>
                    <a:srgbClr val="BF7343"/>
                  </a:solidFill>
                  <a:latin typeface="Garet 1"/>
                </a:rPr>
                <a:t>Library: random</a:t>
              </a:r>
            </a:p>
          </p:txBody>
        </p:sp>
      </p:grpSp>
    </p:spTree>
  </p:cSld>
  <p:clrMapOvr>
    <a:masterClrMapping/>
  </p:clrMapOvr>
</p:sld>
</file>

<file path=ppt/slides/slide69.xml><?xml version="1.0" encoding="utf-8"?>
<p:sld xmlns:p="http://schemas.openxmlformats.org/presentationml/2006/main" xmlns:a="http://schemas.openxmlformats.org/drawingml/2006/main" xmlns:r="http://schemas.openxmlformats.org/officeDocument/2006/relationships">
  <p:cSld>
    <p:bg>
      <p:bgPr>
        <a:solidFill>
          <a:srgbClr val="F8F5ED"/>
        </a:solidFill>
      </p:bgPr>
    </p:bg>
    <p:spTree>
      <p:nvGrpSpPr>
        <p:cNvPr id="1" name=""/>
        <p:cNvGrpSpPr/>
        <p:nvPr/>
      </p:nvGrpSpPr>
      <p:grpSpPr>
        <a:xfrm>
          <a:off x="0" y="0"/>
          <a:ext cx="0" cy="0"/>
          <a:chOff x="0" y="0"/>
          <a:chExt cx="0" cy="0"/>
        </a:xfrm>
      </p:grpSpPr>
      <p:grpSp>
        <p:nvGrpSpPr>
          <p:cNvPr name="Group 2" id="2"/>
          <p:cNvGrpSpPr/>
          <p:nvPr/>
        </p:nvGrpSpPr>
        <p:grpSpPr>
          <a:xfrm rot="5400000">
            <a:off x="8542551" y="541551"/>
            <a:ext cx="10287000" cy="9203897"/>
            <a:chOff x="0" y="0"/>
            <a:chExt cx="2709333" cy="2424072"/>
          </a:xfrm>
        </p:grpSpPr>
        <p:sp>
          <p:nvSpPr>
            <p:cNvPr name="Freeform 3" id="3"/>
            <p:cNvSpPr/>
            <p:nvPr/>
          </p:nvSpPr>
          <p:spPr>
            <a:xfrm flipH="false" flipV="false" rot="0">
              <a:off x="0" y="0"/>
              <a:ext cx="2709333" cy="2424072"/>
            </a:xfrm>
            <a:custGeom>
              <a:avLst/>
              <a:gdLst/>
              <a:ahLst/>
              <a:cxnLst/>
              <a:rect r="r" b="b" t="t" l="l"/>
              <a:pathLst>
                <a:path h="2424072" w="2709333">
                  <a:moveTo>
                    <a:pt x="0" y="0"/>
                  </a:moveTo>
                  <a:lnTo>
                    <a:pt x="2709333" y="0"/>
                  </a:lnTo>
                  <a:lnTo>
                    <a:pt x="2709333" y="2424072"/>
                  </a:lnTo>
                  <a:lnTo>
                    <a:pt x="0" y="2424072"/>
                  </a:lnTo>
                  <a:close/>
                </a:path>
              </a:pathLst>
            </a:custGeom>
            <a:solidFill>
              <a:srgbClr val="B7B7A4"/>
            </a:solidFill>
          </p:spPr>
        </p:sp>
        <p:sp>
          <p:nvSpPr>
            <p:cNvPr name="TextBox 4" id="4"/>
            <p:cNvSpPr txBox="true"/>
            <p:nvPr/>
          </p:nvSpPr>
          <p:spPr>
            <a:xfrm>
              <a:off x="0" y="-38100"/>
              <a:ext cx="2709333" cy="2462172"/>
            </a:xfrm>
            <a:prstGeom prst="rect">
              <a:avLst/>
            </a:prstGeom>
          </p:spPr>
          <p:txBody>
            <a:bodyPr anchor="ctr" rtlCol="false" tIns="50800" lIns="50800" bIns="50800" rIns="50800"/>
            <a:lstStyle/>
            <a:p>
              <a:pPr algn="ctr">
                <a:lnSpc>
                  <a:spcPts val="2800"/>
                </a:lnSpc>
              </a:pPr>
            </a:p>
          </p:txBody>
        </p:sp>
      </p:grpSp>
      <p:sp>
        <p:nvSpPr>
          <p:cNvPr name="TextBox 5" id="5"/>
          <p:cNvSpPr txBox="true"/>
          <p:nvPr/>
        </p:nvSpPr>
        <p:spPr>
          <a:xfrm rot="0">
            <a:off x="907463" y="2160760"/>
            <a:ext cx="8956070" cy="1210281"/>
          </a:xfrm>
          <a:prstGeom prst="rect">
            <a:avLst/>
          </a:prstGeom>
        </p:spPr>
        <p:txBody>
          <a:bodyPr anchor="t" rtlCol="false" tIns="0" lIns="0" bIns="0" rIns="0">
            <a:spAutoFit/>
          </a:bodyPr>
          <a:lstStyle/>
          <a:p>
            <a:pPr algn="l">
              <a:lnSpc>
                <a:spcPts val="9941"/>
              </a:lnSpc>
            </a:pPr>
            <a:r>
              <a:rPr lang="en-US" sz="7101">
                <a:solidFill>
                  <a:srgbClr val="6B705C"/>
                </a:solidFill>
                <a:latin typeface="TAN Mon Cheri"/>
              </a:rPr>
              <a:t>Implementation</a:t>
            </a:r>
          </a:p>
        </p:txBody>
      </p:sp>
      <p:sp>
        <p:nvSpPr>
          <p:cNvPr name="TextBox 6" id="6"/>
          <p:cNvSpPr txBox="true"/>
          <p:nvPr/>
        </p:nvSpPr>
        <p:spPr>
          <a:xfrm rot="0">
            <a:off x="1028700" y="4689604"/>
            <a:ext cx="7636579" cy="4107814"/>
          </a:xfrm>
          <a:prstGeom prst="rect">
            <a:avLst/>
          </a:prstGeom>
        </p:spPr>
        <p:txBody>
          <a:bodyPr anchor="t" rtlCol="false" tIns="0" lIns="0" bIns="0" rIns="0">
            <a:spAutoFit/>
          </a:bodyPr>
          <a:lstStyle/>
          <a:p>
            <a:pPr algn="l" marL="604532" indent="-302266" lvl="1">
              <a:lnSpc>
                <a:spcPts val="3640"/>
              </a:lnSpc>
              <a:buFont typeface="Arial"/>
              <a:buChar char="•"/>
            </a:pPr>
            <a:r>
              <a:rPr lang="en-US" sz="2800">
                <a:solidFill>
                  <a:srgbClr val="6B705C"/>
                </a:solidFill>
                <a:latin typeface="Garet 1"/>
              </a:rPr>
              <a:t>User Input Handling: The application prompts the user to input the number of letters, symbols, and numbers for the password.</a:t>
            </a:r>
          </a:p>
          <a:p>
            <a:pPr algn="l">
              <a:lnSpc>
                <a:spcPts val="3640"/>
              </a:lnSpc>
            </a:pPr>
          </a:p>
          <a:p>
            <a:pPr algn="l" marL="604532" indent="-302266" lvl="1">
              <a:lnSpc>
                <a:spcPts val="3640"/>
              </a:lnSpc>
              <a:buFont typeface="Arial"/>
              <a:buChar char="•"/>
            </a:pPr>
            <a:r>
              <a:rPr lang="en-US" sz="2800">
                <a:solidFill>
                  <a:srgbClr val="6B705C"/>
                </a:solidFill>
                <a:latin typeface="Garet 1"/>
              </a:rPr>
              <a:t>Randomization Logic: The application uses the random library to generate a password by randomly selecting characters from predefined lists.</a:t>
            </a:r>
          </a:p>
        </p:txBody>
      </p:sp>
      <p:grpSp>
        <p:nvGrpSpPr>
          <p:cNvPr name="Group 7" id="7"/>
          <p:cNvGrpSpPr/>
          <p:nvPr/>
        </p:nvGrpSpPr>
        <p:grpSpPr>
          <a:xfrm rot="0">
            <a:off x="9863534" y="2294110"/>
            <a:ext cx="8572174" cy="7137265"/>
            <a:chOff x="0" y="0"/>
            <a:chExt cx="11429565" cy="9516353"/>
          </a:xfrm>
        </p:grpSpPr>
        <p:sp>
          <p:nvSpPr>
            <p:cNvPr name="Freeform 8" id="8"/>
            <p:cNvSpPr/>
            <p:nvPr/>
          </p:nvSpPr>
          <p:spPr>
            <a:xfrm flipH="false" flipV="false" rot="0">
              <a:off x="3435408" y="1073195"/>
              <a:ext cx="5406598" cy="5486400"/>
            </a:xfrm>
            <a:custGeom>
              <a:avLst/>
              <a:gdLst/>
              <a:ahLst/>
              <a:cxnLst/>
              <a:rect r="r" b="b" t="t" l="l"/>
              <a:pathLst>
                <a:path h="5486400" w="5406598">
                  <a:moveTo>
                    <a:pt x="0" y="0"/>
                  </a:moveTo>
                  <a:lnTo>
                    <a:pt x="5406598" y="0"/>
                  </a:lnTo>
                  <a:lnTo>
                    <a:pt x="5406598" y="5486400"/>
                  </a:lnTo>
                  <a:lnTo>
                    <a:pt x="0" y="54864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8100000">
              <a:off x="6177212" y="6787382"/>
              <a:ext cx="2844497" cy="1768760"/>
            </a:xfrm>
            <a:custGeom>
              <a:avLst/>
              <a:gdLst/>
              <a:ahLst/>
              <a:cxnLst/>
              <a:rect r="r" b="b" t="t" l="l"/>
              <a:pathLst>
                <a:path h="1768760" w="2844497">
                  <a:moveTo>
                    <a:pt x="0" y="0"/>
                  </a:moveTo>
                  <a:lnTo>
                    <a:pt x="2844498" y="0"/>
                  </a:lnTo>
                  <a:lnTo>
                    <a:pt x="2844498" y="1768760"/>
                  </a:lnTo>
                  <a:lnTo>
                    <a:pt x="0" y="17687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2287096">
              <a:off x="887644" y="1952998"/>
              <a:ext cx="2612288" cy="693444"/>
            </a:xfrm>
            <a:custGeom>
              <a:avLst/>
              <a:gdLst/>
              <a:ahLst/>
              <a:cxnLst/>
              <a:rect r="r" b="b" t="t" l="l"/>
              <a:pathLst>
                <a:path h="693444" w="2612288">
                  <a:moveTo>
                    <a:pt x="0" y="693443"/>
                  </a:moveTo>
                  <a:lnTo>
                    <a:pt x="2612288" y="693443"/>
                  </a:lnTo>
                  <a:lnTo>
                    <a:pt x="2612288" y="0"/>
                  </a:lnTo>
                  <a:lnTo>
                    <a:pt x="0" y="0"/>
                  </a:lnTo>
                  <a:lnTo>
                    <a:pt x="0" y="693443"/>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0" y="-19050"/>
              <a:ext cx="4387576" cy="1239725"/>
            </a:xfrm>
            <a:prstGeom prst="rect">
              <a:avLst/>
            </a:prstGeom>
          </p:spPr>
          <p:txBody>
            <a:bodyPr anchor="t" rtlCol="false" tIns="0" lIns="0" bIns="0" rIns="0">
              <a:spAutoFit/>
            </a:bodyPr>
            <a:lstStyle/>
            <a:p>
              <a:pPr algn="l">
                <a:lnSpc>
                  <a:spcPts val="3786"/>
                </a:lnSpc>
              </a:pPr>
              <a:r>
                <a:rPr lang="en-US" sz="2912">
                  <a:solidFill>
                    <a:srgbClr val="6B705C"/>
                  </a:solidFill>
                  <a:latin typeface="Garet 1"/>
                </a:rPr>
                <a:t>User Input Handling</a:t>
              </a:r>
            </a:p>
          </p:txBody>
        </p:sp>
        <p:sp>
          <p:nvSpPr>
            <p:cNvPr name="TextBox 12" id="12"/>
            <p:cNvSpPr txBox="true"/>
            <p:nvPr/>
          </p:nvSpPr>
          <p:spPr>
            <a:xfrm rot="0">
              <a:off x="6538649" y="8276628"/>
              <a:ext cx="4890916" cy="1239725"/>
            </a:xfrm>
            <a:prstGeom prst="rect">
              <a:avLst/>
            </a:prstGeom>
          </p:spPr>
          <p:txBody>
            <a:bodyPr anchor="t" rtlCol="false" tIns="0" lIns="0" bIns="0" rIns="0">
              <a:spAutoFit/>
            </a:bodyPr>
            <a:lstStyle/>
            <a:p>
              <a:pPr algn="l">
                <a:lnSpc>
                  <a:spcPts val="3786"/>
                </a:lnSpc>
              </a:pPr>
              <a:r>
                <a:rPr lang="en-US" sz="2912">
                  <a:solidFill>
                    <a:srgbClr val="6B705C"/>
                  </a:solidFill>
                  <a:latin typeface="Garet 1"/>
                </a:rPr>
                <a:t>Randomization Logic</a:t>
              </a:r>
            </a:p>
          </p:txBody>
        </p:sp>
        <p:sp>
          <p:nvSpPr>
            <p:cNvPr name="TextBox 13" id="13"/>
            <p:cNvSpPr txBox="true"/>
            <p:nvPr/>
          </p:nvSpPr>
          <p:spPr>
            <a:xfrm rot="0">
              <a:off x="3819441" y="3193351"/>
              <a:ext cx="4387576" cy="648963"/>
            </a:xfrm>
            <a:prstGeom prst="rect">
              <a:avLst/>
            </a:prstGeom>
          </p:spPr>
          <p:txBody>
            <a:bodyPr anchor="t" rtlCol="false" tIns="0" lIns="0" bIns="0" rIns="0">
              <a:spAutoFit/>
            </a:bodyPr>
            <a:lstStyle/>
            <a:p>
              <a:pPr algn="ctr">
                <a:lnSpc>
                  <a:spcPts val="4046"/>
                </a:lnSpc>
              </a:pPr>
              <a:r>
                <a:rPr lang="en-US" sz="3112">
                  <a:solidFill>
                    <a:srgbClr val="6B705C"/>
                  </a:solidFill>
                  <a:latin typeface="Garet 1"/>
                </a:rPr>
                <a:t>Implementation</a:t>
              </a:r>
            </a:p>
          </p:txBody>
        </p:sp>
      </p:grpSp>
      <p:sp>
        <p:nvSpPr>
          <p:cNvPr name="Freeform 14" id="14"/>
          <p:cNvSpPr/>
          <p:nvPr/>
        </p:nvSpPr>
        <p:spPr>
          <a:xfrm flipH="false" flipV="false" rot="0">
            <a:off x="8304672" y="735248"/>
            <a:ext cx="1558861" cy="1558861"/>
          </a:xfrm>
          <a:custGeom>
            <a:avLst/>
            <a:gdLst/>
            <a:ahLst/>
            <a:cxnLst/>
            <a:rect r="r" b="b" t="t" l="l"/>
            <a:pathLst>
              <a:path h="1558861" w="1558861">
                <a:moveTo>
                  <a:pt x="0" y="0"/>
                </a:moveTo>
                <a:lnTo>
                  <a:pt x="1558862" y="0"/>
                </a:lnTo>
                <a:lnTo>
                  <a:pt x="1558862" y="1558862"/>
                </a:lnTo>
                <a:lnTo>
                  <a:pt x="0" y="155886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70.xml><?xml version="1.0" encoding="utf-8"?>
<p:sld xmlns:p="http://schemas.openxmlformats.org/presentationml/2006/main" xmlns:a="http://schemas.openxmlformats.org/drawingml/2006/main" xmlns:r="http://schemas.openxmlformats.org/officeDocument/2006/relationships">
  <p:cSld>
    <p:bg>
      <p:bgPr>
        <a:solidFill>
          <a:srgbClr val="F8F5ED"/>
        </a:solidFill>
      </p:bgPr>
    </p:bg>
    <p:spTree>
      <p:nvGrpSpPr>
        <p:cNvPr id="1" name=""/>
        <p:cNvGrpSpPr/>
        <p:nvPr/>
      </p:nvGrpSpPr>
      <p:grpSpPr>
        <a:xfrm>
          <a:off x="0" y="0"/>
          <a:ext cx="0" cy="0"/>
          <a:chOff x="0" y="0"/>
          <a:chExt cx="0" cy="0"/>
        </a:xfrm>
      </p:grpSpPr>
      <p:grpSp>
        <p:nvGrpSpPr>
          <p:cNvPr name="Group 2" id="2"/>
          <p:cNvGrpSpPr/>
          <p:nvPr/>
        </p:nvGrpSpPr>
        <p:grpSpPr>
          <a:xfrm rot="5400000">
            <a:off x="8138038" y="-8138038"/>
            <a:ext cx="2011924" cy="18288000"/>
            <a:chOff x="0" y="0"/>
            <a:chExt cx="529889" cy="4816593"/>
          </a:xfrm>
        </p:grpSpPr>
        <p:sp>
          <p:nvSpPr>
            <p:cNvPr name="Freeform 3" id="3"/>
            <p:cNvSpPr/>
            <p:nvPr/>
          </p:nvSpPr>
          <p:spPr>
            <a:xfrm flipH="false" flipV="false" rot="0">
              <a:off x="0" y="0"/>
              <a:ext cx="529889" cy="4816592"/>
            </a:xfrm>
            <a:custGeom>
              <a:avLst/>
              <a:gdLst/>
              <a:ahLst/>
              <a:cxnLst/>
              <a:rect r="r" b="b" t="t" l="l"/>
              <a:pathLst>
                <a:path h="4816592" w="529889">
                  <a:moveTo>
                    <a:pt x="0" y="0"/>
                  </a:moveTo>
                  <a:lnTo>
                    <a:pt x="529889" y="0"/>
                  </a:lnTo>
                  <a:lnTo>
                    <a:pt x="529889" y="4816592"/>
                  </a:lnTo>
                  <a:lnTo>
                    <a:pt x="0" y="4816592"/>
                  </a:lnTo>
                  <a:close/>
                </a:path>
              </a:pathLst>
            </a:custGeom>
            <a:solidFill>
              <a:srgbClr val="B7B7A4"/>
            </a:solidFill>
          </p:spPr>
        </p:sp>
        <p:sp>
          <p:nvSpPr>
            <p:cNvPr name="TextBox 4" id="4"/>
            <p:cNvSpPr txBox="true"/>
            <p:nvPr/>
          </p:nvSpPr>
          <p:spPr>
            <a:xfrm>
              <a:off x="0" y="-38100"/>
              <a:ext cx="529889" cy="4854693"/>
            </a:xfrm>
            <a:prstGeom prst="rect">
              <a:avLst/>
            </a:prstGeom>
          </p:spPr>
          <p:txBody>
            <a:bodyPr anchor="ctr" rtlCol="false" tIns="50800" lIns="50800" bIns="50800" rIns="50800"/>
            <a:lstStyle/>
            <a:p>
              <a:pPr algn="ctr">
                <a:lnSpc>
                  <a:spcPts val="2800"/>
                </a:lnSpc>
              </a:pPr>
            </a:p>
          </p:txBody>
        </p:sp>
      </p:grpSp>
      <p:sp>
        <p:nvSpPr>
          <p:cNvPr name="TextBox 5" id="5"/>
          <p:cNvSpPr txBox="true"/>
          <p:nvPr/>
        </p:nvSpPr>
        <p:spPr>
          <a:xfrm rot="0">
            <a:off x="1028700" y="2600854"/>
            <a:ext cx="7856857" cy="3444227"/>
          </a:xfrm>
          <a:prstGeom prst="rect">
            <a:avLst/>
          </a:prstGeom>
        </p:spPr>
        <p:txBody>
          <a:bodyPr anchor="t" rtlCol="false" tIns="0" lIns="0" bIns="0" rIns="0">
            <a:spAutoFit/>
          </a:bodyPr>
          <a:lstStyle/>
          <a:p>
            <a:pPr algn="l">
              <a:lnSpc>
                <a:spcPts val="13860"/>
              </a:lnSpc>
            </a:pPr>
            <a:r>
              <a:rPr lang="en-US" sz="9900">
                <a:solidFill>
                  <a:srgbClr val="A5A58D"/>
                </a:solidFill>
                <a:latin typeface="TAN Mon Cheri"/>
              </a:rPr>
              <a:t>Advanced Version</a:t>
            </a:r>
          </a:p>
        </p:txBody>
      </p:sp>
      <p:sp>
        <p:nvSpPr>
          <p:cNvPr name="TextBox 6" id="6"/>
          <p:cNvSpPr txBox="true"/>
          <p:nvPr/>
        </p:nvSpPr>
        <p:spPr>
          <a:xfrm rot="0">
            <a:off x="9144000" y="2437646"/>
            <a:ext cx="8164244" cy="7176769"/>
          </a:xfrm>
          <a:prstGeom prst="rect">
            <a:avLst/>
          </a:prstGeom>
        </p:spPr>
        <p:txBody>
          <a:bodyPr anchor="t" rtlCol="false" tIns="0" lIns="0" bIns="0" rIns="0">
            <a:spAutoFit/>
          </a:bodyPr>
          <a:lstStyle/>
          <a:p>
            <a:pPr algn="just">
              <a:lnSpc>
                <a:spcPts val="4420"/>
              </a:lnSpc>
            </a:pPr>
            <a:r>
              <a:rPr lang="en-US" sz="3400">
                <a:solidFill>
                  <a:srgbClr val="6B705C"/>
                </a:solidFill>
                <a:latin typeface="Garet 1"/>
              </a:rPr>
              <a:t>The advanced version aims to create a user-friendly application with a graphical interface, allowing users to easily generate secure passwords with additional complexity options.</a:t>
            </a:r>
          </a:p>
          <a:p>
            <a:pPr algn="just">
              <a:lnSpc>
                <a:spcPts val="4420"/>
              </a:lnSpc>
            </a:pPr>
            <a:r>
              <a:rPr lang="en-US" sz="3400">
                <a:solidFill>
                  <a:srgbClr val="6B705C"/>
                </a:solidFill>
                <a:latin typeface="Garet 1 Bold"/>
              </a:rPr>
              <a:t>Features</a:t>
            </a:r>
          </a:p>
          <a:p>
            <a:pPr algn="just" marL="734069" indent="-367035" lvl="1">
              <a:lnSpc>
                <a:spcPts val="4420"/>
              </a:lnSpc>
              <a:buFont typeface="Arial"/>
              <a:buChar char="•"/>
            </a:pPr>
            <a:r>
              <a:rPr lang="en-US" sz="3400">
                <a:solidFill>
                  <a:srgbClr val="6B705C"/>
                </a:solidFill>
                <a:latin typeface="Garet 1"/>
              </a:rPr>
              <a:t>GUI for user input.</a:t>
            </a:r>
          </a:p>
          <a:p>
            <a:pPr algn="just" marL="734069" indent="-367035" lvl="1">
              <a:lnSpc>
                <a:spcPts val="4420"/>
              </a:lnSpc>
              <a:buFont typeface="Arial"/>
              <a:buChar char="•"/>
            </a:pPr>
            <a:r>
              <a:rPr lang="en-US" sz="3400">
                <a:solidFill>
                  <a:srgbClr val="6B705C"/>
                </a:solidFill>
                <a:latin typeface="Garet 1"/>
              </a:rPr>
              <a:t>Random password generation.</a:t>
            </a:r>
          </a:p>
          <a:p>
            <a:pPr algn="just" marL="734069" indent="-367035" lvl="1">
              <a:lnSpc>
                <a:spcPts val="4420"/>
              </a:lnSpc>
              <a:buFont typeface="Arial"/>
              <a:buChar char="•"/>
            </a:pPr>
            <a:r>
              <a:rPr lang="en-US" sz="3400">
                <a:solidFill>
                  <a:srgbClr val="6B705C"/>
                </a:solidFill>
                <a:latin typeface="Garet 1"/>
              </a:rPr>
              <a:t>Password complexity options.</a:t>
            </a:r>
          </a:p>
          <a:p>
            <a:pPr algn="just">
              <a:lnSpc>
                <a:spcPts val="4420"/>
              </a:lnSpc>
            </a:pPr>
            <a:r>
              <a:rPr lang="en-US" sz="3400">
                <a:solidFill>
                  <a:srgbClr val="6B705C"/>
                </a:solidFill>
                <a:latin typeface="Garet 1 Bold"/>
              </a:rPr>
              <a:t>Technologies Used</a:t>
            </a:r>
          </a:p>
          <a:p>
            <a:pPr algn="just" marL="734069" indent="-367035" lvl="1">
              <a:lnSpc>
                <a:spcPts val="4420"/>
              </a:lnSpc>
              <a:buFont typeface="Arial"/>
              <a:buChar char="•"/>
            </a:pPr>
            <a:r>
              <a:rPr lang="en-US" sz="3400">
                <a:solidFill>
                  <a:srgbClr val="6B705C"/>
                </a:solidFill>
                <a:latin typeface="Garet 1"/>
              </a:rPr>
              <a:t>Python</a:t>
            </a:r>
          </a:p>
          <a:p>
            <a:pPr algn="just" marL="734069" indent="-367035" lvl="1">
              <a:lnSpc>
                <a:spcPts val="4420"/>
              </a:lnSpc>
              <a:buFont typeface="Arial"/>
              <a:buChar char="•"/>
            </a:pPr>
            <a:r>
              <a:rPr lang="en-US" sz="3400">
                <a:solidFill>
                  <a:srgbClr val="6B705C"/>
                </a:solidFill>
                <a:latin typeface="Garet 1"/>
              </a:rPr>
              <a:t>Libraries: tkinter, random</a:t>
            </a:r>
          </a:p>
        </p:txBody>
      </p:sp>
      <p:sp>
        <p:nvSpPr>
          <p:cNvPr name="Freeform 7" id="7"/>
          <p:cNvSpPr/>
          <p:nvPr/>
        </p:nvSpPr>
        <p:spPr>
          <a:xfrm flipH="false" flipV="false" rot="0">
            <a:off x="2153487" y="1232493"/>
            <a:ext cx="1558861" cy="1558861"/>
          </a:xfrm>
          <a:custGeom>
            <a:avLst/>
            <a:gdLst/>
            <a:ahLst/>
            <a:cxnLst/>
            <a:rect r="r" b="b" t="t" l="l"/>
            <a:pathLst>
              <a:path h="1558861" w="1558861">
                <a:moveTo>
                  <a:pt x="0" y="0"/>
                </a:moveTo>
                <a:lnTo>
                  <a:pt x="1558861" y="0"/>
                </a:lnTo>
                <a:lnTo>
                  <a:pt x="1558861" y="1558861"/>
                </a:lnTo>
                <a:lnTo>
                  <a:pt x="0" y="15588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621470" y="6740406"/>
            <a:ext cx="7604450" cy="1908812"/>
          </a:xfrm>
          <a:prstGeom prst="rect">
            <a:avLst/>
          </a:prstGeom>
        </p:spPr>
        <p:txBody>
          <a:bodyPr anchor="t" rtlCol="false" tIns="0" lIns="0" bIns="0" rIns="0">
            <a:spAutoFit/>
          </a:bodyPr>
          <a:lstStyle/>
          <a:p>
            <a:pPr algn="ctr">
              <a:lnSpc>
                <a:spcPts val="5039"/>
              </a:lnSpc>
              <a:spcBef>
                <a:spcPct val="0"/>
              </a:spcBef>
            </a:pPr>
            <a:r>
              <a:rPr lang="en-US" sz="3599">
                <a:solidFill>
                  <a:srgbClr val="000000"/>
                </a:solidFill>
                <a:latin typeface="The Seasons"/>
              </a:rPr>
              <a:t>Objective: Provide a Graphical Interface for Generating Secure Passwords</a:t>
            </a:r>
          </a:p>
        </p:txBody>
      </p:sp>
    </p:spTree>
  </p:cSld>
  <p:clrMapOvr>
    <a:masterClrMapping/>
  </p:clrMapOvr>
</p:sld>
</file>

<file path=ppt/slides/slide71.xml><?xml version="1.0" encoding="utf-8"?>
<p:sld xmlns:p="http://schemas.openxmlformats.org/presentationml/2006/main" xmlns:a="http://schemas.openxmlformats.org/drawingml/2006/main" xmlns:r="http://schemas.openxmlformats.org/officeDocument/2006/relationships">
  <p:cSld>
    <p:bg>
      <p:bgPr>
        <a:solidFill>
          <a:srgbClr val="F8F5ED"/>
        </a:solidFill>
      </p:bgPr>
    </p:bg>
    <p:spTree>
      <p:nvGrpSpPr>
        <p:cNvPr id="1" name=""/>
        <p:cNvGrpSpPr/>
        <p:nvPr/>
      </p:nvGrpSpPr>
      <p:grpSpPr>
        <a:xfrm>
          <a:off x="0" y="0"/>
          <a:ext cx="0" cy="0"/>
          <a:chOff x="0" y="0"/>
          <a:chExt cx="0" cy="0"/>
        </a:xfrm>
      </p:grpSpPr>
      <p:grpSp>
        <p:nvGrpSpPr>
          <p:cNvPr name="Group 2" id="2"/>
          <p:cNvGrpSpPr/>
          <p:nvPr/>
        </p:nvGrpSpPr>
        <p:grpSpPr>
          <a:xfrm rot="0">
            <a:off x="0" y="0"/>
            <a:ext cx="3658513" cy="10287000"/>
            <a:chOff x="0" y="0"/>
            <a:chExt cx="963559" cy="2709333"/>
          </a:xfrm>
        </p:grpSpPr>
        <p:sp>
          <p:nvSpPr>
            <p:cNvPr name="Freeform 3" id="3"/>
            <p:cNvSpPr/>
            <p:nvPr/>
          </p:nvSpPr>
          <p:spPr>
            <a:xfrm flipH="false" flipV="false" rot="0">
              <a:off x="0" y="0"/>
              <a:ext cx="963559" cy="2709333"/>
            </a:xfrm>
            <a:custGeom>
              <a:avLst/>
              <a:gdLst/>
              <a:ahLst/>
              <a:cxnLst/>
              <a:rect r="r" b="b" t="t" l="l"/>
              <a:pathLst>
                <a:path h="2709333" w="963559">
                  <a:moveTo>
                    <a:pt x="0" y="0"/>
                  </a:moveTo>
                  <a:lnTo>
                    <a:pt x="963559" y="0"/>
                  </a:lnTo>
                  <a:lnTo>
                    <a:pt x="963559" y="2709333"/>
                  </a:lnTo>
                  <a:lnTo>
                    <a:pt x="0" y="2709333"/>
                  </a:lnTo>
                  <a:close/>
                </a:path>
              </a:pathLst>
            </a:custGeom>
            <a:solidFill>
              <a:srgbClr val="6B705C"/>
            </a:solidFill>
          </p:spPr>
        </p:sp>
        <p:sp>
          <p:nvSpPr>
            <p:cNvPr name="TextBox 4" id="4"/>
            <p:cNvSpPr txBox="true"/>
            <p:nvPr/>
          </p:nvSpPr>
          <p:spPr>
            <a:xfrm>
              <a:off x="0" y="-38100"/>
              <a:ext cx="963559" cy="2747433"/>
            </a:xfrm>
            <a:prstGeom prst="rect">
              <a:avLst/>
            </a:prstGeom>
          </p:spPr>
          <p:txBody>
            <a:bodyPr anchor="ctr" rtlCol="false" tIns="50800" lIns="50800" bIns="50800" rIns="50800"/>
            <a:lstStyle/>
            <a:p>
              <a:pPr algn="ctr">
                <a:lnSpc>
                  <a:spcPts val="2800"/>
                </a:lnSpc>
              </a:pPr>
            </a:p>
          </p:txBody>
        </p:sp>
      </p:grpSp>
      <p:sp>
        <p:nvSpPr>
          <p:cNvPr name="TextBox 5" id="5"/>
          <p:cNvSpPr txBox="true"/>
          <p:nvPr/>
        </p:nvSpPr>
        <p:spPr>
          <a:xfrm rot="0">
            <a:off x="4890866" y="469593"/>
            <a:ext cx="12368434" cy="1476988"/>
          </a:xfrm>
          <a:prstGeom prst="rect">
            <a:avLst/>
          </a:prstGeom>
        </p:spPr>
        <p:txBody>
          <a:bodyPr anchor="t" rtlCol="false" tIns="0" lIns="0" bIns="0" rIns="0">
            <a:spAutoFit/>
          </a:bodyPr>
          <a:lstStyle/>
          <a:p>
            <a:pPr algn="l">
              <a:lnSpc>
                <a:spcPts val="12041"/>
              </a:lnSpc>
            </a:pPr>
            <a:r>
              <a:rPr lang="en-US" sz="8600">
                <a:solidFill>
                  <a:srgbClr val="6B705C"/>
                </a:solidFill>
                <a:latin typeface="TAN Mon Cheri"/>
              </a:rPr>
              <a:t>Implementation</a:t>
            </a:r>
          </a:p>
        </p:txBody>
      </p:sp>
      <p:sp>
        <p:nvSpPr>
          <p:cNvPr name="Freeform 6" id="6"/>
          <p:cNvSpPr/>
          <p:nvPr/>
        </p:nvSpPr>
        <p:spPr>
          <a:xfrm flipH="false" flipV="false" rot="0">
            <a:off x="2993409" y="616373"/>
            <a:ext cx="1330209" cy="1330209"/>
          </a:xfrm>
          <a:custGeom>
            <a:avLst/>
            <a:gdLst/>
            <a:ahLst/>
            <a:cxnLst/>
            <a:rect r="r" b="b" t="t" l="l"/>
            <a:pathLst>
              <a:path h="1330209" w="1330209">
                <a:moveTo>
                  <a:pt x="0" y="0"/>
                </a:moveTo>
                <a:lnTo>
                  <a:pt x="1330209" y="0"/>
                </a:lnTo>
                <a:lnTo>
                  <a:pt x="1330209" y="1330209"/>
                </a:lnTo>
                <a:lnTo>
                  <a:pt x="0" y="13302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4323618" y="2416176"/>
            <a:ext cx="12568097" cy="6842124"/>
          </a:xfrm>
          <a:prstGeom prst="rect">
            <a:avLst/>
          </a:prstGeom>
        </p:spPr>
        <p:txBody>
          <a:bodyPr anchor="t" rtlCol="false" tIns="0" lIns="0" bIns="0" rIns="0">
            <a:spAutoFit/>
          </a:bodyPr>
          <a:lstStyle/>
          <a:p>
            <a:pPr algn="just" marL="755659" indent="-377829" lvl="1">
              <a:lnSpc>
                <a:spcPts val="4550"/>
              </a:lnSpc>
              <a:buFont typeface="Arial"/>
              <a:buChar char="•"/>
            </a:pPr>
            <a:r>
              <a:rPr lang="en-US" sz="3500">
                <a:solidFill>
                  <a:srgbClr val="6B705C"/>
                </a:solidFill>
                <a:latin typeface="Garet 1"/>
              </a:rPr>
              <a:t>GUI Design with tkinter: The application uses tkinter to create a graphical interface for user interaction.</a:t>
            </a:r>
          </a:p>
          <a:p>
            <a:pPr algn="just" marL="755659" indent="-377829" lvl="1">
              <a:lnSpc>
                <a:spcPts val="4550"/>
              </a:lnSpc>
              <a:buFont typeface="Arial"/>
              <a:buChar char="•"/>
            </a:pPr>
            <a:r>
              <a:rPr lang="en-US" sz="3500">
                <a:solidFill>
                  <a:srgbClr val="6B705C"/>
                </a:solidFill>
                <a:latin typeface="Garet 1"/>
              </a:rPr>
              <a:t>Randomization Logic: Similar to the easy version, the application uses the random library to generate a password by randomly selecting characters from predefined lists.</a:t>
            </a:r>
          </a:p>
          <a:p>
            <a:pPr algn="just" marL="755659" indent="-377829" lvl="1">
              <a:lnSpc>
                <a:spcPts val="4550"/>
              </a:lnSpc>
              <a:buFont typeface="Arial"/>
              <a:buChar char="•"/>
            </a:pPr>
            <a:r>
              <a:rPr lang="en-US" sz="3500">
                <a:solidFill>
                  <a:srgbClr val="6B705C"/>
                </a:solidFill>
                <a:latin typeface="Garet 1"/>
              </a:rPr>
              <a:t>Password Complexity Handling: The application includes options for specifying the number of letters, symbols, and numbers in the password, as well as ensuring a shuffled final password for added security.</a:t>
            </a:r>
          </a:p>
        </p:txBody>
      </p:sp>
    </p:spTree>
  </p:cSld>
  <p:clrMapOvr>
    <a:masterClrMapping/>
  </p:clrMapOvr>
</p:sld>
</file>

<file path=ppt/slides/slide72.xml><?xml version="1.0" encoding="utf-8"?>
<p:sld xmlns:p="http://schemas.openxmlformats.org/presentationml/2006/main" xmlns:a="http://schemas.openxmlformats.org/drawingml/2006/main" xmlns:r="http://schemas.openxmlformats.org/officeDocument/2006/relationships">
  <p:cSld>
    <p:bg>
      <p:bgPr>
        <a:solidFill>
          <a:srgbClr val="F8F5ED"/>
        </a:solidFill>
      </p:bgPr>
    </p:bg>
    <p:spTree>
      <p:nvGrpSpPr>
        <p:cNvPr id="1" name=""/>
        <p:cNvGrpSpPr/>
        <p:nvPr/>
      </p:nvGrpSpPr>
      <p:grpSpPr>
        <a:xfrm>
          <a:off x="0" y="0"/>
          <a:ext cx="0" cy="0"/>
          <a:chOff x="0" y="0"/>
          <a:chExt cx="0" cy="0"/>
        </a:xfrm>
      </p:grpSpPr>
      <p:grpSp>
        <p:nvGrpSpPr>
          <p:cNvPr name="Group 2" id="2"/>
          <p:cNvGrpSpPr/>
          <p:nvPr/>
        </p:nvGrpSpPr>
        <p:grpSpPr>
          <a:xfrm rot="0">
            <a:off x="-148254" y="0"/>
            <a:ext cx="18584507" cy="3066618"/>
            <a:chOff x="0" y="0"/>
            <a:chExt cx="24779343" cy="4088824"/>
          </a:xfrm>
        </p:grpSpPr>
        <p:grpSp>
          <p:nvGrpSpPr>
            <p:cNvPr name="Group 3" id="3"/>
            <p:cNvGrpSpPr/>
            <p:nvPr/>
          </p:nvGrpSpPr>
          <p:grpSpPr>
            <a:xfrm rot="5400000">
              <a:off x="10873305" y="-10873305"/>
              <a:ext cx="3032734" cy="24779343"/>
              <a:chOff x="0" y="0"/>
              <a:chExt cx="589501" cy="4816593"/>
            </a:xfrm>
          </p:grpSpPr>
          <p:sp>
            <p:nvSpPr>
              <p:cNvPr name="Freeform 4" id="4"/>
              <p:cNvSpPr/>
              <p:nvPr/>
            </p:nvSpPr>
            <p:spPr>
              <a:xfrm flipH="false" flipV="false" rot="0">
                <a:off x="0" y="0"/>
                <a:ext cx="589501" cy="4816592"/>
              </a:xfrm>
              <a:custGeom>
                <a:avLst/>
                <a:gdLst/>
                <a:ahLst/>
                <a:cxnLst/>
                <a:rect r="r" b="b" t="t" l="l"/>
                <a:pathLst>
                  <a:path h="4816592" w="589501">
                    <a:moveTo>
                      <a:pt x="0" y="0"/>
                    </a:moveTo>
                    <a:lnTo>
                      <a:pt x="589501" y="0"/>
                    </a:lnTo>
                    <a:lnTo>
                      <a:pt x="589501" y="4816592"/>
                    </a:lnTo>
                    <a:lnTo>
                      <a:pt x="0" y="4816592"/>
                    </a:lnTo>
                    <a:close/>
                  </a:path>
                </a:pathLst>
              </a:custGeom>
              <a:solidFill>
                <a:srgbClr val="CB997E"/>
              </a:solidFill>
            </p:spPr>
          </p:sp>
          <p:sp>
            <p:nvSpPr>
              <p:cNvPr name="TextBox 5" id="5"/>
              <p:cNvSpPr txBox="true"/>
              <p:nvPr/>
            </p:nvSpPr>
            <p:spPr>
              <a:xfrm>
                <a:off x="0" y="-28575"/>
                <a:ext cx="589501" cy="4845168"/>
              </a:xfrm>
              <a:prstGeom prst="rect">
                <a:avLst/>
              </a:prstGeom>
            </p:spPr>
            <p:txBody>
              <a:bodyPr anchor="ctr" rtlCol="false" tIns="50800" lIns="50800" bIns="50800" rIns="50800"/>
              <a:lstStyle/>
              <a:p>
                <a:pPr algn="ctr">
                  <a:lnSpc>
                    <a:spcPts val="2799"/>
                  </a:lnSpc>
                </a:pPr>
              </a:p>
            </p:txBody>
          </p:sp>
        </p:grpSp>
        <p:sp>
          <p:nvSpPr>
            <p:cNvPr name="TextBox 6" id="6"/>
            <p:cNvSpPr txBox="true"/>
            <p:nvPr/>
          </p:nvSpPr>
          <p:spPr>
            <a:xfrm rot="0">
              <a:off x="15034" y="579021"/>
              <a:ext cx="24764309" cy="1985133"/>
            </a:xfrm>
            <a:prstGeom prst="rect">
              <a:avLst/>
            </a:prstGeom>
          </p:spPr>
          <p:txBody>
            <a:bodyPr anchor="t" rtlCol="false" tIns="0" lIns="0" bIns="0" rIns="0">
              <a:spAutoFit/>
            </a:bodyPr>
            <a:lstStyle/>
            <a:p>
              <a:pPr algn="ctr">
                <a:lnSpc>
                  <a:spcPts val="12520"/>
                </a:lnSpc>
              </a:pPr>
              <a:r>
                <a:rPr lang="en-US" sz="8943">
                  <a:solidFill>
                    <a:srgbClr val="F8F5ED"/>
                  </a:solidFill>
                  <a:latin typeface="TAN Mon Cheri"/>
                </a:rPr>
                <a:t>summary of both versions</a:t>
              </a:r>
            </a:p>
          </p:txBody>
        </p:sp>
        <p:sp>
          <p:nvSpPr>
            <p:cNvPr name="Freeform 7" id="7"/>
            <p:cNvSpPr/>
            <p:nvPr/>
          </p:nvSpPr>
          <p:spPr>
            <a:xfrm flipH="false" flipV="false" rot="0">
              <a:off x="11333581" y="1976643"/>
              <a:ext cx="2112181" cy="2112181"/>
            </a:xfrm>
            <a:custGeom>
              <a:avLst/>
              <a:gdLst/>
              <a:ahLst/>
              <a:cxnLst/>
              <a:rect r="r" b="b" t="t" l="l"/>
              <a:pathLst>
                <a:path h="2112181" w="2112181">
                  <a:moveTo>
                    <a:pt x="0" y="0"/>
                  </a:moveTo>
                  <a:lnTo>
                    <a:pt x="2112181" y="0"/>
                  </a:lnTo>
                  <a:lnTo>
                    <a:pt x="2112181" y="2112181"/>
                  </a:lnTo>
                  <a:lnTo>
                    <a:pt x="0" y="21121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8" id="8"/>
          <p:cNvSpPr txBox="true"/>
          <p:nvPr/>
        </p:nvSpPr>
        <p:spPr>
          <a:xfrm rot="0">
            <a:off x="1064166" y="4406773"/>
            <a:ext cx="16195134" cy="4851527"/>
          </a:xfrm>
          <a:prstGeom prst="rect">
            <a:avLst/>
          </a:prstGeom>
        </p:spPr>
        <p:txBody>
          <a:bodyPr anchor="t" rtlCol="false" tIns="0" lIns="0" bIns="0" rIns="0">
            <a:spAutoFit/>
          </a:bodyPr>
          <a:lstStyle/>
          <a:p>
            <a:pPr algn="ctr">
              <a:lnSpc>
                <a:spcPts val="5494"/>
              </a:lnSpc>
            </a:pPr>
            <a:r>
              <a:rPr lang="en-US" sz="4100">
                <a:solidFill>
                  <a:srgbClr val="BF7343"/>
                </a:solidFill>
                <a:latin typeface="TAN Mon Cheri"/>
              </a:rPr>
              <a:t>The easy version of the Password Generator is a simple console-based application that generates random passwords based on user-defined criteria. The advanced version enhances the user experience by providing a graphical interface and additional options for password complexity, making it easier for users to generate secure passwords.</a:t>
            </a:r>
          </a:p>
        </p:txBody>
      </p:sp>
    </p:spTree>
  </p:cSld>
  <p:clrMapOvr>
    <a:masterClrMapping/>
  </p:clrMapOvr>
</p:sld>
</file>

<file path=ppt/slides/slide73.xml><?xml version="1.0" encoding="utf-8"?>
<p:sld xmlns:p="http://schemas.openxmlformats.org/presentationml/2006/main" xmlns:a="http://schemas.openxmlformats.org/drawingml/2006/main" xmlns:r="http://schemas.openxmlformats.org/officeDocument/2006/relationships">
  <p:cSld>
    <p:bg>
      <p:bgPr>
        <a:solidFill>
          <a:srgbClr val="F8F5ED"/>
        </a:solidFill>
      </p:bgPr>
    </p:bg>
    <p:spTree>
      <p:nvGrpSpPr>
        <p:cNvPr id="1" name=""/>
        <p:cNvGrpSpPr/>
        <p:nvPr/>
      </p:nvGrpSpPr>
      <p:grpSpPr>
        <a:xfrm>
          <a:off x="0" y="0"/>
          <a:ext cx="0" cy="0"/>
          <a:chOff x="0" y="0"/>
          <a:chExt cx="0" cy="0"/>
        </a:xfrm>
      </p:grpSpPr>
      <p:grpSp>
        <p:nvGrpSpPr>
          <p:cNvPr name="Group 2" id="2"/>
          <p:cNvGrpSpPr/>
          <p:nvPr/>
        </p:nvGrpSpPr>
        <p:grpSpPr>
          <a:xfrm rot="-10800000">
            <a:off x="0" y="0"/>
            <a:ext cx="9250398" cy="10287000"/>
            <a:chOff x="0" y="0"/>
            <a:chExt cx="2436319" cy="2709333"/>
          </a:xfrm>
        </p:grpSpPr>
        <p:sp>
          <p:nvSpPr>
            <p:cNvPr name="Freeform 3" id="3"/>
            <p:cNvSpPr/>
            <p:nvPr/>
          </p:nvSpPr>
          <p:spPr>
            <a:xfrm flipH="false" flipV="false" rot="0">
              <a:off x="0" y="0"/>
              <a:ext cx="2436319" cy="2709333"/>
            </a:xfrm>
            <a:custGeom>
              <a:avLst/>
              <a:gdLst/>
              <a:ahLst/>
              <a:cxnLst/>
              <a:rect r="r" b="b" t="t" l="l"/>
              <a:pathLst>
                <a:path h="2709333" w="2436319">
                  <a:moveTo>
                    <a:pt x="0" y="0"/>
                  </a:moveTo>
                  <a:lnTo>
                    <a:pt x="2436319" y="0"/>
                  </a:lnTo>
                  <a:lnTo>
                    <a:pt x="2436319" y="2709333"/>
                  </a:lnTo>
                  <a:lnTo>
                    <a:pt x="0" y="2709333"/>
                  </a:lnTo>
                  <a:close/>
                </a:path>
              </a:pathLst>
            </a:custGeom>
            <a:solidFill>
              <a:srgbClr val="6B705C"/>
            </a:solidFill>
          </p:spPr>
        </p:sp>
        <p:sp>
          <p:nvSpPr>
            <p:cNvPr name="TextBox 4" id="4"/>
            <p:cNvSpPr txBox="true"/>
            <p:nvPr/>
          </p:nvSpPr>
          <p:spPr>
            <a:xfrm>
              <a:off x="0" y="-38100"/>
              <a:ext cx="2436319" cy="2747433"/>
            </a:xfrm>
            <a:prstGeom prst="rect">
              <a:avLst/>
            </a:prstGeom>
          </p:spPr>
          <p:txBody>
            <a:bodyPr anchor="ctr" rtlCol="false" tIns="50800" lIns="50800" bIns="50800" rIns="50800"/>
            <a:lstStyle/>
            <a:p>
              <a:pPr algn="ctr">
                <a:lnSpc>
                  <a:spcPts val="2800"/>
                </a:lnSpc>
              </a:pPr>
            </a:p>
          </p:txBody>
        </p:sp>
      </p:grpSp>
      <p:sp>
        <p:nvSpPr>
          <p:cNvPr name="TextBox 5" id="5"/>
          <p:cNvSpPr txBox="true"/>
          <p:nvPr/>
        </p:nvSpPr>
        <p:spPr>
          <a:xfrm rot="0">
            <a:off x="10029829" y="1910729"/>
            <a:ext cx="8115300" cy="6332191"/>
          </a:xfrm>
          <a:prstGeom prst="rect">
            <a:avLst/>
          </a:prstGeom>
        </p:spPr>
        <p:txBody>
          <a:bodyPr anchor="t" rtlCol="false" tIns="0" lIns="0" bIns="0" rIns="0">
            <a:spAutoFit/>
          </a:bodyPr>
          <a:lstStyle/>
          <a:p>
            <a:pPr algn="r">
              <a:lnSpc>
                <a:spcPts val="10081"/>
              </a:lnSpc>
            </a:pPr>
            <a:r>
              <a:rPr lang="en-US" sz="7201">
                <a:solidFill>
                  <a:srgbClr val="6B705C"/>
                </a:solidFill>
                <a:latin typeface="TAN Mon Cheri"/>
              </a:rPr>
              <a:t>Potential </a:t>
            </a:r>
          </a:p>
          <a:p>
            <a:pPr algn="r">
              <a:lnSpc>
                <a:spcPts val="10081"/>
              </a:lnSpc>
            </a:pPr>
          </a:p>
          <a:p>
            <a:pPr algn="r">
              <a:lnSpc>
                <a:spcPts val="10081"/>
              </a:lnSpc>
            </a:pPr>
            <a:r>
              <a:rPr lang="en-US" sz="7201">
                <a:solidFill>
                  <a:srgbClr val="6B705C"/>
                </a:solidFill>
                <a:latin typeface="TAN Mon Cheri"/>
              </a:rPr>
              <a:t>Future </a:t>
            </a:r>
          </a:p>
          <a:p>
            <a:pPr algn="r">
              <a:lnSpc>
                <a:spcPts val="10081"/>
              </a:lnSpc>
            </a:pPr>
          </a:p>
          <a:p>
            <a:pPr algn="r">
              <a:lnSpc>
                <a:spcPts val="10081"/>
              </a:lnSpc>
            </a:pPr>
            <a:r>
              <a:rPr lang="en-US" sz="7201">
                <a:solidFill>
                  <a:srgbClr val="6B705C"/>
                </a:solidFill>
                <a:latin typeface="TAN Mon Cheri"/>
              </a:rPr>
              <a:t>Improvements</a:t>
            </a:r>
          </a:p>
        </p:txBody>
      </p:sp>
      <p:sp>
        <p:nvSpPr>
          <p:cNvPr name="Freeform 6" id="6"/>
          <p:cNvSpPr/>
          <p:nvPr/>
        </p:nvSpPr>
        <p:spPr>
          <a:xfrm flipH="false" flipV="false" rot="0">
            <a:off x="8470967" y="4364069"/>
            <a:ext cx="1558861" cy="1558861"/>
          </a:xfrm>
          <a:custGeom>
            <a:avLst/>
            <a:gdLst/>
            <a:ahLst/>
            <a:cxnLst/>
            <a:rect r="r" b="b" t="t" l="l"/>
            <a:pathLst>
              <a:path h="1558861" w="1558861">
                <a:moveTo>
                  <a:pt x="0" y="0"/>
                </a:moveTo>
                <a:lnTo>
                  <a:pt x="1558862" y="0"/>
                </a:lnTo>
                <a:lnTo>
                  <a:pt x="1558862" y="1558862"/>
                </a:lnTo>
                <a:lnTo>
                  <a:pt x="0" y="15588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306723" y="416560"/>
            <a:ext cx="8164244" cy="9425304"/>
          </a:xfrm>
          <a:prstGeom prst="rect">
            <a:avLst/>
          </a:prstGeom>
        </p:spPr>
        <p:txBody>
          <a:bodyPr anchor="t" rtlCol="false" tIns="0" lIns="0" bIns="0" rIns="0">
            <a:spAutoFit/>
          </a:bodyPr>
          <a:lstStyle/>
          <a:p>
            <a:pPr algn="just" marL="561353" indent="-280677" lvl="1">
              <a:lnSpc>
                <a:spcPts val="3380"/>
              </a:lnSpc>
              <a:buFont typeface="Arial"/>
              <a:buChar char="•"/>
            </a:pPr>
            <a:r>
              <a:rPr lang="en-US" sz="2600">
                <a:solidFill>
                  <a:srgbClr val="F8F5ED"/>
                </a:solidFill>
                <a:latin typeface="Garet 1 Bold"/>
              </a:rPr>
              <a:t>Password Strength Indicator:</a:t>
            </a:r>
            <a:r>
              <a:rPr lang="en-US" sz="2600">
                <a:solidFill>
                  <a:srgbClr val="F8F5ED"/>
                </a:solidFill>
                <a:latin typeface="Garet 1"/>
              </a:rPr>
              <a:t> Add a feature to indicate the strength of the generated password.</a:t>
            </a:r>
          </a:p>
          <a:p>
            <a:pPr algn="just">
              <a:lnSpc>
                <a:spcPts val="3380"/>
              </a:lnSpc>
            </a:pPr>
          </a:p>
          <a:p>
            <a:pPr algn="just" marL="561353" indent="-280677" lvl="1">
              <a:lnSpc>
                <a:spcPts val="3380"/>
              </a:lnSpc>
              <a:buFont typeface="Arial"/>
              <a:buChar char="•"/>
            </a:pPr>
            <a:r>
              <a:rPr lang="en-US" sz="2600">
                <a:solidFill>
                  <a:srgbClr val="F8F5ED"/>
                </a:solidFill>
                <a:latin typeface="Garet 1 Bold"/>
              </a:rPr>
              <a:t>Password History:</a:t>
            </a:r>
            <a:r>
              <a:rPr lang="en-US" sz="2600">
                <a:solidFill>
                  <a:srgbClr val="F8F5ED"/>
                </a:solidFill>
                <a:latin typeface="Garet 1"/>
              </a:rPr>
              <a:t> Save and display previously generated passwords.</a:t>
            </a:r>
          </a:p>
          <a:p>
            <a:pPr algn="just">
              <a:lnSpc>
                <a:spcPts val="3380"/>
              </a:lnSpc>
            </a:pPr>
          </a:p>
          <a:p>
            <a:pPr algn="just" marL="561353" indent="-280677" lvl="1">
              <a:lnSpc>
                <a:spcPts val="3380"/>
              </a:lnSpc>
              <a:buFont typeface="Arial"/>
              <a:buChar char="•"/>
            </a:pPr>
            <a:r>
              <a:rPr lang="en-US" sz="2600">
                <a:solidFill>
                  <a:srgbClr val="F8F5ED"/>
                </a:solidFill>
                <a:latin typeface="Garet 1 Bold"/>
              </a:rPr>
              <a:t>Additional Complexity Options:</a:t>
            </a:r>
            <a:r>
              <a:rPr lang="en-US" sz="2600">
                <a:solidFill>
                  <a:srgbClr val="F8F5ED"/>
                </a:solidFill>
                <a:latin typeface="Garet 1"/>
              </a:rPr>
              <a:t> Include options for avoiding similar characters (e.g., 1, l, I, |) or rep</a:t>
            </a:r>
            <a:r>
              <a:rPr lang="en-US" sz="2600">
                <a:solidFill>
                  <a:srgbClr val="F8F5ED"/>
                </a:solidFill>
                <a:latin typeface="Garet 1"/>
              </a:rPr>
              <a:t>eat</a:t>
            </a:r>
            <a:r>
              <a:rPr lang="en-US" sz="2600">
                <a:solidFill>
                  <a:srgbClr val="F8F5ED"/>
                </a:solidFill>
                <a:latin typeface="Garet 1"/>
              </a:rPr>
              <a:t>ing cha</a:t>
            </a:r>
            <a:r>
              <a:rPr lang="en-US" sz="2600">
                <a:solidFill>
                  <a:srgbClr val="F8F5ED"/>
                </a:solidFill>
                <a:latin typeface="Garet 1"/>
              </a:rPr>
              <a:t>r</a:t>
            </a:r>
            <a:r>
              <a:rPr lang="en-US" sz="2600">
                <a:solidFill>
                  <a:srgbClr val="F8F5ED"/>
                </a:solidFill>
                <a:latin typeface="Garet 1"/>
              </a:rPr>
              <a:t>act</a:t>
            </a:r>
            <a:r>
              <a:rPr lang="en-US" sz="2600">
                <a:solidFill>
                  <a:srgbClr val="F8F5ED"/>
                </a:solidFill>
                <a:latin typeface="Garet 1"/>
              </a:rPr>
              <a:t>e</a:t>
            </a:r>
            <a:r>
              <a:rPr lang="en-US" sz="2600">
                <a:solidFill>
                  <a:srgbClr val="F8F5ED"/>
                </a:solidFill>
                <a:latin typeface="Garet 1"/>
              </a:rPr>
              <a:t>r</a:t>
            </a:r>
            <a:r>
              <a:rPr lang="en-US" sz="2600">
                <a:solidFill>
                  <a:srgbClr val="F8F5ED"/>
                </a:solidFill>
                <a:latin typeface="Garet 1"/>
              </a:rPr>
              <a:t>s</a:t>
            </a:r>
            <a:r>
              <a:rPr lang="en-US" sz="2600">
                <a:solidFill>
                  <a:srgbClr val="F8F5ED"/>
                </a:solidFill>
                <a:latin typeface="Garet 1"/>
              </a:rPr>
              <a:t>.</a:t>
            </a:r>
          </a:p>
          <a:p>
            <a:pPr algn="just">
              <a:lnSpc>
                <a:spcPts val="3380"/>
              </a:lnSpc>
            </a:pPr>
          </a:p>
          <a:p>
            <a:pPr algn="just" marL="561353" indent="-280677" lvl="1">
              <a:lnSpc>
                <a:spcPts val="3380"/>
              </a:lnSpc>
              <a:buFont typeface="Arial"/>
              <a:buChar char="•"/>
            </a:pPr>
            <a:r>
              <a:rPr lang="en-US" sz="2600">
                <a:solidFill>
                  <a:srgbClr val="F8F5ED"/>
                </a:solidFill>
                <a:latin typeface="Garet 1 Bold"/>
              </a:rPr>
              <a:t>Customization:</a:t>
            </a:r>
            <a:r>
              <a:rPr lang="en-US" sz="2600">
                <a:solidFill>
                  <a:srgbClr val="F8F5ED"/>
                </a:solidFill>
                <a:latin typeface="Garet 1"/>
              </a:rPr>
              <a:t> Allow users to customize character sets and include/exclude specific characters.</a:t>
            </a:r>
          </a:p>
          <a:p>
            <a:pPr algn="just">
              <a:lnSpc>
                <a:spcPts val="3380"/>
              </a:lnSpc>
            </a:pPr>
          </a:p>
          <a:p>
            <a:pPr algn="just" marL="561353" indent="-280677" lvl="1">
              <a:lnSpc>
                <a:spcPts val="3380"/>
              </a:lnSpc>
              <a:buFont typeface="Arial"/>
              <a:buChar char="•"/>
            </a:pPr>
            <a:r>
              <a:rPr lang="en-US" sz="2600">
                <a:solidFill>
                  <a:srgbClr val="F8F5ED"/>
                </a:solidFill>
                <a:latin typeface="Garet 1 Bold"/>
              </a:rPr>
              <a:t>Clipbo</a:t>
            </a:r>
            <a:r>
              <a:rPr lang="en-US" sz="2600">
                <a:solidFill>
                  <a:srgbClr val="F8F5ED"/>
                </a:solidFill>
                <a:latin typeface="Garet 1 Bold"/>
              </a:rPr>
              <a:t>ard Functionality:</a:t>
            </a:r>
            <a:r>
              <a:rPr lang="en-US" sz="2600">
                <a:solidFill>
                  <a:srgbClr val="F8F5ED"/>
                </a:solidFill>
                <a:latin typeface="Garet 1"/>
              </a:rPr>
              <a:t> Add a feature to copy the generated password to the clipboard for easy use.</a:t>
            </a:r>
          </a:p>
          <a:p>
            <a:pPr algn="just">
              <a:lnSpc>
                <a:spcPts val="3380"/>
              </a:lnSpc>
            </a:pPr>
          </a:p>
          <a:p>
            <a:pPr algn="just" marL="561353" indent="-280677" lvl="1">
              <a:lnSpc>
                <a:spcPts val="3380"/>
              </a:lnSpc>
              <a:buFont typeface="Arial"/>
              <a:buChar char="•"/>
            </a:pPr>
            <a:r>
              <a:rPr lang="en-US" sz="2600">
                <a:solidFill>
                  <a:srgbClr val="F8F5ED"/>
                </a:solidFill>
                <a:latin typeface="Garet 1 Bold"/>
              </a:rPr>
              <a:t>Password Management: </a:t>
            </a:r>
            <a:r>
              <a:rPr lang="en-US" sz="2600">
                <a:solidFill>
                  <a:srgbClr val="F8F5ED"/>
                </a:solidFill>
                <a:latin typeface="Garet 1"/>
              </a:rPr>
              <a:t>Integrate with password manag</a:t>
            </a:r>
            <a:r>
              <a:rPr lang="en-US" sz="2600">
                <a:solidFill>
                  <a:srgbClr val="F8F5ED"/>
                </a:solidFill>
                <a:latin typeface="Garet 1"/>
              </a:rPr>
              <a:t>e</a:t>
            </a:r>
            <a:r>
              <a:rPr lang="en-US" sz="2600">
                <a:solidFill>
                  <a:srgbClr val="F8F5ED"/>
                </a:solidFill>
                <a:latin typeface="Garet 1"/>
              </a:rPr>
              <a:t>me</a:t>
            </a:r>
            <a:r>
              <a:rPr lang="en-US" sz="2600">
                <a:solidFill>
                  <a:srgbClr val="F8F5ED"/>
                </a:solidFill>
                <a:latin typeface="Garet 1"/>
              </a:rPr>
              <a:t>n</a:t>
            </a:r>
            <a:r>
              <a:rPr lang="en-US" sz="2600">
                <a:solidFill>
                  <a:srgbClr val="F8F5ED"/>
                </a:solidFill>
                <a:latin typeface="Garet 1"/>
              </a:rPr>
              <a:t>t to</a:t>
            </a:r>
            <a:r>
              <a:rPr lang="en-US" sz="2600">
                <a:solidFill>
                  <a:srgbClr val="F8F5ED"/>
                </a:solidFill>
                <a:latin typeface="Garet 1"/>
              </a:rPr>
              <a:t>ols </a:t>
            </a:r>
            <a:r>
              <a:rPr lang="en-US" sz="2600">
                <a:solidFill>
                  <a:srgbClr val="F8F5ED"/>
                </a:solidFill>
                <a:latin typeface="Garet 1"/>
              </a:rPr>
              <a:t>to </a:t>
            </a:r>
            <a:r>
              <a:rPr lang="en-US" sz="2600">
                <a:solidFill>
                  <a:srgbClr val="F8F5ED"/>
                </a:solidFill>
                <a:latin typeface="Garet 1"/>
              </a:rPr>
              <a:t>s</a:t>
            </a:r>
            <a:r>
              <a:rPr lang="en-US" sz="2600">
                <a:solidFill>
                  <a:srgbClr val="F8F5ED"/>
                </a:solidFill>
                <a:latin typeface="Garet 1"/>
              </a:rPr>
              <a:t>av</a:t>
            </a:r>
            <a:r>
              <a:rPr lang="en-US" sz="2600">
                <a:solidFill>
                  <a:srgbClr val="F8F5ED"/>
                </a:solidFill>
                <a:latin typeface="Garet 1"/>
              </a:rPr>
              <a:t>e</a:t>
            </a:r>
            <a:r>
              <a:rPr lang="en-US" sz="2600">
                <a:solidFill>
                  <a:srgbClr val="F8F5ED"/>
                </a:solidFill>
                <a:latin typeface="Garet 1"/>
              </a:rPr>
              <a:t> an</a:t>
            </a:r>
            <a:r>
              <a:rPr lang="en-US" sz="2600">
                <a:solidFill>
                  <a:srgbClr val="F8F5ED"/>
                </a:solidFill>
                <a:latin typeface="Garet 1"/>
              </a:rPr>
              <a:t>d</a:t>
            </a:r>
            <a:r>
              <a:rPr lang="en-US" sz="2600">
                <a:solidFill>
                  <a:srgbClr val="F8F5ED"/>
                </a:solidFill>
                <a:latin typeface="Garet 1"/>
              </a:rPr>
              <a:t> manage generated passwords securely.</a:t>
            </a:r>
          </a:p>
        </p:txBody>
      </p:sp>
    </p:spTree>
  </p:cSld>
  <p:clrMapOvr>
    <a:masterClrMapping/>
  </p:clrMapOvr>
</p:sld>
</file>

<file path=ppt/slides/slide74.xml><?xml version="1.0" encoding="utf-8"?>
<p:sld xmlns:p="http://schemas.openxmlformats.org/presentationml/2006/main" xmlns:a="http://schemas.openxmlformats.org/drawingml/2006/main" xmlns:r="http://schemas.openxmlformats.org/officeDocument/2006/relationships">
  <p:cSld>
    <p:bg>
      <p:bgPr>
        <a:solidFill>
          <a:srgbClr val="F8F5ED"/>
        </a:solidFill>
      </p:bgPr>
    </p:bg>
    <p:spTree>
      <p:nvGrpSpPr>
        <p:cNvPr id="1" name=""/>
        <p:cNvGrpSpPr/>
        <p:nvPr/>
      </p:nvGrpSpPr>
      <p:grpSpPr>
        <a:xfrm>
          <a:off x="0" y="0"/>
          <a:ext cx="0" cy="0"/>
          <a:chOff x="0" y="0"/>
          <a:chExt cx="0" cy="0"/>
        </a:xfrm>
      </p:grpSpPr>
      <p:sp>
        <p:nvSpPr>
          <p:cNvPr name="TextBox 2" id="2"/>
          <p:cNvSpPr txBox="true"/>
          <p:nvPr/>
        </p:nvSpPr>
        <p:spPr>
          <a:xfrm rot="0">
            <a:off x="1920247" y="3076575"/>
            <a:ext cx="10322954" cy="2066925"/>
          </a:xfrm>
          <a:prstGeom prst="rect">
            <a:avLst/>
          </a:prstGeom>
        </p:spPr>
        <p:txBody>
          <a:bodyPr anchor="t" rtlCol="false" tIns="0" lIns="0" bIns="0" rIns="0">
            <a:spAutoFit/>
          </a:bodyPr>
          <a:lstStyle/>
          <a:p>
            <a:pPr algn="ctr">
              <a:lnSpc>
                <a:spcPts val="16800"/>
              </a:lnSpc>
            </a:pPr>
            <a:r>
              <a:rPr lang="en-US" sz="12000">
                <a:solidFill>
                  <a:srgbClr val="BF7343"/>
                </a:solidFill>
                <a:latin typeface="TAN Mon Cheri"/>
              </a:rPr>
              <a:t>Thank you!</a:t>
            </a:r>
          </a:p>
        </p:txBody>
      </p:sp>
      <p:sp>
        <p:nvSpPr>
          <p:cNvPr name="TextBox 3" id="3"/>
          <p:cNvSpPr txBox="true"/>
          <p:nvPr/>
        </p:nvSpPr>
        <p:spPr>
          <a:xfrm rot="0">
            <a:off x="5307769" y="9061449"/>
            <a:ext cx="7672462" cy="460376"/>
          </a:xfrm>
          <a:prstGeom prst="rect">
            <a:avLst/>
          </a:prstGeom>
        </p:spPr>
        <p:txBody>
          <a:bodyPr anchor="t" rtlCol="false" tIns="0" lIns="0" bIns="0" rIns="0">
            <a:spAutoFit/>
          </a:bodyPr>
          <a:lstStyle/>
          <a:p>
            <a:pPr algn="ctr">
              <a:lnSpc>
                <a:spcPts val="3500"/>
              </a:lnSpc>
            </a:pPr>
            <a:r>
              <a:rPr lang="en-US" sz="3500">
                <a:solidFill>
                  <a:srgbClr val="F8F5ED"/>
                </a:solidFill>
                <a:latin typeface="Garet 1"/>
              </a:rPr>
              <a:t>22/08/22 · Week 6 Term 3</a:t>
            </a:r>
          </a:p>
        </p:txBody>
      </p:sp>
      <p:sp>
        <p:nvSpPr>
          <p:cNvPr name="Freeform 4" id="4"/>
          <p:cNvSpPr/>
          <p:nvPr/>
        </p:nvSpPr>
        <p:spPr>
          <a:xfrm flipH="false" flipV="false" rot="0">
            <a:off x="12243200" y="3202520"/>
            <a:ext cx="1558861" cy="1558861"/>
          </a:xfrm>
          <a:custGeom>
            <a:avLst/>
            <a:gdLst/>
            <a:ahLst/>
            <a:cxnLst/>
            <a:rect r="r" b="b" t="t" l="l"/>
            <a:pathLst>
              <a:path h="1558861" w="1558861">
                <a:moveTo>
                  <a:pt x="0" y="0"/>
                </a:moveTo>
                <a:lnTo>
                  <a:pt x="1558862" y="0"/>
                </a:lnTo>
                <a:lnTo>
                  <a:pt x="1558862" y="1558861"/>
                </a:lnTo>
                <a:lnTo>
                  <a:pt x="0" y="15588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5400000">
            <a:off x="12876686" y="4875686"/>
            <a:ext cx="10287000" cy="535627"/>
            <a:chOff x="0" y="0"/>
            <a:chExt cx="2709333" cy="141070"/>
          </a:xfrm>
        </p:grpSpPr>
        <p:sp>
          <p:nvSpPr>
            <p:cNvPr name="Freeform 6" id="6"/>
            <p:cNvSpPr/>
            <p:nvPr/>
          </p:nvSpPr>
          <p:spPr>
            <a:xfrm flipH="false" flipV="false" rot="0">
              <a:off x="0" y="0"/>
              <a:ext cx="2709333" cy="141070"/>
            </a:xfrm>
            <a:custGeom>
              <a:avLst/>
              <a:gdLst/>
              <a:ahLst/>
              <a:cxnLst/>
              <a:rect r="r" b="b" t="t" l="l"/>
              <a:pathLst>
                <a:path h="141070" w="2709333">
                  <a:moveTo>
                    <a:pt x="0" y="0"/>
                  </a:moveTo>
                  <a:lnTo>
                    <a:pt x="2709333" y="0"/>
                  </a:lnTo>
                  <a:lnTo>
                    <a:pt x="2709333" y="141070"/>
                  </a:lnTo>
                  <a:lnTo>
                    <a:pt x="0" y="141070"/>
                  </a:lnTo>
                  <a:close/>
                </a:path>
              </a:pathLst>
            </a:custGeom>
            <a:solidFill>
              <a:srgbClr val="BF7343"/>
            </a:solidFill>
          </p:spPr>
        </p:sp>
        <p:sp>
          <p:nvSpPr>
            <p:cNvPr name="TextBox 7" id="7"/>
            <p:cNvSpPr txBox="true"/>
            <p:nvPr/>
          </p:nvSpPr>
          <p:spPr>
            <a:xfrm>
              <a:off x="0" y="-38100"/>
              <a:ext cx="2709333" cy="179170"/>
            </a:xfrm>
            <a:prstGeom prst="rect">
              <a:avLst/>
            </a:prstGeom>
          </p:spPr>
          <p:txBody>
            <a:bodyPr anchor="ctr" rtlCol="false" tIns="50800" lIns="50800" bIns="50800" rIns="50800"/>
            <a:lstStyle/>
            <a:p>
              <a:pPr algn="ctr">
                <a:lnSpc>
                  <a:spcPts val="2800"/>
                </a:lnSpc>
              </a:pPr>
            </a:p>
          </p:txBody>
        </p:sp>
      </p:grpSp>
      <p:grpSp>
        <p:nvGrpSpPr>
          <p:cNvPr name="Group 8" id="8"/>
          <p:cNvGrpSpPr/>
          <p:nvPr/>
        </p:nvGrpSpPr>
        <p:grpSpPr>
          <a:xfrm rot="5400000">
            <a:off x="8497887" y="496887"/>
            <a:ext cx="1292226" cy="18288000"/>
            <a:chOff x="0" y="0"/>
            <a:chExt cx="340339" cy="4816593"/>
          </a:xfrm>
        </p:grpSpPr>
        <p:sp>
          <p:nvSpPr>
            <p:cNvPr name="Freeform 9" id="9"/>
            <p:cNvSpPr/>
            <p:nvPr/>
          </p:nvSpPr>
          <p:spPr>
            <a:xfrm flipH="false" flipV="false" rot="0">
              <a:off x="0" y="0"/>
              <a:ext cx="340339" cy="4816592"/>
            </a:xfrm>
            <a:custGeom>
              <a:avLst/>
              <a:gdLst/>
              <a:ahLst/>
              <a:cxnLst/>
              <a:rect r="r" b="b" t="t" l="l"/>
              <a:pathLst>
                <a:path h="4816592" w="340339">
                  <a:moveTo>
                    <a:pt x="0" y="0"/>
                  </a:moveTo>
                  <a:lnTo>
                    <a:pt x="340339" y="0"/>
                  </a:lnTo>
                  <a:lnTo>
                    <a:pt x="340339" y="4816592"/>
                  </a:lnTo>
                  <a:lnTo>
                    <a:pt x="0" y="4816592"/>
                  </a:lnTo>
                  <a:close/>
                </a:path>
              </a:pathLst>
            </a:custGeom>
            <a:solidFill>
              <a:srgbClr val="BF7343"/>
            </a:solidFill>
          </p:spPr>
        </p:sp>
        <p:sp>
          <p:nvSpPr>
            <p:cNvPr name="TextBox 10" id="10"/>
            <p:cNvSpPr txBox="true"/>
            <p:nvPr/>
          </p:nvSpPr>
          <p:spPr>
            <a:xfrm>
              <a:off x="0" y="-38100"/>
              <a:ext cx="340339" cy="4854693"/>
            </a:xfrm>
            <a:prstGeom prst="rect">
              <a:avLst/>
            </a:prstGeom>
          </p:spPr>
          <p:txBody>
            <a:bodyPr anchor="ctr" rtlCol="false" tIns="50800" lIns="50800" bIns="50800" rIns="50800"/>
            <a:lstStyle/>
            <a:p>
              <a:pPr algn="ctr">
                <a:lnSpc>
                  <a:spcPts val="2800"/>
                </a:lnSpc>
              </a:pPr>
            </a:p>
          </p:txBody>
        </p:sp>
      </p:grpSp>
      <p:grpSp>
        <p:nvGrpSpPr>
          <p:cNvPr name="Group 11" id="11"/>
          <p:cNvGrpSpPr/>
          <p:nvPr/>
        </p:nvGrpSpPr>
        <p:grpSpPr>
          <a:xfrm rot="5400000">
            <a:off x="8867692" y="-8867692"/>
            <a:ext cx="552616" cy="18288000"/>
            <a:chOff x="0" y="0"/>
            <a:chExt cx="145545" cy="4816593"/>
          </a:xfrm>
        </p:grpSpPr>
        <p:sp>
          <p:nvSpPr>
            <p:cNvPr name="Freeform 12" id="12"/>
            <p:cNvSpPr/>
            <p:nvPr/>
          </p:nvSpPr>
          <p:spPr>
            <a:xfrm flipH="false" flipV="false" rot="0">
              <a:off x="0" y="0"/>
              <a:ext cx="145545" cy="4816592"/>
            </a:xfrm>
            <a:custGeom>
              <a:avLst/>
              <a:gdLst/>
              <a:ahLst/>
              <a:cxnLst/>
              <a:rect r="r" b="b" t="t" l="l"/>
              <a:pathLst>
                <a:path h="4816592" w="145545">
                  <a:moveTo>
                    <a:pt x="0" y="0"/>
                  </a:moveTo>
                  <a:lnTo>
                    <a:pt x="145545" y="0"/>
                  </a:lnTo>
                  <a:lnTo>
                    <a:pt x="145545" y="4816592"/>
                  </a:lnTo>
                  <a:lnTo>
                    <a:pt x="0" y="4816592"/>
                  </a:lnTo>
                  <a:close/>
                </a:path>
              </a:pathLst>
            </a:custGeom>
            <a:solidFill>
              <a:srgbClr val="BF7343"/>
            </a:solidFill>
          </p:spPr>
        </p:sp>
        <p:sp>
          <p:nvSpPr>
            <p:cNvPr name="TextBox 13" id="13"/>
            <p:cNvSpPr txBox="true"/>
            <p:nvPr/>
          </p:nvSpPr>
          <p:spPr>
            <a:xfrm>
              <a:off x="0" y="-38100"/>
              <a:ext cx="145545" cy="4854693"/>
            </a:xfrm>
            <a:prstGeom prst="rect">
              <a:avLst/>
            </a:prstGeom>
          </p:spPr>
          <p:txBody>
            <a:bodyPr anchor="ctr" rtlCol="false" tIns="50800" lIns="50800" bIns="50800" rIns="50800"/>
            <a:lstStyle/>
            <a:p>
              <a:pPr algn="ctr">
                <a:lnSpc>
                  <a:spcPts val="2800"/>
                </a:lnSpc>
              </a:pPr>
            </a:p>
          </p:txBody>
        </p:sp>
      </p:grpSp>
      <p:grpSp>
        <p:nvGrpSpPr>
          <p:cNvPr name="Group 14" id="14"/>
          <p:cNvGrpSpPr/>
          <p:nvPr/>
        </p:nvGrpSpPr>
        <p:grpSpPr>
          <a:xfrm rot="5400000">
            <a:off x="-5143500" y="4351796"/>
            <a:ext cx="10287000" cy="1583407"/>
            <a:chOff x="0" y="0"/>
            <a:chExt cx="2709333" cy="417029"/>
          </a:xfrm>
        </p:grpSpPr>
        <p:sp>
          <p:nvSpPr>
            <p:cNvPr name="Freeform 15" id="15"/>
            <p:cNvSpPr/>
            <p:nvPr/>
          </p:nvSpPr>
          <p:spPr>
            <a:xfrm flipH="false" flipV="false" rot="0">
              <a:off x="0" y="0"/>
              <a:ext cx="2709333" cy="417029"/>
            </a:xfrm>
            <a:custGeom>
              <a:avLst/>
              <a:gdLst/>
              <a:ahLst/>
              <a:cxnLst/>
              <a:rect r="r" b="b" t="t" l="l"/>
              <a:pathLst>
                <a:path h="417029" w="2709333">
                  <a:moveTo>
                    <a:pt x="0" y="0"/>
                  </a:moveTo>
                  <a:lnTo>
                    <a:pt x="2709333" y="0"/>
                  </a:lnTo>
                  <a:lnTo>
                    <a:pt x="2709333" y="417029"/>
                  </a:lnTo>
                  <a:lnTo>
                    <a:pt x="0" y="417029"/>
                  </a:lnTo>
                  <a:close/>
                </a:path>
              </a:pathLst>
            </a:custGeom>
            <a:solidFill>
              <a:srgbClr val="BF7343"/>
            </a:solidFill>
          </p:spPr>
        </p:sp>
        <p:sp>
          <p:nvSpPr>
            <p:cNvPr name="TextBox 16" id="16"/>
            <p:cNvSpPr txBox="true"/>
            <p:nvPr/>
          </p:nvSpPr>
          <p:spPr>
            <a:xfrm>
              <a:off x="0" y="-38100"/>
              <a:ext cx="2709333" cy="455129"/>
            </a:xfrm>
            <a:prstGeom prst="rect">
              <a:avLst/>
            </a:prstGeom>
          </p:spPr>
          <p:txBody>
            <a:bodyPr anchor="ctr" rtlCol="false" tIns="50800" lIns="50800" bIns="50800" rIns="50800"/>
            <a:lstStyle/>
            <a:p>
              <a:pPr algn="ctr">
                <a:lnSpc>
                  <a:spcPts val="2800"/>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DAGH5YKcz0Q</dc:identifier>
  <dcterms:modified xsi:type="dcterms:W3CDTF">2011-08-01T06:04:30Z</dcterms:modified>
  <cp:revision>1</cp:revision>
  <dc:title>OIBSIP</dc:title>
</cp:coreProperties>
</file>