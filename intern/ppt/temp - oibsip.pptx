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DM Sans" charset="1" panose="00000000000000000000"/>
      <p:regular r:id="rId15"/>
    </p:embeddedFont>
    <p:embeddedFont>
      <p:font typeface="DM Sans Bold"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B4D7FF">
                <a:alpha val="40000"/>
              </a:srgbClr>
            </a:solidFill>
          </p:spPr>
        </p:sp>
      </p:grpSp>
      <p:sp>
        <p:nvSpPr>
          <p:cNvPr name="AutoShape 4" id="4"/>
          <p:cNvSpPr/>
          <p:nvPr/>
        </p:nvSpPr>
        <p:spPr>
          <a:xfrm rot="0">
            <a:off x="6261951" y="7797414"/>
            <a:ext cx="5764098" cy="766431"/>
          </a:xfrm>
          <a:prstGeom prst="rect">
            <a:avLst/>
          </a:prstGeom>
          <a:solidFill>
            <a:srgbClr val="FD1F1F"/>
          </a:solidFill>
        </p:spPr>
      </p:sp>
      <p:sp>
        <p:nvSpPr>
          <p:cNvPr name="TextBox 5" id="5"/>
          <p:cNvSpPr txBox="true"/>
          <p:nvPr/>
        </p:nvSpPr>
        <p:spPr>
          <a:xfrm rot="0">
            <a:off x="6514100" y="8014895"/>
            <a:ext cx="5259800" cy="379095"/>
          </a:xfrm>
          <a:prstGeom prst="rect">
            <a:avLst/>
          </a:prstGeom>
        </p:spPr>
        <p:txBody>
          <a:bodyPr anchor="t" rtlCol="false" tIns="0" lIns="0" bIns="0" rIns="0">
            <a:spAutoFit/>
          </a:bodyPr>
          <a:lstStyle/>
          <a:p>
            <a:pPr algn="ctr">
              <a:lnSpc>
                <a:spcPts val="2925"/>
              </a:lnSpc>
            </a:pPr>
            <a:r>
              <a:rPr lang="en-US" sz="2925">
                <a:solidFill>
                  <a:srgbClr val="FFFACD"/>
                </a:solidFill>
                <a:latin typeface="DM Sans"/>
              </a:rPr>
              <a:t>By . Varshini A</a:t>
            </a:r>
          </a:p>
        </p:txBody>
      </p:sp>
      <p:grpSp>
        <p:nvGrpSpPr>
          <p:cNvPr name="Group 6" id="6"/>
          <p:cNvGrpSpPr/>
          <p:nvPr/>
        </p:nvGrpSpPr>
        <p:grpSpPr>
          <a:xfrm rot="0">
            <a:off x="4997562" y="3377711"/>
            <a:ext cx="8292876" cy="1657454"/>
            <a:chOff x="0" y="0"/>
            <a:chExt cx="34329959" cy="6861350"/>
          </a:xfrm>
        </p:grpSpPr>
        <p:sp>
          <p:nvSpPr>
            <p:cNvPr name="Freeform 7" id="7"/>
            <p:cNvSpPr/>
            <p:nvPr/>
          </p:nvSpPr>
          <p:spPr>
            <a:xfrm flipH="false" flipV="false" rot="0">
              <a:off x="72390" y="72390"/>
              <a:ext cx="34185178" cy="6716571"/>
            </a:xfrm>
            <a:custGeom>
              <a:avLst/>
              <a:gdLst/>
              <a:ahLst/>
              <a:cxnLst/>
              <a:rect r="r" b="b" t="t" l="l"/>
              <a:pathLst>
                <a:path h="6716571" w="34185178">
                  <a:moveTo>
                    <a:pt x="0" y="0"/>
                  </a:moveTo>
                  <a:lnTo>
                    <a:pt x="34185178" y="0"/>
                  </a:lnTo>
                  <a:lnTo>
                    <a:pt x="34185178" y="6716571"/>
                  </a:lnTo>
                  <a:lnTo>
                    <a:pt x="0" y="6716571"/>
                  </a:lnTo>
                  <a:lnTo>
                    <a:pt x="0" y="0"/>
                  </a:lnTo>
                  <a:close/>
                </a:path>
              </a:pathLst>
            </a:custGeom>
            <a:solidFill>
              <a:srgbClr val="0F1C91"/>
            </a:solidFill>
          </p:spPr>
        </p:sp>
        <p:sp>
          <p:nvSpPr>
            <p:cNvPr name="Freeform 8" id="8"/>
            <p:cNvSpPr/>
            <p:nvPr/>
          </p:nvSpPr>
          <p:spPr>
            <a:xfrm flipH="false" flipV="false" rot="0">
              <a:off x="0" y="0"/>
              <a:ext cx="34329957" cy="6861350"/>
            </a:xfrm>
            <a:custGeom>
              <a:avLst/>
              <a:gdLst/>
              <a:ahLst/>
              <a:cxnLst/>
              <a:rect r="r" b="b" t="t" l="l"/>
              <a:pathLst>
                <a:path h="6861350" w="34329957">
                  <a:moveTo>
                    <a:pt x="34185178" y="6716571"/>
                  </a:moveTo>
                  <a:lnTo>
                    <a:pt x="34329957" y="6716571"/>
                  </a:lnTo>
                  <a:lnTo>
                    <a:pt x="34329957" y="6861350"/>
                  </a:lnTo>
                  <a:lnTo>
                    <a:pt x="34185178" y="6861350"/>
                  </a:lnTo>
                  <a:lnTo>
                    <a:pt x="34185178" y="6716571"/>
                  </a:lnTo>
                  <a:close/>
                  <a:moveTo>
                    <a:pt x="0" y="144780"/>
                  </a:moveTo>
                  <a:lnTo>
                    <a:pt x="144780" y="144780"/>
                  </a:lnTo>
                  <a:lnTo>
                    <a:pt x="144780" y="6716571"/>
                  </a:lnTo>
                  <a:lnTo>
                    <a:pt x="0" y="6716571"/>
                  </a:lnTo>
                  <a:lnTo>
                    <a:pt x="0" y="144780"/>
                  </a:lnTo>
                  <a:close/>
                  <a:moveTo>
                    <a:pt x="0" y="6716571"/>
                  </a:moveTo>
                  <a:lnTo>
                    <a:pt x="144780" y="6716571"/>
                  </a:lnTo>
                  <a:lnTo>
                    <a:pt x="144780" y="6861350"/>
                  </a:lnTo>
                  <a:lnTo>
                    <a:pt x="0" y="6861350"/>
                  </a:lnTo>
                  <a:lnTo>
                    <a:pt x="0" y="6716571"/>
                  </a:lnTo>
                  <a:close/>
                  <a:moveTo>
                    <a:pt x="34185178" y="144780"/>
                  </a:moveTo>
                  <a:lnTo>
                    <a:pt x="34329957" y="144780"/>
                  </a:lnTo>
                  <a:lnTo>
                    <a:pt x="34329957" y="6716571"/>
                  </a:lnTo>
                  <a:lnTo>
                    <a:pt x="34185178" y="6716571"/>
                  </a:lnTo>
                  <a:lnTo>
                    <a:pt x="34185178" y="144780"/>
                  </a:lnTo>
                  <a:close/>
                  <a:moveTo>
                    <a:pt x="144780" y="6716571"/>
                  </a:moveTo>
                  <a:lnTo>
                    <a:pt x="34185178" y="6716571"/>
                  </a:lnTo>
                  <a:lnTo>
                    <a:pt x="34185178" y="6861350"/>
                  </a:lnTo>
                  <a:lnTo>
                    <a:pt x="144780" y="6861350"/>
                  </a:lnTo>
                  <a:lnTo>
                    <a:pt x="144780" y="6716571"/>
                  </a:lnTo>
                  <a:close/>
                  <a:moveTo>
                    <a:pt x="34185178" y="0"/>
                  </a:moveTo>
                  <a:lnTo>
                    <a:pt x="34329957" y="0"/>
                  </a:lnTo>
                  <a:lnTo>
                    <a:pt x="34329957" y="144780"/>
                  </a:lnTo>
                  <a:lnTo>
                    <a:pt x="34185178" y="144780"/>
                  </a:lnTo>
                  <a:lnTo>
                    <a:pt x="34185178" y="0"/>
                  </a:lnTo>
                  <a:close/>
                  <a:moveTo>
                    <a:pt x="0" y="0"/>
                  </a:moveTo>
                  <a:lnTo>
                    <a:pt x="144780" y="0"/>
                  </a:lnTo>
                  <a:lnTo>
                    <a:pt x="144780" y="144780"/>
                  </a:lnTo>
                  <a:lnTo>
                    <a:pt x="0" y="144780"/>
                  </a:lnTo>
                  <a:lnTo>
                    <a:pt x="0" y="0"/>
                  </a:lnTo>
                  <a:close/>
                  <a:moveTo>
                    <a:pt x="144780" y="0"/>
                  </a:moveTo>
                  <a:lnTo>
                    <a:pt x="34185178" y="0"/>
                  </a:lnTo>
                  <a:lnTo>
                    <a:pt x="34185178" y="144780"/>
                  </a:lnTo>
                  <a:lnTo>
                    <a:pt x="144780" y="144780"/>
                  </a:lnTo>
                  <a:lnTo>
                    <a:pt x="144780" y="0"/>
                  </a:lnTo>
                  <a:close/>
                </a:path>
              </a:pathLst>
            </a:custGeom>
            <a:solidFill>
              <a:srgbClr val="B4D7FF"/>
            </a:solidFill>
          </p:spPr>
        </p:sp>
      </p:grpSp>
      <p:sp>
        <p:nvSpPr>
          <p:cNvPr name="AutoShape 9" id="9"/>
          <p:cNvSpPr/>
          <p:nvPr/>
        </p:nvSpPr>
        <p:spPr>
          <a:xfrm rot="0">
            <a:off x="5155418" y="3203793"/>
            <a:ext cx="8135020" cy="1655935"/>
          </a:xfrm>
          <a:prstGeom prst="rect">
            <a:avLst/>
          </a:prstGeom>
          <a:solidFill>
            <a:srgbClr val="FFE6FF"/>
          </a:solidFill>
        </p:spPr>
      </p:sp>
      <p:grpSp>
        <p:nvGrpSpPr>
          <p:cNvPr name="Group 10" id="10"/>
          <p:cNvGrpSpPr/>
          <p:nvPr/>
        </p:nvGrpSpPr>
        <p:grpSpPr>
          <a:xfrm rot="0">
            <a:off x="5586313" y="5587511"/>
            <a:ext cx="6888608" cy="1657454"/>
            <a:chOff x="0" y="0"/>
            <a:chExt cx="28516723" cy="6861350"/>
          </a:xfrm>
        </p:grpSpPr>
        <p:sp>
          <p:nvSpPr>
            <p:cNvPr name="Freeform 11" id="11"/>
            <p:cNvSpPr/>
            <p:nvPr/>
          </p:nvSpPr>
          <p:spPr>
            <a:xfrm flipH="false" flipV="false" rot="0">
              <a:off x="72390" y="72390"/>
              <a:ext cx="28371945" cy="6716571"/>
            </a:xfrm>
            <a:custGeom>
              <a:avLst/>
              <a:gdLst/>
              <a:ahLst/>
              <a:cxnLst/>
              <a:rect r="r" b="b" t="t" l="l"/>
              <a:pathLst>
                <a:path h="6716571" w="28371945">
                  <a:moveTo>
                    <a:pt x="0" y="0"/>
                  </a:moveTo>
                  <a:lnTo>
                    <a:pt x="28371945" y="0"/>
                  </a:lnTo>
                  <a:lnTo>
                    <a:pt x="28371945" y="6716571"/>
                  </a:lnTo>
                  <a:lnTo>
                    <a:pt x="0" y="6716571"/>
                  </a:lnTo>
                  <a:lnTo>
                    <a:pt x="0" y="0"/>
                  </a:lnTo>
                  <a:close/>
                </a:path>
              </a:pathLst>
            </a:custGeom>
            <a:solidFill>
              <a:srgbClr val="0F1C91"/>
            </a:solidFill>
          </p:spPr>
        </p:sp>
        <p:sp>
          <p:nvSpPr>
            <p:cNvPr name="Freeform 12" id="12"/>
            <p:cNvSpPr/>
            <p:nvPr/>
          </p:nvSpPr>
          <p:spPr>
            <a:xfrm flipH="false" flipV="false" rot="0">
              <a:off x="0" y="0"/>
              <a:ext cx="28516724" cy="6861350"/>
            </a:xfrm>
            <a:custGeom>
              <a:avLst/>
              <a:gdLst/>
              <a:ahLst/>
              <a:cxnLst/>
              <a:rect r="r" b="b" t="t" l="l"/>
              <a:pathLst>
                <a:path h="6861350" w="28516724">
                  <a:moveTo>
                    <a:pt x="28371943" y="6716571"/>
                  </a:moveTo>
                  <a:lnTo>
                    <a:pt x="28516724" y="6716571"/>
                  </a:lnTo>
                  <a:lnTo>
                    <a:pt x="28516724" y="6861350"/>
                  </a:lnTo>
                  <a:lnTo>
                    <a:pt x="28371943" y="6861350"/>
                  </a:lnTo>
                  <a:lnTo>
                    <a:pt x="28371943" y="6716571"/>
                  </a:lnTo>
                  <a:close/>
                  <a:moveTo>
                    <a:pt x="0" y="144780"/>
                  </a:moveTo>
                  <a:lnTo>
                    <a:pt x="144780" y="144780"/>
                  </a:lnTo>
                  <a:lnTo>
                    <a:pt x="144780" y="6716571"/>
                  </a:lnTo>
                  <a:lnTo>
                    <a:pt x="0" y="6716571"/>
                  </a:lnTo>
                  <a:lnTo>
                    <a:pt x="0" y="144780"/>
                  </a:lnTo>
                  <a:close/>
                  <a:moveTo>
                    <a:pt x="0" y="6716571"/>
                  </a:moveTo>
                  <a:lnTo>
                    <a:pt x="144780" y="6716571"/>
                  </a:lnTo>
                  <a:lnTo>
                    <a:pt x="144780" y="6861350"/>
                  </a:lnTo>
                  <a:lnTo>
                    <a:pt x="0" y="6861350"/>
                  </a:lnTo>
                  <a:lnTo>
                    <a:pt x="0" y="6716571"/>
                  </a:lnTo>
                  <a:close/>
                  <a:moveTo>
                    <a:pt x="28371943" y="144780"/>
                  </a:moveTo>
                  <a:lnTo>
                    <a:pt x="28516724" y="144780"/>
                  </a:lnTo>
                  <a:lnTo>
                    <a:pt x="28516724" y="6716571"/>
                  </a:lnTo>
                  <a:lnTo>
                    <a:pt x="28371943" y="6716571"/>
                  </a:lnTo>
                  <a:lnTo>
                    <a:pt x="28371943" y="144780"/>
                  </a:lnTo>
                  <a:close/>
                  <a:moveTo>
                    <a:pt x="144780" y="6716571"/>
                  </a:moveTo>
                  <a:lnTo>
                    <a:pt x="28371943" y="6716571"/>
                  </a:lnTo>
                  <a:lnTo>
                    <a:pt x="28371943" y="6861350"/>
                  </a:lnTo>
                  <a:lnTo>
                    <a:pt x="144780" y="6861350"/>
                  </a:lnTo>
                  <a:lnTo>
                    <a:pt x="144780" y="6716571"/>
                  </a:lnTo>
                  <a:close/>
                  <a:moveTo>
                    <a:pt x="28371943" y="0"/>
                  </a:moveTo>
                  <a:lnTo>
                    <a:pt x="28516724" y="0"/>
                  </a:lnTo>
                  <a:lnTo>
                    <a:pt x="28516724" y="144780"/>
                  </a:lnTo>
                  <a:lnTo>
                    <a:pt x="28371943" y="144780"/>
                  </a:lnTo>
                  <a:lnTo>
                    <a:pt x="28371943" y="0"/>
                  </a:lnTo>
                  <a:close/>
                  <a:moveTo>
                    <a:pt x="0" y="0"/>
                  </a:moveTo>
                  <a:lnTo>
                    <a:pt x="144780" y="0"/>
                  </a:lnTo>
                  <a:lnTo>
                    <a:pt x="144780" y="144780"/>
                  </a:lnTo>
                  <a:lnTo>
                    <a:pt x="0" y="144780"/>
                  </a:lnTo>
                  <a:lnTo>
                    <a:pt x="0" y="0"/>
                  </a:lnTo>
                  <a:close/>
                  <a:moveTo>
                    <a:pt x="144780" y="0"/>
                  </a:moveTo>
                  <a:lnTo>
                    <a:pt x="28371943" y="0"/>
                  </a:lnTo>
                  <a:lnTo>
                    <a:pt x="28371943" y="144780"/>
                  </a:lnTo>
                  <a:lnTo>
                    <a:pt x="144780" y="144780"/>
                  </a:lnTo>
                  <a:lnTo>
                    <a:pt x="144780" y="0"/>
                  </a:lnTo>
                  <a:close/>
                </a:path>
              </a:pathLst>
            </a:custGeom>
            <a:solidFill>
              <a:srgbClr val="B4D7FF"/>
            </a:solidFill>
          </p:spPr>
        </p:sp>
      </p:grpSp>
      <p:sp>
        <p:nvSpPr>
          <p:cNvPr name="AutoShape 13" id="13"/>
          <p:cNvSpPr/>
          <p:nvPr/>
        </p:nvSpPr>
        <p:spPr>
          <a:xfrm rot="0">
            <a:off x="5732515" y="5413593"/>
            <a:ext cx="6742407" cy="1655935"/>
          </a:xfrm>
          <a:prstGeom prst="rect">
            <a:avLst/>
          </a:prstGeom>
          <a:solidFill>
            <a:srgbClr val="FFE6FF"/>
          </a:solidFill>
        </p:spPr>
      </p:sp>
      <p:sp>
        <p:nvSpPr>
          <p:cNvPr name="TextBox 14" id="14"/>
          <p:cNvSpPr txBox="true"/>
          <p:nvPr/>
        </p:nvSpPr>
        <p:spPr>
          <a:xfrm rot="0">
            <a:off x="5586313" y="5787218"/>
            <a:ext cx="7115374" cy="1184910"/>
          </a:xfrm>
          <a:prstGeom prst="rect">
            <a:avLst/>
          </a:prstGeom>
        </p:spPr>
        <p:txBody>
          <a:bodyPr anchor="t" rtlCol="false" tIns="0" lIns="0" bIns="0" rIns="0">
            <a:spAutoFit/>
          </a:bodyPr>
          <a:lstStyle/>
          <a:p>
            <a:pPr algn="ctr">
              <a:lnSpc>
                <a:spcPts val="8640"/>
              </a:lnSpc>
            </a:pPr>
            <a:r>
              <a:rPr lang="en-US" sz="9600" spc="115">
                <a:solidFill>
                  <a:srgbClr val="0B1786"/>
                </a:solidFill>
                <a:latin typeface="DM Sans Bold"/>
              </a:rPr>
              <a:t>Converter</a:t>
            </a:r>
          </a:p>
        </p:txBody>
      </p:sp>
      <p:sp>
        <p:nvSpPr>
          <p:cNvPr name="Freeform 15" id="15"/>
          <p:cNvSpPr/>
          <p:nvPr/>
        </p:nvSpPr>
        <p:spPr>
          <a:xfrm flipH="false" flipV="false" rot="0">
            <a:off x="14578003" y="-260887"/>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10800000">
            <a:off x="-475808" y="6884488"/>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5074714" y="3577418"/>
            <a:ext cx="8296427" cy="1184910"/>
          </a:xfrm>
          <a:prstGeom prst="rect">
            <a:avLst/>
          </a:prstGeom>
        </p:spPr>
        <p:txBody>
          <a:bodyPr anchor="t" rtlCol="false" tIns="0" lIns="0" bIns="0" rIns="0">
            <a:spAutoFit/>
          </a:bodyPr>
          <a:lstStyle/>
          <a:p>
            <a:pPr algn="ctr">
              <a:lnSpc>
                <a:spcPts val="8640"/>
              </a:lnSpc>
            </a:pPr>
            <a:r>
              <a:rPr lang="en-US" sz="9600" spc="115">
                <a:solidFill>
                  <a:srgbClr val="0B1786"/>
                </a:solidFill>
                <a:latin typeface="DM Sans Bold"/>
              </a:rPr>
              <a:t>Temperature</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0">
            <a:off x="-107436" y="-91020"/>
            <a:ext cx="18395436" cy="10509328"/>
          </a:xfrm>
          <a:prstGeom prst="rect">
            <a:avLst/>
          </a:prstGeom>
          <a:solidFill>
            <a:srgbClr val="FD1F1F"/>
          </a:solidFill>
        </p:spPr>
      </p:sp>
      <p:grpSp>
        <p:nvGrpSpPr>
          <p:cNvPr name="Group 3" id="3"/>
          <p:cNvGrpSpPr/>
          <p:nvPr/>
        </p:nvGrpSpPr>
        <p:grpSpPr>
          <a:xfrm rot="0">
            <a:off x="126231" y="149685"/>
            <a:ext cx="18161769" cy="10199156"/>
            <a:chOff x="0" y="0"/>
            <a:chExt cx="2036572" cy="2050923"/>
          </a:xfrm>
        </p:grpSpPr>
        <p:sp>
          <p:nvSpPr>
            <p:cNvPr name="Freeform 4" id="4"/>
            <p:cNvSpPr/>
            <p:nvPr/>
          </p:nvSpPr>
          <p:spPr>
            <a:xfrm flipH="false" flipV="false" rot="0">
              <a:off x="0" y="0"/>
              <a:ext cx="30596570" cy="17176356"/>
            </a:xfrm>
            <a:custGeom>
              <a:avLst/>
              <a:gdLst/>
              <a:ahLst/>
              <a:cxnLst/>
              <a:rect r="r" b="b" t="t" l="l"/>
              <a:pathLst>
                <a:path h="17176356" w="30596570">
                  <a:moveTo>
                    <a:pt x="1573386" y="438694"/>
                  </a:moveTo>
                  <a:cubicBezTo>
                    <a:pt x="1573386" y="680918"/>
                    <a:pt x="1221063" y="877388"/>
                    <a:pt x="786693" y="877388"/>
                  </a:cubicBezTo>
                  <a:cubicBezTo>
                    <a:pt x="352323" y="877388"/>
                    <a:pt x="0" y="680918"/>
                    <a:pt x="0" y="438694"/>
                  </a:cubicBezTo>
                  <a:cubicBezTo>
                    <a:pt x="0" y="196470"/>
                    <a:pt x="352323" y="0"/>
                    <a:pt x="786693" y="0"/>
                  </a:cubicBezTo>
                  <a:cubicBezTo>
                    <a:pt x="1221063" y="0"/>
                    <a:pt x="1573386" y="196470"/>
                    <a:pt x="1573386" y="438694"/>
                  </a:cubicBezTo>
                  <a:close/>
                  <a:moveTo>
                    <a:pt x="10461087" y="0"/>
                  </a:moveTo>
                  <a:cubicBezTo>
                    <a:pt x="10026717" y="0"/>
                    <a:pt x="9674394" y="196470"/>
                    <a:pt x="9674394" y="438694"/>
                  </a:cubicBezTo>
                  <a:cubicBezTo>
                    <a:pt x="9674394" y="680918"/>
                    <a:pt x="10026717" y="877388"/>
                    <a:pt x="10461087" y="877388"/>
                  </a:cubicBezTo>
                  <a:cubicBezTo>
                    <a:pt x="10895457" y="877388"/>
                    <a:pt x="11247779" y="680918"/>
                    <a:pt x="11247779" y="438694"/>
                  </a:cubicBezTo>
                  <a:cubicBezTo>
                    <a:pt x="11247780" y="196470"/>
                    <a:pt x="10895458" y="0"/>
                    <a:pt x="10461087" y="0"/>
                  </a:cubicBezTo>
                  <a:close/>
                  <a:moveTo>
                    <a:pt x="20135483" y="0"/>
                  </a:moveTo>
                  <a:cubicBezTo>
                    <a:pt x="19701111" y="0"/>
                    <a:pt x="19348788" y="196470"/>
                    <a:pt x="19348788" y="438694"/>
                  </a:cubicBezTo>
                  <a:cubicBezTo>
                    <a:pt x="19348788" y="680918"/>
                    <a:pt x="19701111" y="877388"/>
                    <a:pt x="20135483" y="877388"/>
                  </a:cubicBezTo>
                  <a:cubicBezTo>
                    <a:pt x="20569853" y="877388"/>
                    <a:pt x="20922176" y="680918"/>
                    <a:pt x="20922176" y="438694"/>
                  </a:cubicBezTo>
                  <a:cubicBezTo>
                    <a:pt x="20922174" y="196470"/>
                    <a:pt x="20569851" y="0"/>
                    <a:pt x="20135483" y="0"/>
                  </a:cubicBezTo>
                  <a:close/>
                  <a:moveTo>
                    <a:pt x="29809877" y="877388"/>
                  </a:moveTo>
                  <a:cubicBezTo>
                    <a:pt x="30244247" y="877388"/>
                    <a:pt x="30596570" y="680918"/>
                    <a:pt x="30596570" y="438694"/>
                  </a:cubicBezTo>
                  <a:cubicBezTo>
                    <a:pt x="30596570" y="196470"/>
                    <a:pt x="30244247" y="0"/>
                    <a:pt x="29809877" y="0"/>
                  </a:cubicBezTo>
                  <a:cubicBezTo>
                    <a:pt x="29375503" y="0"/>
                    <a:pt x="29023180" y="196470"/>
                    <a:pt x="29023180" y="438694"/>
                  </a:cubicBezTo>
                  <a:cubicBezTo>
                    <a:pt x="29023180" y="680918"/>
                    <a:pt x="29375506" y="877388"/>
                    <a:pt x="29809877" y="877388"/>
                  </a:cubicBezTo>
                  <a:close/>
                  <a:moveTo>
                    <a:pt x="786693" y="5432540"/>
                  </a:moveTo>
                  <a:cubicBezTo>
                    <a:pt x="352323" y="5432540"/>
                    <a:pt x="0" y="5629011"/>
                    <a:pt x="0" y="5871234"/>
                  </a:cubicBezTo>
                  <a:cubicBezTo>
                    <a:pt x="0" y="6113459"/>
                    <a:pt x="352323" y="6309929"/>
                    <a:pt x="786693" y="6309929"/>
                  </a:cubicBezTo>
                  <a:cubicBezTo>
                    <a:pt x="1221063" y="6309929"/>
                    <a:pt x="1573386" y="6113459"/>
                    <a:pt x="1573386" y="5871234"/>
                  </a:cubicBezTo>
                  <a:cubicBezTo>
                    <a:pt x="1573386" y="5629011"/>
                    <a:pt x="1221063" y="5432540"/>
                    <a:pt x="786693" y="5432540"/>
                  </a:cubicBezTo>
                  <a:close/>
                  <a:moveTo>
                    <a:pt x="10461087" y="5432540"/>
                  </a:moveTo>
                  <a:cubicBezTo>
                    <a:pt x="10026717" y="5432540"/>
                    <a:pt x="9674394" y="5629011"/>
                    <a:pt x="9674394" y="5871234"/>
                  </a:cubicBezTo>
                  <a:cubicBezTo>
                    <a:pt x="9674394" y="6113459"/>
                    <a:pt x="10026717" y="6309929"/>
                    <a:pt x="10461087" y="6309929"/>
                  </a:cubicBezTo>
                  <a:cubicBezTo>
                    <a:pt x="10895457" y="6309929"/>
                    <a:pt x="11247779" y="6113459"/>
                    <a:pt x="11247779" y="5871234"/>
                  </a:cubicBezTo>
                  <a:cubicBezTo>
                    <a:pt x="11247780" y="5629011"/>
                    <a:pt x="10895458" y="5432540"/>
                    <a:pt x="10461087" y="5432540"/>
                  </a:cubicBezTo>
                  <a:close/>
                  <a:moveTo>
                    <a:pt x="20135483" y="5432540"/>
                  </a:moveTo>
                  <a:cubicBezTo>
                    <a:pt x="19701111" y="5432540"/>
                    <a:pt x="19348788" y="5629011"/>
                    <a:pt x="19348788" y="5871234"/>
                  </a:cubicBezTo>
                  <a:cubicBezTo>
                    <a:pt x="19348788" y="6113459"/>
                    <a:pt x="19701111" y="6309929"/>
                    <a:pt x="20135483" y="6309929"/>
                  </a:cubicBezTo>
                  <a:cubicBezTo>
                    <a:pt x="20569853" y="6309929"/>
                    <a:pt x="20922176" y="6113459"/>
                    <a:pt x="20922176" y="5871234"/>
                  </a:cubicBezTo>
                  <a:cubicBezTo>
                    <a:pt x="20922174" y="5629011"/>
                    <a:pt x="20569851" y="5432540"/>
                    <a:pt x="20135483" y="5432540"/>
                  </a:cubicBezTo>
                  <a:close/>
                  <a:moveTo>
                    <a:pt x="29809877" y="5432540"/>
                  </a:moveTo>
                  <a:cubicBezTo>
                    <a:pt x="29375503" y="5432540"/>
                    <a:pt x="29023180" y="5629011"/>
                    <a:pt x="29023180" y="5871234"/>
                  </a:cubicBezTo>
                  <a:cubicBezTo>
                    <a:pt x="29023180" y="6113459"/>
                    <a:pt x="29375503" y="6309929"/>
                    <a:pt x="29809877" y="6309929"/>
                  </a:cubicBezTo>
                  <a:cubicBezTo>
                    <a:pt x="30244247" y="6309929"/>
                    <a:pt x="30596570" y="6113459"/>
                    <a:pt x="30596570" y="5871234"/>
                  </a:cubicBezTo>
                  <a:cubicBezTo>
                    <a:pt x="30596570" y="5629011"/>
                    <a:pt x="30244247" y="5432540"/>
                    <a:pt x="29809877" y="5432540"/>
                  </a:cubicBezTo>
                  <a:close/>
                  <a:moveTo>
                    <a:pt x="786693" y="10866427"/>
                  </a:moveTo>
                  <a:cubicBezTo>
                    <a:pt x="352323" y="10866427"/>
                    <a:pt x="0" y="11062898"/>
                    <a:pt x="0" y="11305122"/>
                  </a:cubicBezTo>
                  <a:cubicBezTo>
                    <a:pt x="0" y="11547345"/>
                    <a:pt x="352323" y="11743815"/>
                    <a:pt x="786693" y="11743815"/>
                  </a:cubicBezTo>
                  <a:cubicBezTo>
                    <a:pt x="1221063" y="11743815"/>
                    <a:pt x="1573386" y="11547345"/>
                    <a:pt x="1573386" y="11305122"/>
                  </a:cubicBezTo>
                  <a:cubicBezTo>
                    <a:pt x="1573386" y="11062898"/>
                    <a:pt x="1221063" y="10866427"/>
                    <a:pt x="786693" y="10866427"/>
                  </a:cubicBezTo>
                  <a:close/>
                  <a:moveTo>
                    <a:pt x="10461087" y="10866427"/>
                  </a:moveTo>
                  <a:cubicBezTo>
                    <a:pt x="10026717" y="10866427"/>
                    <a:pt x="9674394" y="11062898"/>
                    <a:pt x="9674394" y="11305122"/>
                  </a:cubicBezTo>
                  <a:cubicBezTo>
                    <a:pt x="9674394" y="11547345"/>
                    <a:pt x="10026717" y="11743815"/>
                    <a:pt x="10461087" y="11743815"/>
                  </a:cubicBezTo>
                  <a:cubicBezTo>
                    <a:pt x="10895457" y="11743815"/>
                    <a:pt x="11247779" y="11547345"/>
                    <a:pt x="11247779" y="11305122"/>
                  </a:cubicBezTo>
                  <a:cubicBezTo>
                    <a:pt x="11247780" y="11062898"/>
                    <a:pt x="10895458" y="10866427"/>
                    <a:pt x="10461087" y="10866427"/>
                  </a:cubicBezTo>
                  <a:close/>
                  <a:moveTo>
                    <a:pt x="20135483" y="10866427"/>
                  </a:moveTo>
                  <a:cubicBezTo>
                    <a:pt x="19701111" y="10866427"/>
                    <a:pt x="19348788" y="11062898"/>
                    <a:pt x="19348788" y="11305122"/>
                  </a:cubicBezTo>
                  <a:cubicBezTo>
                    <a:pt x="19348788" y="11547345"/>
                    <a:pt x="19701111" y="11743815"/>
                    <a:pt x="20135483" y="11743815"/>
                  </a:cubicBezTo>
                  <a:cubicBezTo>
                    <a:pt x="20569853" y="11743815"/>
                    <a:pt x="20922176" y="11547345"/>
                    <a:pt x="20922176" y="11305122"/>
                  </a:cubicBezTo>
                  <a:cubicBezTo>
                    <a:pt x="20922174" y="11062898"/>
                    <a:pt x="20569851" y="10866427"/>
                    <a:pt x="20135483" y="10866427"/>
                  </a:cubicBezTo>
                  <a:close/>
                  <a:moveTo>
                    <a:pt x="29809877" y="10866427"/>
                  </a:moveTo>
                  <a:cubicBezTo>
                    <a:pt x="29375503" y="10866427"/>
                    <a:pt x="29023180" y="11062898"/>
                    <a:pt x="29023180" y="11305122"/>
                  </a:cubicBezTo>
                  <a:cubicBezTo>
                    <a:pt x="29023180" y="11547345"/>
                    <a:pt x="29375503" y="11743815"/>
                    <a:pt x="29809877" y="11743815"/>
                  </a:cubicBezTo>
                  <a:cubicBezTo>
                    <a:pt x="30244247" y="11743815"/>
                    <a:pt x="30596570" y="11547345"/>
                    <a:pt x="30596570" y="11305122"/>
                  </a:cubicBezTo>
                  <a:cubicBezTo>
                    <a:pt x="30596570" y="11062898"/>
                    <a:pt x="30244247" y="10866427"/>
                    <a:pt x="29809877" y="10866427"/>
                  </a:cubicBezTo>
                  <a:close/>
                  <a:moveTo>
                    <a:pt x="786693" y="16298968"/>
                  </a:moveTo>
                  <a:cubicBezTo>
                    <a:pt x="352323" y="16298968"/>
                    <a:pt x="0" y="16495438"/>
                    <a:pt x="0" y="16737662"/>
                  </a:cubicBezTo>
                  <a:cubicBezTo>
                    <a:pt x="0" y="16979886"/>
                    <a:pt x="352323" y="17176356"/>
                    <a:pt x="786693" y="17176356"/>
                  </a:cubicBezTo>
                  <a:cubicBezTo>
                    <a:pt x="1221063" y="17176356"/>
                    <a:pt x="1573386" y="16979886"/>
                    <a:pt x="1573386" y="16737662"/>
                  </a:cubicBezTo>
                  <a:cubicBezTo>
                    <a:pt x="1573386" y="16495438"/>
                    <a:pt x="1221063" y="16298968"/>
                    <a:pt x="786693" y="16298968"/>
                  </a:cubicBezTo>
                  <a:close/>
                  <a:moveTo>
                    <a:pt x="10461087" y="16298968"/>
                  </a:moveTo>
                  <a:cubicBezTo>
                    <a:pt x="10026717" y="16298968"/>
                    <a:pt x="9674394" y="16495438"/>
                    <a:pt x="9674394" y="16737662"/>
                  </a:cubicBezTo>
                  <a:cubicBezTo>
                    <a:pt x="9674394" y="16979886"/>
                    <a:pt x="10026717" y="17176356"/>
                    <a:pt x="10461087" y="17176356"/>
                  </a:cubicBezTo>
                  <a:cubicBezTo>
                    <a:pt x="10895457" y="17176356"/>
                    <a:pt x="11247779" y="16979886"/>
                    <a:pt x="11247779" y="16737662"/>
                  </a:cubicBezTo>
                  <a:cubicBezTo>
                    <a:pt x="11247780" y="16495438"/>
                    <a:pt x="10895458" y="16298968"/>
                    <a:pt x="10461087" y="16298968"/>
                  </a:cubicBezTo>
                  <a:close/>
                  <a:moveTo>
                    <a:pt x="20135483" y="16298968"/>
                  </a:moveTo>
                  <a:cubicBezTo>
                    <a:pt x="19701111" y="16298968"/>
                    <a:pt x="19348788" y="16495438"/>
                    <a:pt x="19348788" y="16737662"/>
                  </a:cubicBezTo>
                  <a:cubicBezTo>
                    <a:pt x="19348788" y="16979886"/>
                    <a:pt x="19701111" y="17176356"/>
                    <a:pt x="20135483" y="17176356"/>
                  </a:cubicBezTo>
                  <a:cubicBezTo>
                    <a:pt x="20569853" y="17176356"/>
                    <a:pt x="20922176" y="16979886"/>
                    <a:pt x="20922176" y="16737662"/>
                  </a:cubicBezTo>
                  <a:cubicBezTo>
                    <a:pt x="20922174" y="16495438"/>
                    <a:pt x="20569851" y="16298968"/>
                    <a:pt x="20135483" y="16298968"/>
                  </a:cubicBezTo>
                  <a:close/>
                  <a:moveTo>
                    <a:pt x="29809877" y="16298968"/>
                  </a:moveTo>
                  <a:cubicBezTo>
                    <a:pt x="29375503" y="16298968"/>
                    <a:pt x="29023180" y="16495438"/>
                    <a:pt x="29023180" y="16737662"/>
                  </a:cubicBezTo>
                  <a:cubicBezTo>
                    <a:pt x="29023180" y="16979886"/>
                    <a:pt x="29375503" y="17176356"/>
                    <a:pt x="29809877" y="17176356"/>
                  </a:cubicBezTo>
                  <a:cubicBezTo>
                    <a:pt x="30244247" y="17176356"/>
                    <a:pt x="30596570" y="16979886"/>
                    <a:pt x="30596570" y="16737662"/>
                  </a:cubicBezTo>
                  <a:cubicBezTo>
                    <a:pt x="30596570" y="16495438"/>
                    <a:pt x="30244247" y="16298968"/>
                    <a:pt x="29809877" y="16298968"/>
                  </a:cubicBezTo>
                  <a:close/>
                </a:path>
              </a:pathLst>
            </a:custGeom>
            <a:solidFill>
              <a:srgbClr val="FF877D">
                <a:alpha val="71765"/>
              </a:srgbClr>
            </a:solidFill>
          </p:spPr>
        </p:sp>
      </p:grpSp>
      <p:grpSp>
        <p:nvGrpSpPr>
          <p:cNvPr name="Group 5" id="5"/>
          <p:cNvGrpSpPr/>
          <p:nvPr/>
        </p:nvGrpSpPr>
        <p:grpSpPr>
          <a:xfrm rot="0">
            <a:off x="5330599" y="1028700"/>
            <a:ext cx="7388083" cy="1013024"/>
            <a:chOff x="0" y="0"/>
            <a:chExt cx="30584397" cy="4193610"/>
          </a:xfrm>
        </p:grpSpPr>
        <p:sp>
          <p:nvSpPr>
            <p:cNvPr name="Freeform 6" id="6"/>
            <p:cNvSpPr/>
            <p:nvPr/>
          </p:nvSpPr>
          <p:spPr>
            <a:xfrm flipH="false" flipV="false" rot="0">
              <a:off x="72390" y="72390"/>
              <a:ext cx="30439617" cy="4048830"/>
            </a:xfrm>
            <a:custGeom>
              <a:avLst/>
              <a:gdLst/>
              <a:ahLst/>
              <a:cxnLst/>
              <a:rect r="r" b="b" t="t" l="l"/>
              <a:pathLst>
                <a:path h="4048830" w="30439617">
                  <a:moveTo>
                    <a:pt x="0" y="0"/>
                  </a:moveTo>
                  <a:lnTo>
                    <a:pt x="30439617" y="0"/>
                  </a:lnTo>
                  <a:lnTo>
                    <a:pt x="30439617" y="4048830"/>
                  </a:lnTo>
                  <a:lnTo>
                    <a:pt x="0" y="4048830"/>
                  </a:lnTo>
                  <a:lnTo>
                    <a:pt x="0" y="0"/>
                  </a:lnTo>
                  <a:close/>
                </a:path>
              </a:pathLst>
            </a:custGeom>
            <a:solidFill>
              <a:srgbClr val="0F1C91"/>
            </a:solidFill>
          </p:spPr>
        </p:sp>
        <p:sp>
          <p:nvSpPr>
            <p:cNvPr name="Freeform 7" id="7"/>
            <p:cNvSpPr/>
            <p:nvPr/>
          </p:nvSpPr>
          <p:spPr>
            <a:xfrm flipH="false" flipV="false" rot="0">
              <a:off x="0" y="0"/>
              <a:ext cx="30584397" cy="4193610"/>
            </a:xfrm>
            <a:custGeom>
              <a:avLst/>
              <a:gdLst/>
              <a:ahLst/>
              <a:cxnLst/>
              <a:rect r="r" b="b" t="t" l="l"/>
              <a:pathLst>
                <a:path h="4193610" w="30584397">
                  <a:moveTo>
                    <a:pt x="30439618" y="4048830"/>
                  </a:moveTo>
                  <a:lnTo>
                    <a:pt x="30584397" y="4048830"/>
                  </a:lnTo>
                  <a:lnTo>
                    <a:pt x="30584397" y="4193610"/>
                  </a:lnTo>
                  <a:lnTo>
                    <a:pt x="30439618" y="4193610"/>
                  </a:lnTo>
                  <a:lnTo>
                    <a:pt x="30439618" y="4048830"/>
                  </a:lnTo>
                  <a:close/>
                  <a:moveTo>
                    <a:pt x="0" y="144780"/>
                  </a:moveTo>
                  <a:lnTo>
                    <a:pt x="144780" y="144780"/>
                  </a:lnTo>
                  <a:lnTo>
                    <a:pt x="144780" y="4048830"/>
                  </a:lnTo>
                  <a:lnTo>
                    <a:pt x="0" y="4048830"/>
                  </a:lnTo>
                  <a:lnTo>
                    <a:pt x="0" y="144780"/>
                  </a:lnTo>
                  <a:close/>
                  <a:moveTo>
                    <a:pt x="0" y="4048830"/>
                  </a:moveTo>
                  <a:lnTo>
                    <a:pt x="144780" y="4048830"/>
                  </a:lnTo>
                  <a:lnTo>
                    <a:pt x="144780" y="4193610"/>
                  </a:lnTo>
                  <a:lnTo>
                    <a:pt x="0" y="4193610"/>
                  </a:lnTo>
                  <a:lnTo>
                    <a:pt x="0" y="4048830"/>
                  </a:lnTo>
                  <a:close/>
                  <a:moveTo>
                    <a:pt x="30439618" y="144780"/>
                  </a:moveTo>
                  <a:lnTo>
                    <a:pt x="30584397" y="144780"/>
                  </a:lnTo>
                  <a:lnTo>
                    <a:pt x="30584397" y="4048830"/>
                  </a:lnTo>
                  <a:lnTo>
                    <a:pt x="30439618" y="4048830"/>
                  </a:lnTo>
                  <a:lnTo>
                    <a:pt x="30439618" y="144780"/>
                  </a:lnTo>
                  <a:close/>
                  <a:moveTo>
                    <a:pt x="144780" y="4048830"/>
                  </a:moveTo>
                  <a:lnTo>
                    <a:pt x="30439618" y="4048830"/>
                  </a:lnTo>
                  <a:lnTo>
                    <a:pt x="30439618" y="4193610"/>
                  </a:lnTo>
                  <a:lnTo>
                    <a:pt x="144780" y="4193610"/>
                  </a:lnTo>
                  <a:lnTo>
                    <a:pt x="144780" y="4048830"/>
                  </a:lnTo>
                  <a:close/>
                  <a:moveTo>
                    <a:pt x="30439618" y="0"/>
                  </a:moveTo>
                  <a:lnTo>
                    <a:pt x="30584397" y="0"/>
                  </a:lnTo>
                  <a:lnTo>
                    <a:pt x="30584397" y="144780"/>
                  </a:lnTo>
                  <a:lnTo>
                    <a:pt x="30439618" y="144780"/>
                  </a:lnTo>
                  <a:lnTo>
                    <a:pt x="30439618" y="0"/>
                  </a:lnTo>
                  <a:close/>
                  <a:moveTo>
                    <a:pt x="0" y="0"/>
                  </a:moveTo>
                  <a:lnTo>
                    <a:pt x="144780" y="0"/>
                  </a:lnTo>
                  <a:lnTo>
                    <a:pt x="144780" y="144780"/>
                  </a:lnTo>
                  <a:lnTo>
                    <a:pt x="0" y="144780"/>
                  </a:lnTo>
                  <a:lnTo>
                    <a:pt x="0" y="0"/>
                  </a:lnTo>
                  <a:close/>
                  <a:moveTo>
                    <a:pt x="144780" y="0"/>
                  </a:moveTo>
                  <a:lnTo>
                    <a:pt x="30439618" y="0"/>
                  </a:lnTo>
                  <a:lnTo>
                    <a:pt x="30439618" y="144780"/>
                  </a:lnTo>
                  <a:lnTo>
                    <a:pt x="144780" y="144780"/>
                  </a:lnTo>
                  <a:lnTo>
                    <a:pt x="144780" y="0"/>
                  </a:lnTo>
                  <a:close/>
                </a:path>
              </a:pathLst>
            </a:custGeom>
            <a:solidFill>
              <a:srgbClr val="FD1F1F"/>
            </a:solidFill>
          </p:spPr>
        </p:sp>
      </p:grpSp>
      <p:sp>
        <p:nvSpPr>
          <p:cNvPr name="AutoShape 8" id="8"/>
          <p:cNvSpPr/>
          <p:nvPr/>
        </p:nvSpPr>
        <p:spPr>
          <a:xfrm rot="0">
            <a:off x="1950337" y="2806882"/>
            <a:ext cx="14513557" cy="6451418"/>
          </a:xfrm>
          <a:prstGeom prst="rect">
            <a:avLst/>
          </a:prstGeom>
          <a:solidFill>
            <a:srgbClr val="0F1C91"/>
          </a:solidFill>
        </p:spPr>
      </p:sp>
      <p:sp>
        <p:nvSpPr>
          <p:cNvPr name="TextBox 9" id="9"/>
          <p:cNvSpPr txBox="true"/>
          <p:nvPr/>
        </p:nvSpPr>
        <p:spPr>
          <a:xfrm rot="0">
            <a:off x="2361173" y="2996730"/>
            <a:ext cx="13691886" cy="6844665"/>
          </a:xfrm>
          <a:prstGeom prst="rect">
            <a:avLst/>
          </a:prstGeom>
        </p:spPr>
        <p:txBody>
          <a:bodyPr anchor="t" rtlCol="false" tIns="0" lIns="0" bIns="0" rIns="0">
            <a:spAutoFit/>
          </a:bodyPr>
          <a:lstStyle/>
          <a:p>
            <a:pPr algn="just">
              <a:lnSpc>
                <a:spcPts val="6030"/>
              </a:lnSpc>
            </a:pPr>
            <a:r>
              <a:rPr lang="en-US" sz="4500">
                <a:solidFill>
                  <a:srgbClr val="FFE6FF"/>
                </a:solidFill>
                <a:latin typeface="DM Sans"/>
              </a:rPr>
              <a:t>The temperature converter project allows users to input a temperature in Celsius, Fahrenheit, or Kelvin and convert it to another unit. The interface includes an input field, dropdown menus for selecting units, a convert button, and a display area for the result. The project aims to provide a simple and efficient way to perform temperature conversions.</a:t>
            </a:r>
          </a:p>
          <a:p>
            <a:pPr algn="just">
              <a:lnSpc>
                <a:spcPts val="6030"/>
              </a:lnSpc>
            </a:pPr>
          </a:p>
        </p:txBody>
      </p:sp>
      <p:sp>
        <p:nvSpPr>
          <p:cNvPr name="TextBox 10" id="10"/>
          <p:cNvSpPr txBox="true"/>
          <p:nvPr/>
        </p:nvSpPr>
        <p:spPr>
          <a:xfrm rot="0">
            <a:off x="3556804" y="1289961"/>
            <a:ext cx="7110501" cy="576228"/>
          </a:xfrm>
          <a:prstGeom prst="rect">
            <a:avLst/>
          </a:prstGeom>
        </p:spPr>
        <p:txBody>
          <a:bodyPr anchor="t" rtlCol="false" tIns="0" lIns="0" bIns="0" rIns="0">
            <a:spAutoFit/>
          </a:bodyPr>
          <a:lstStyle/>
          <a:p>
            <a:pPr algn="r">
              <a:lnSpc>
                <a:spcPts val="4343"/>
              </a:lnSpc>
            </a:pPr>
            <a:r>
              <a:rPr lang="en-US" sz="4343">
                <a:solidFill>
                  <a:srgbClr val="FFFACD"/>
                </a:solidFill>
                <a:latin typeface="DM Sans Bold"/>
              </a:rPr>
              <a:t>Introduction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B4F0F0">
                <a:alpha val="40000"/>
              </a:srgbClr>
            </a:solidFill>
          </p:spPr>
        </p:sp>
      </p:grpSp>
      <p:grpSp>
        <p:nvGrpSpPr>
          <p:cNvPr name="Group 4" id="4"/>
          <p:cNvGrpSpPr/>
          <p:nvPr/>
        </p:nvGrpSpPr>
        <p:grpSpPr>
          <a:xfrm rot="0">
            <a:off x="3153508" y="1262650"/>
            <a:ext cx="11980983" cy="1782011"/>
            <a:chOff x="0" y="0"/>
            <a:chExt cx="49597592" cy="7376979"/>
          </a:xfrm>
        </p:grpSpPr>
        <p:sp>
          <p:nvSpPr>
            <p:cNvPr name="Freeform 5" id="5"/>
            <p:cNvSpPr/>
            <p:nvPr/>
          </p:nvSpPr>
          <p:spPr>
            <a:xfrm flipH="false" flipV="false" rot="0">
              <a:off x="72390" y="72390"/>
              <a:ext cx="49452813" cy="7232199"/>
            </a:xfrm>
            <a:custGeom>
              <a:avLst/>
              <a:gdLst/>
              <a:ahLst/>
              <a:cxnLst/>
              <a:rect r="r" b="b" t="t" l="l"/>
              <a:pathLst>
                <a:path h="7232199" w="49452813">
                  <a:moveTo>
                    <a:pt x="0" y="0"/>
                  </a:moveTo>
                  <a:lnTo>
                    <a:pt x="49452813" y="0"/>
                  </a:lnTo>
                  <a:lnTo>
                    <a:pt x="49452813" y="7232199"/>
                  </a:lnTo>
                  <a:lnTo>
                    <a:pt x="0" y="7232199"/>
                  </a:lnTo>
                  <a:lnTo>
                    <a:pt x="0" y="0"/>
                  </a:lnTo>
                  <a:close/>
                </a:path>
              </a:pathLst>
            </a:custGeom>
            <a:solidFill>
              <a:srgbClr val="0F1C91"/>
            </a:solidFill>
          </p:spPr>
        </p:sp>
        <p:sp>
          <p:nvSpPr>
            <p:cNvPr name="Freeform 6" id="6"/>
            <p:cNvSpPr/>
            <p:nvPr/>
          </p:nvSpPr>
          <p:spPr>
            <a:xfrm flipH="false" flipV="false" rot="0">
              <a:off x="0" y="0"/>
              <a:ext cx="49597593" cy="7376978"/>
            </a:xfrm>
            <a:custGeom>
              <a:avLst/>
              <a:gdLst/>
              <a:ahLst/>
              <a:cxnLst/>
              <a:rect r="r" b="b" t="t" l="l"/>
              <a:pathLst>
                <a:path h="7376978" w="49597593">
                  <a:moveTo>
                    <a:pt x="49452811" y="7232199"/>
                  </a:moveTo>
                  <a:lnTo>
                    <a:pt x="49597593" y="7232199"/>
                  </a:lnTo>
                  <a:lnTo>
                    <a:pt x="49597593" y="7376978"/>
                  </a:lnTo>
                  <a:lnTo>
                    <a:pt x="49452811" y="7376978"/>
                  </a:lnTo>
                  <a:lnTo>
                    <a:pt x="49452811" y="7232199"/>
                  </a:lnTo>
                  <a:close/>
                  <a:moveTo>
                    <a:pt x="0" y="144780"/>
                  </a:moveTo>
                  <a:lnTo>
                    <a:pt x="144780" y="144780"/>
                  </a:lnTo>
                  <a:lnTo>
                    <a:pt x="144780" y="7232199"/>
                  </a:lnTo>
                  <a:lnTo>
                    <a:pt x="0" y="7232199"/>
                  </a:lnTo>
                  <a:lnTo>
                    <a:pt x="0" y="144780"/>
                  </a:lnTo>
                  <a:close/>
                  <a:moveTo>
                    <a:pt x="0" y="7232199"/>
                  </a:moveTo>
                  <a:lnTo>
                    <a:pt x="144780" y="7232199"/>
                  </a:lnTo>
                  <a:lnTo>
                    <a:pt x="144780" y="7376978"/>
                  </a:lnTo>
                  <a:lnTo>
                    <a:pt x="0" y="7376978"/>
                  </a:lnTo>
                  <a:lnTo>
                    <a:pt x="0" y="7232199"/>
                  </a:lnTo>
                  <a:close/>
                  <a:moveTo>
                    <a:pt x="49452811" y="144780"/>
                  </a:moveTo>
                  <a:lnTo>
                    <a:pt x="49597593" y="144780"/>
                  </a:lnTo>
                  <a:lnTo>
                    <a:pt x="49597593" y="7232199"/>
                  </a:lnTo>
                  <a:lnTo>
                    <a:pt x="49452811" y="7232199"/>
                  </a:lnTo>
                  <a:lnTo>
                    <a:pt x="49452811" y="144780"/>
                  </a:lnTo>
                  <a:close/>
                  <a:moveTo>
                    <a:pt x="144780" y="7232199"/>
                  </a:moveTo>
                  <a:lnTo>
                    <a:pt x="49452811" y="7232199"/>
                  </a:lnTo>
                  <a:lnTo>
                    <a:pt x="49452811" y="7376978"/>
                  </a:lnTo>
                  <a:lnTo>
                    <a:pt x="144780" y="7376978"/>
                  </a:lnTo>
                  <a:lnTo>
                    <a:pt x="144780" y="7232199"/>
                  </a:lnTo>
                  <a:close/>
                  <a:moveTo>
                    <a:pt x="49452811" y="0"/>
                  </a:moveTo>
                  <a:lnTo>
                    <a:pt x="49597593" y="0"/>
                  </a:lnTo>
                  <a:lnTo>
                    <a:pt x="49597593" y="144780"/>
                  </a:lnTo>
                  <a:lnTo>
                    <a:pt x="49452811" y="144780"/>
                  </a:lnTo>
                  <a:lnTo>
                    <a:pt x="49452811" y="0"/>
                  </a:lnTo>
                  <a:close/>
                  <a:moveTo>
                    <a:pt x="0" y="0"/>
                  </a:moveTo>
                  <a:lnTo>
                    <a:pt x="144780" y="0"/>
                  </a:lnTo>
                  <a:lnTo>
                    <a:pt x="144780" y="144780"/>
                  </a:lnTo>
                  <a:lnTo>
                    <a:pt x="0" y="144780"/>
                  </a:lnTo>
                  <a:lnTo>
                    <a:pt x="0" y="0"/>
                  </a:lnTo>
                  <a:close/>
                  <a:moveTo>
                    <a:pt x="144780" y="0"/>
                  </a:moveTo>
                  <a:lnTo>
                    <a:pt x="49452811" y="0"/>
                  </a:lnTo>
                  <a:lnTo>
                    <a:pt x="49452811" y="144780"/>
                  </a:lnTo>
                  <a:lnTo>
                    <a:pt x="144780" y="144780"/>
                  </a:lnTo>
                  <a:lnTo>
                    <a:pt x="144780" y="0"/>
                  </a:lnTo>
                  <a:close/>
                </a:path>
              </a:pathLst>
            </a:custGeom>
            <a:solidFill>
              <a:srgbClr val="B4F0F0"/>
            </a:solidFill>
          </p:spPr>
        </p:sp>
      </p:grpSp>
      <p:sp>
        <p:nvSpPr>
          <p:cNvPr name="AutoShape 7" id="7"/>
          <p:cNvSpPr/>
          <p:nvPr/>
        </p:nvSpPr>
        <p:spPr>
          <a:xfrm rot="0">
            <a:off x="3302650" y="1028700"/>
            <a:ext cx="11682701" cy="1876330"/>
          </a:xfrm>
          <a:prstGeom prst="rect">
            <a:avLst/>
          </a:prstGeom>
          <a:solidFill>
            <a:srgbClr val="FFE6FF"/>
          </a:solidFill>
        </p:spPr>
      </p:sp>
      <p:sp>
        <p:nvSpPr>
          <p:cNvPr name="TextBox 8" id="8"/>
          <p:cNvSpPr txBox="true"/>
          <p:nvPr/>
        </p:nvSpPr>
        <p:spPr>
          <a:xfrm rot="0">
            <a:off x="3658394" y="1701118"/>
            <a:ext cx="10971212" cy="626745"/>
          </a:xfrm>
          <a:prstGeom prst="rect">
            <a:avLst/>
          </a:prstGeom>
        </p:spPr>
        <p:txBody>
          <a:bodyPr anchor="t" rtlCol="false" tIns="0" lIns="0" bIns="0" rIns="0">
            <a:spAutoFit/>
          </a:bodyPr>
          <a:lstStyle/>
          <a:p>
            <a:pPr algn="ctr">
              <a:lnSpc>
                <a:spcPts val="4799"/>
              </a:lnSpc>
            </a:pPr>
            <a:r>
              <a:rPr lang="en-US" sz="4799">
                <a:solidFill>
                  <a:srgbClr val="0B1786"/>
                </a:solidFill>
                <a:latin typeface="DM Sans Bold"/>
              </a:rPr>
              <a:t>HTML STRUCTURE</a:t>
            </a:r>
          </a:p>
        </p:txBody>
      </p:sp>
      <p:grpSp>
        <p:nvGrpSpPr>
          <p:cNvPr name="Group 9" id="9"/>
          <p:cNvGrpSpPr/>
          <p:nvPr/>
        </p:nvGrpSpPr>
        <p:grpSpPr>
          <a:xfrm rot="0">
            <a:off x="1028700" y="3798650"/>
            <a:ext cx="16230600" cy="6207807"/>
            <a:chOff x="0" y="0"/>
            <a:chExt cx="67189701" cy="25698414"/>
          </a:xfrm>
        </p:grpSpPr>
        <p:sp>
          <p:nvSpPr>
            <p:cNvPr name="Freeform 10" id="10"/>
            <p:cNvSpPr/>
            <p:nvPr/>
          </p:nvSpPr>
          <p:spPr>
            <a:xfrm flipH="false" flipV="false" rot="0">
              <a:off x="72390" y="72390"/>
              <a:ext cx="67044921" cy="25553635"/>
            </a:xfrm>
            <a:custGeom>
              <a:avLst/>
              <a:gdLst/>
              <a:ahLst/>
              <a:cxnLst/>
              <a:rect r="r" b="b" t="t" l="l"/>
              <a:pathLst>
                <a:path h="25553635" w="67044921">
                  <a:moveTo>
                    <a:pt x="0" y="0"/>
                  </a:moveTo>
                  <a:lnTo>
                    <a:pt x="67044921" y="0"/>
                  </a:lnTo>
                  <a:lnTo>
                    <a:pt x="67044921" y="25553635"/>
                  </a:lnTo>
                  <a:lnTo>
                    <a:pt x="0" y="25553635"/>
                  </a:lnTo>
                  <a:lnTo>
                    <a:pt x="0" y="0"/>
                  </a:lnTo>
                  <a:close/>
                </a:path>
              </a:pathLst>
            </a:custGeom>
            <a:solidFill>
              <a:srgbClr val="0F1C91"/>
            </a:solidFill>
          </p:spPr>
        </p:sp>
        <p:sp>
          <p:nvSpPr>
            <p:cNvPr name="Freeform 11" id="11"/>
            <p:cNvSpPr/>
            <p:nvPr/>
          </p:nvSpPr>
          <p:spPr>
            <a:xfrm flipH="false" flipV="false" rot="0">
              <a:off x="0" y="0"/>
              <a:ext cx="67189703" cy="25698414"/>
            </a:xfrm>
            <a:custGeom>
              <a:avLst/>
              <a:gdLst/>
              <a:ahLst/>
              <a:cxnLst/>
              <a:rect r="r" b="b" t="t" l="l"/>
              <a:pathLst>
                <a:path h="25698414" w="67189703">
                  <a:moveTo>
                    <a:pt x="67044919" y="25553634"/>
                  </a:moveTo>
                  <a:lnTo>
                    <a:pt x="67189703" y="25553634"/>
                  </a:lnTo>
                  <a:lnTo>
                    <a:pt x="67189703" y="25698414"/>
                  </a:lnTo>
                  <a:lnTo>
                    <a:pt x="67044919" y="25698414"/>
                  </a:lnTo>
                  <a:lnTo>
                    <a:pt x="67044919" y="25553634"/>
                  </a:lnTo>
                  <a:close/>
                  <a:moveTo>
                    <a:pt x="0" y="144780"/>
                  </a:moveTo>
                  <a:lnTo>
                    <a:pt x="144780" y="144780"/>
                  </a:lnTo>
                  <a:lnTo>
                    <a:pt x="144780" y="25553634"/>
                  </a:lnTo>
                  <a:lnTo>
                    <a:pt x="0" y="25553634"/>
                  </a:lnTo>
                  <a:lnTo>
                    <a:pt x="0" y="144780"/>
                  </a:lnTo>
                  <a:close/>
                  <a:moveTo>
                    <a:pt x="0" y="25553634"/>
                  </a:moveTo>
                  <a:lnTo>
                    <a:pt x="144780" y="25553634"/>
                  </a:lnTo>
                  <a:lnTo>
                    <a:pt x="144780" y="25698414"/>
                  </a:lnTo>
                  <a:lnTo>
                    <a:pt x="0" y="25698414"/>
                  </a:lnTo>
                  <a:lnTo>
                    <a:pt x="0" y="25553634"/>
                  </a:lnTo>
                  <a:close/>
                  <a:moveTo>
                    <a:pt x="67044919" y="144780"/>
                  </a:moveTo>
                  <a:lnTo>
                    <a:pt x="67189703" y="144780"/>
                  </a:lnTo>
                  <a:lnTo>
                    <a:pt x="67189703" y="25553634"/>
                  </a:lnTo>
                  <a:lnTo>
                    <a:pt x="67044919" y="25553634"/>
                  </a:lnTo>
                  <a:lnTo>
                    <a:pt x="67044919" y="144780"/>
                  </a:lnTo>
                  <a:close/>
                  <a:moveTo>
                    <a:pt x="144780" y="25553634"/>
                  </a:moveTo>
                  <a:lnTo>
                    <a:pt x="67044919" y="25553634"/>
                  </a:lnTo>
                  <a:lnTo>
                    <a:pt x="67044919" y="25698414"/>
                  </a:lnTo>
                  <a:lnTo>
                    <a:pt x="144780" y="25698414"/>
                  </a:lnTo>
                  <a:lnTo>
                    <a:pt x="144780" y="25553634"/>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B4F0F0"/>
            </a:solidFill>
          </p:spPr>
        </p:sp>
      </p:grpSp>
      <p:sp>
        <p:nvSpPr>
          <p:cNvPr name="AutoShape 12" id="12"/>
          <p:cNvSpPr/>
          <p:nvPr/>
        </p:nvSpPr>
        <p:spPr>
          <a:xfrm rot="0">
            <a:off x="1194206" y="3688119"/>
            <a:ext cx="15899587" cy="6318337"/>
          </a:xfrm>
          <a:prstGeom prst="rect">
            <a:avLst/>
          </a:prstGeom>
          <a:solidFill>
            <a:srgbClr val="B4F0F0"/>
          </a:solidFill>
        </p:spPr>
      </p:sp>
      <p:sp>
        <p:nvSpPr>
          <p:cNvPr name="TextBox 13" id="13"/>
          <p:cNvSpPr txBox="true"/>
          <p:nvPr/>
        </p:nvSpPr>
        <p:spPr>
          <a:xfrm rot="0">
            <a:off x="2286243" y="3722450"/>
            <a:ext cx="13715515" cy="6647180"/>
          </a:xfrm>
          <a:prstGeom prst="rect">
            <a:avLst/>
          </a:prstGeom>
        </p:spPr>
        <p:txBody>
          <a:bodyPr anchor="t" rtlCol="false" tIns="0" lIns="0" bIns="0" rIns="0">
            <a:spAutoFit/>
          </a:bodyPr>
          <a:lstStyle/>
          <a:p>
            <a:pPr algn="just">
              <a:lnSpc>
                <a:spcPts val="5319"/>
              </a:lnSpc>
            </a:pPr>
            <a:r>
              <a:rPr lang="en-US" sz="3799">
                <a:solidFill>
                  <a:srgbClr val="0B1786"/>
                </a:solidFill>
                <a:latin typeface="DM Sans"/>
              </a:rPr>
              <a:t>The HTML file for the temperature converter is structured into several key sections:</a:t>
            </a:r>
          </a:p>
          <a:p>
            <a:pPr algn="just" marL="820419" indent="-410209" lvl="1">
              <a:lnSpc>
                <a:spcPts val="5319"/>
              </a:lnSpc>
              <a:buFont typeface="Arial"/>
              <a:buChar char="•"/>
            </a:pPr>
            <a:r>
              <a:rPr lang="en-US" sz="3799">
                <a:solidFill>
                  <a:srgbClr val="0B1786"/>
                </a:solidFill>
                <a:latin typeface="DM Sans"/>
              </a:rPr>
              <a:t>Input Field: Allows users to enter a temperature value.</a:t>
            </a:r>
          </a:p>
          <a:p>
            <a:pPr algn="just" marL="820419" indent="-410209" lvl="1">
              <a:lnSpc>
                <a:spcPts val="5319"/>
              </a:lnSpc>
              <a:buFont typeface="Arial"/>
              <a:buChar char="•"/>
            </a:pPr>
            <a:r>
              <a:rPr lang="en-US" sz="3799">
                <a:solidFill>
                  <a:srgbClr val="0B1786"/>
                </a:solidFill>
                <a:latin typeface="DM Sans"/>
              </a:rPr>
              <a:t>Dropdown Menus: Enable users to select the units to convert from and to.</a:t>
            </a:r>
          </a:p>
          <a:p>
            <a:pPr algn="just" marL="820419" indent="-410209" lvl="1">
              <a:lnSpc>
                <a:spcPts val="5319"/>
              </a:lnSpc>
              <a:buFont typeface="Arial"/>
              <a:buChar char="•"/>
            </a:pPr>
            <a:r>
              <a:rPr lang="en-US" sz="3799">
                <a:solidFill>
                  <a:srgbClr val="0B1786"/>
                </a:solidFill>
                <a:latin typeface="DM Sans"/>
              </a:rPr>
              <a:t>Convert Button: Triggers the conversion process when clicked.</a:t>
            </a:r>
          </a:p>
          <a:p>
            <a:pPr algn="just" marL="820419" indent="-410209" lvl="1">
              <a:lnSpc>
                <a:spcPts val="5319"/>
              </a:lnSpc>
              <a:buFont typeface="Arial"/>
              <a:buChar char="•"/>
            </a:pPr>
            <a:r>
              <a:rPr lang="en-US" sz="3799">
                <a:solidFill>
                  <a:srgbClr val="0B1786"/>
                </a:solidFill>
                <a:latin typeface="DM Sans"/>
              </a:rPr>
              <a:t>Result Display: Shows the converted temperature and unit for easy viewing.</a:t>
            </a:r>
          </a:p>
          <a:p>
            <a:pPr algn="just">
              <a:lnSpc>
                <a:spcPts val="5319"/>
              </a:lnSpc>
            </a:pP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1959625" y="2084709"/>
            <a:ext cx="3388330" cy="648335"/>
          </a:xfrm>
          <a:prstGeom prst="rect">
            <a:avLst/>
          </a:prstGeom>
          <a:solidFill>
            <a:srgbClr val="FD1F1F"/>
          </a:solidFill>
        </p:spPr>
      </p:sp>
      <p:sp>
        <p:nvSpPr>
          <p:cNvPr name="TextBox 9" id="9"/>
          <p:cNvSpPr txBox="true"/>
          <p:nvPr/>
        </p:nvSpPr>
        <p:spPr>
          <a:xfrm rot="0">
            <a:off x="2235012" y="2067564"/>
            <a:ext cx="3506320"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CSS STYLING</a:t>
            </a:r>
          </a:p>
        </p:txBody>
      </p:sp>
      <p:sp>
        <p:nvSpPr>
          <p:cNvPr name="TextBox 10" id="10"/>
          <p:cNvSpPr txBox="true"/>
          <p:nvPr/>
        </p:nvSpPr>
        <p:spPr>
          <a:xfrm rot="0">
            <a:off x="2235012" y="3193773"/>
            <a:ext cx="13951327" cy="47904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The CSS file define</a:t>
            </a:r>
            <a:r>
              <a:rPr lang="en-US" sz="3024">
                <a:solidFill>
                  <a:srgbClr val="0B1786"/>
                </a:solidFill>
                <a:latin typeface="DM Sans"/>
              </a:rPr>
              <a:t>s the styling for the converter to ensure a user-friendly and appealing interface:</a:t>
            </a:r>
          </a:p>
          <a:p>
            <a:pPr algn="l" marL="653097" indent="-326548" lvl="1">
              <a:lnSpc>
                <a:spcPts val="4234"/>
              </a:lnSpc>
              <a:spcBef>
                <a:spcPct val="0"/>
              </a:spcBef>
              <a:buFont typeface="Arial"/>
              <a:buChar char="•"/>
            </a:pPr>
            <a:r>
              <a:rPr lang="en-US" sz="3024">
                <a:solidFill>
                  <a:srgbClr val="0B1786"/>
                </a:solidFill>
                <a:latin typeface="DM Sans"/>
              </a:rPr>
              <a:t>Flexbox Layout: Used for aligning and spacing elements consistently.</a:t>
            </a:r>
          </a:p>
          <a:p>
            <a:pPr algn="l" marL="653097" indent="-326548" lvl="1">
              <a:lnSpc>
                <a:spcPts val="4234"/>
              </a:lnSpc>
              <a:spcBef>
                <a:spcPct val="0"/>
              </a:spcBef>
              <a:buFont typeface="Arial"/>
              <a:buChar char="•"/>
            </a:pPr>
            <a:r>
              <a:rPr lang="en-US" sz="3024">
                <a:solidFill>
                  <a:srgbClr val="0B1786"/>
                </a:solidFill>
                <a:latin typeface="DM Sans"/>
              </a:rPr>
              <a:t>Input and Dropdown Styling: Ensures input fields and dropdowns are easy to use and visually appealing.</a:t>
            </a:r>
          </a:p>
          <a:p>
            <a:pPr algn="l" marL="653097" indent="-326548" lvl="1">
              <a:lnSpc>
                <a:spcPts val="4234"/>
              </a:lnSpc>
              <a:spcBef>
                <a:spcPct val="0"/>
              </a:spcBef>
              <a:buFont typeface="Arial"/>
              <a:buChar char="•"/>
            </a:pPr>
            <a:r>
              <a:rPr lang="en-US" sz="3024">
                <a:solidFill>
                  <a:srgbClr val="0B1786"/>
                </a:solidFill>
                <a:latin typeface="DM Sans"/>
              </a:rPr>
              <a:t>Button Styling: Makes the convert button prominent and easy to click with hover effects for interactivity.</a:t>
            </a:r>
          </a:p>
          <a:p>
            <a:pPr algn="l" marL="653097" indent="-326548" lvl="1">
              <a:lnSpc>
                <a:spcPts val="4234"/>
              </a:lnSpc>
              <a:spcBef>
                <a:spcPct val="0"/>
              </a:spcBef>
              <a:buFont typeface="Arial"/>
              <a:buChar char="•"/>
            </a:pPr>
            <a:r>
              <a:rPr lang="en-US" sz="3024">
                <a:solidFill>
                  <a:srgbClr val="0B1786"/>
                </a:solidFill>
                <a:latin typeface="DM Sans"/>
              </a:rPr>
              <a:t>Result Display Styling: Clearly shows the conversion result with appropriate spacing and font size.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520447"/>
            <a:ext cx="8019325" cy="871477"/>
          </a:xfrm>
          <a:prstGeom prst="rect">
            <a:avLst/>
          </a:prstGeom>
          <a:solidFill>
            <a:srgbClr val="FD1F1F"/>
          </a:solidFill>
        </p:spPr>
      </p:sp>
      <p:sp>
        <p:nvSpPr>
          <p:cNvPr name="TextBox 9" id="9"/>
          <p:cNvSpPr txBox="true"/>
          <p:nvPr/>
        </p:nvSpPr>
        <p:spPr>
          <a:xfrm rot="0">
            <a:off x="2478131" y="2614873"/>
            <a:ext cx="7776206"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JavaScript LOGIC</a:t>
            </a:r>
          </a:p>
        </p:txBody>
      </p:sp>
      <p:sp>
        <p:nvSpPr>
          <p:cNvPr name="TextBox 10" id="10"/>
          <p:cNvSpPr txBox="true"/>
          <p:nvPr/>
        </p:nvSpPr>
        <p:spPr>
          <a:xfrm rot="0">
            <a:off x="2235012" y="3920133"/>
            <a:ext cx="13951327" cy="31902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a:t>
            </a:r>
            <a:r>
              <a:rPr lang="en-US" sz="3024">
                <a:solidFill>
                  <a:srgbClr val="0B1786"/>
                </a:solidFill>
                <a:latin typeface="DM Sans"/>
              </a:rPr>
              <a:t>he JavaScript file handles the conversion logic:</a:t>
            </a:r>
          </a:p>
          <a:p>
            <a:pPr algn="l" marL="653097" indent="-326548" lvl="1">
              <a:lnSpc>
                <a:spcPts val="4234"/>
              </a:lnSpc>
              <a:spcBef>
                <a:spcPct val="0"/>
              </a:spcBef>
              <a:buFont typeface="Arial"/>
              <a:buChar char="•"/>
            </a:pPr>
            <a:r>
              <a:rPr lang="en-US" sz="3024">
                <a:solidFill>
                  <a:srgbClr val="0B1786"/>
                </a:solidFill>
                <a:latin typeface="DM Sans"/>
              </a:rPr>
              <a:t>I</a:t>
            </a:r>
            <a:r>
              <a:rPr lang="en-US" sz="3024">
                <a:solidFill>
                  <a:srgbClr val="0B1786"/>
                </a:solidFill>
                <a:latin typeface="DM Sans"/>
              </a:rPr>
              <a:t>nput Validation: Ensures the input is a valid number.</a:t>
            </a:r>
          </a:p>
          <a:p>
            <a:pPr algn="l" marL="653097" indent="-326548" lvl="1">
              <a:lnSpc>
                <a:spcPts val="4234"/>
              </a:lnSpc>
              <a:spcBef>
                <a:spcPct val="0"/>
              </a:spcBef>
              <a:buFont typeface="Arial"/>
              <a:buChar char="•"/>
            </a:pPr>
            <a:r>
              <a:rPr lang="en-US" sz="3024">
                <a:solidFill>
                  <a:srgbClr val="0B1786"/>
                </a:solidFill>
                <a:latin typeface="DM Sans"/>
              </a:rPr>
              <a:t>C</a:t>
            </a:r>
            <a:r>
              <a:rPr lang="en-US" sz="3024">
                <a:solidFill>
                  <a:srgbClr val="0B1786"/>
                </a:solidFill>
                <a:latin typeface="DM Sans"/>
              </a:rPr>
              <a:t>onversion Function: Converts temperature between Celsius, Fahrenheit, and Kelvin.</a:t>
            </a:r>
          </a:p>
          <a:p>
            <a:pPr algn="l" marL="653097" indent="-326548" lvl="1">
              <a:lnSpc>
                <a:spcPts val="4234"/>
              </a:lnSpc>
              <a:spcBef>
                <a:spcPct val="0"/>
              </a:spcBef>
              <a:buFont typeface="Arial"/>
              <a:buChar char="•"/>
            </a:pPr>
            <a:r>
              <a:rPr lang="en-US" sz="3024">
                <a:solidFill>
                  <a:srgbClr val="0B1786"/>
                </a:solidFill>
                <a:latin typeface="DM Sans"/>
              </a:rPr>
              <a:t>Event Listener: Listens for the convert button click and triggers the conversion.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084709"/>
            <a:ext cx="6092973" cy="870580"/>
          </a:xfrm>
          <a:prstGeom prst="rect">
            <a:avLst/>
          </a:prstGeom>
          <a:solidFill>
            <a:srgbClr val="FD1F1F"/>
          </a:solidFill>
        </p:spPr>
      </p:sp>
      <p:sp>
        <p:nvSpPr>
          <p:cNvPr name="Freeform 9" id="9"/>
          <p:cNvSpPr/>
          <p:nvPr/>
        </p:nvSpPr>
        <p:spPr>
          <a:xfrm flipH="false" flipV="false" rot="0">
            <a:off x="2235012" y="4083891"/>
            <a:ext cx="7258627" cy="4062930"/>
          </a:xfrm>
          <a:custGeom>
            <a:avLst/>
            <a:gdLst/>
            <a:ahLst/>
            <a:cxnLst/>
            <a:rect r="r" b="b" t="t" l="l"/>
            <a:pathLst>
              <a:path h="4062930" w="7258627">
                <a:moveTo>
                  <a:pt x="0" y="0"/>
                </a:moveTo>
                <a:lnTo>
                  <a:pt x="7258626" y="0"/>
                </a:lnTo>
                <a:lnTo>
                  <a:pt x="7258626" y="4062930"/>
                </a:lnTo>
                <a:lnTo>
                  <a:pt x="0" y="4062930"/>
                </a:lnTo>
                <a:lnTo>
                  <a:pt x="0" y="0"/>
                </a:lnTo>
                <a:close/>
              </a:path>
            </a:pathLst>
          </a:custGeom>
          <a:blipFill>
            <a:blip r:embed="rId2"/>
            <a:stretch>
              <a:fillRect l="0" t="0" r="0" b="0"/>
            </a:stretch>
          </a:blipFill>
        </p:spPr>
      </p:sp>
      <p:sp>
        <p:nvSpPr>
          <p:cNvPr name="TextBox 10" id="10"/>
          <p:cNvSpPr txBox="true"/>
          <p:nvPr/>
        </p:nvSpPr>
        <p:spPr>
          <a:xfrm rot="0">
            <a:off x="2478131" y="2168268"/>
            <a:ext cx="7776206"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CONVERSION ALGORITHM</a:t>
            </a:r>
          </a:p>
        </p:txBody>
      </p:sp>
      <p:sp>
        <p:nvSpPr>
          <p:cNvPr name="TextBox 11" id="11"/>
          <p:cNvSpPr txBox="true"/>
          <p:nvPr/>
        </p:nvSpPr>
        <p:spPr>
          <a:xfrm rot="0">
            <a:off x="2235012" y="3362820"/>
            <a:ext cx="13951327" cy="5232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The conversion algorithm includes: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084709"/>
            <a:ext cx="5360717" cy="952041"/>
          </a:xfrm>
          <a:prstGeom prst="rect">
            <a:avLst/>
          </a:prstGeom>
          <a:solidFill>
            <a:srgbClr val="FD1F1F"/>
          </a:solidFill>
        </p:spPr>
      </p:sp>
      <p:sp>
        <p:nvSpPr>
          <p:cNvPr name="TextBox 9" id="9"/>
          <p:cNvSpPr txBox="true"/>
          <p:nvPr/>
        </p:nvSpPr>
        <p:spPr>
          <a:xfrm rot="0">
            <a:off x="2478131" y="2168268"/>
            <a:ext cx="7776206"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CHARACTER SECTION</a:t>
            </a:r>
          </a:p>
        </p:txBody>
      </p:sp>
      <p:sp>
        <p:nvSpPr>
          <p:cNvPr name="TextBox 10" id="10"/>
          <p:cNvSpPr txBox="true"/>
          <p:nvPr/>
        </p:nvSpPr>
        <p:spPr>
          <a:xfrm rot="0">
            <a:off x="2235012" y="3857397"/>
            <a:ext cx="13951327" cy="31902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a:t>
            </a:r>
            <a:r>
              <a:rPr lang="en-US" sz="3024">
                <a:solidFill>
                  <a:srgbClr val="0B1786"/>
                </a:solidFill>
                <a:latin typeface="DM Sans"/>
              </a:rPr>
              <a:t>e character section is designed to showcase the main characters:</a:t>
            </a:r>
          </a:p>
          <a:p>
            <a:pPr algn="l" marL="653097" indent="-326548" lvl="1">
              <a:lnSpc>
                <a:spcPts val="4234"/>
              </a:lnSpc>
              <a:spcBef>
                <a:spcPct val="0"/>
              </a:spcBef>
              <a:buFont typeface="Arial"/>
              <a:buChar char="•"/>
            </a:pPr>
            <a:r>
              <a:rPr lang="en-US" sz="3024">
                <a:solidFill>
                  <a:srgbClr val="0B1786"/>
                </a:solidFill>
                <a:latin typeface="DM Sans"/>
              </a:rPr>
              <a:t>Charact</a:t>
            </a:r>
            <a:r>
              <a:rPr lang="en-US" sz="3024">
                <a:solidFill>
                  <a:srgbClr val="0B1786"/>
                </a:solidFill>
                <a:latin typeface="DM Sans"/>
              </a:rPr>
              <a:t>er C</a:t>
            </a:r>
            <a:r>
              <a:rPr lang="en-US" sz="3024">
                <a:solidFill>
                  <a:srgbClr val="0B1786"/>
                </a:solidFill>
                <a:latin typeface="DM Sans"/>
              </a:rPr>
              <a:t>ards: Each character is displayed in a card format with an image, name, and description.</a:t>
            </a:r>
          </a:p>
          <a:p>
            <a:pPr algn="l" marL="653097" indent="-326548" lvl="1">
              <a:lnSpc>
                <a:spcPts val="4234"/>
              </a:lnSpc>
              <a:spcBef>
                <a:spcPct val="0"/>
              </a:spcBef>
              <a:buFont typeface="Arial"/>
              <a:buChar char="•"/>
            </a:pPr>
            <a:r>
              <a:rPr lang="en-US" sz="3024">
                <a:solidFill>
                  <a:srgbClr val="0B1786"/>
                </a:solidFill>
                <a:latin typeface="DM Sans"/>
              </a:rPr>
              <a:t>Flexbox Layout: Ensures characters are well-aligned and spaced evenly.</a:t>
            </a:r>
          </a:p>
          <a:p>
            <a:pPr algn="l" marL="653097" indent="-326548" lvl="1">
              <a:lnSpc>
                <a:spcPts val="4234"/>
              </a:lnSpc>
              <a:spcBef>
                <a:spcPct val="0"/>
              </a:spcBef>
              <a:buFont typeface="Arial"/>
              <a:buChar char="•"/>
            </a:pPr>
            <a:r>
              <a:rPr lang="en-US" sz="3024">
                <a:solidFill>
                  <a:srgbClr val="0B1786"/>
                </a:solidFill>
                <a:latin typeface="DM Sans"/>
              </a:rPr>
              <a:t>Im</a:t>
            </a:r>
            <a:r>
              <a:rPr lang="en-US" sz="3024">
                <a:solidFill>
                  <a:srgbClr val="0B1786"/>
                </a:solidFill>
                <a:latin typeface="DM Sans"/>
              </a:rPr>
              <a:t>age Styling: Rounded corners and shadows add a polished look to character images.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9804"/>
              </a:srgbClr>
            </a:solidFill>
          </p:spPr>
        </p:sp>
      </p:grpSp>
      <p:grpSp>
        <p:nvGrpSpPr>
          <p:cNvPr name="Group 4" id="4"/>
          <p:cNvGrpSpPr/>
          <p:nvPr/>
        </p:nvGrpSpPr>
        <p:grpSpPr>
          <a:xfrm rot="0">
            <a:off x="1028700" y="1850104"/>
            <a:ext cx="16230600" cy="6738101"/>
            <a:chOff x="0" y="0"/>
            <a:chExt cx="67189701" cy="27893669"/>
          </a:xfrm>
        </p:grpSpPr>
        <p:sp>
          <p:nvSpPr>
            <p:cNvPr name="Freeform 5" id="5"/>
            <p:cNvSpPr/>
            <p:nvPr/>
          </p:nvSpPr>
          <p:spPr>
            <a:xfrm flipH="false" flipV="false" rot="0">
              <a:off x="72390" y="72390"/>
              <a:ext cx="67044921" cy="27748889"/>
            </a:xfrm>
            <a:custGeom>
              <a:avLst/>
              <a:gdLst/>
              <a:ahLst/>
              <a:cxnLst/>
              <a:rect r="r" b="b" t="t" l="l"/>
              <a:pathLst>
                <a:path h="27748889" w="67044921">
                  <a:moveTo>
                    <a:pt x="0" y="0"/>
                  </a:moveTo>
                  <a:lnTo>
                    <a:pt x="67044921" y="0"/>
                  </a:lnTo>
                  <a:lnTo>
                    <a:pt x="67044921" y="27748889"/>
                  </a:lnTo>
                  <a:lnTo>
                    <a:pt x="0" y="27748889"/>
                  </a:lnTo>
                  <a:lnTo>
                    <a:pt x="0" y="0"/>
                  </a:lnTo>
                  <a:close/>
                </a:path>
              </a:pathLst>
            </a:custGeom>
            <a:solidFill>
              <a:srgbClr val="0F1C91"/>
            </a:solidFill>
          </p:spPr>
        </p:sp>
        <p:sp>
          <p:nvSpPr>
            <p:cNvPr name="Freeform 6" id="6"/>
            <p:cNvSpPr/>
            <p:nvPr/>
          </p:nvSpPr>
          <p:spPr>
            <a:xfrm flipH="false" flipV="false" rot="0">
              <a:off x="0" y="0"/>
              <a:ext cx="67189703" cy="27893668"/>
            </a:xfrm>
            <a:custGeom>
              <a:avLst/>
              <a:gdLst/>
              <a:ahLst/>
              <a:cxnLst/>
              <a:rect r="r" b="b" t="t" l="l"/>
              <a:pathLst>
                <a:path h="27893668" w="67189703">
                  <a:moveTo>
                    <a:pt x="67044919" y="27748889"/>
                  </a:moveTo>
                  <a:lnTo>
                    <a:pt x="67189703" y="27748889"/>
                  </a:lnTo>
                  <a:lnTo>
                    <a:pt x="67189703" y="27893668"/>
                  </a:lnTo>
                  <a:lnTo>
                    <a:pt x="67044919" y="27893668"/>
                  </a:lnTo>
                  <a:lnTo>
                    <a:pt x="67044919" y="27748889"/>
                  </a:lnTo>
                  <a:close/>
                  <a:moveTo>
                    <a:pt x="0" y="144780"/>
                  </a:moveTo>
                  <a:lnTo>
                    <a:pt x="144780" y="144780"/>
                  </a:lnTo>
                  <a:lnTo>
                    <a:pt x="144780" y="27748889"/>
                  </a:lnTo>
                  <a:lnTo>
                    <a:pt x="0" y="27748889"/>
                  </a:lnTo>
                  <a:lnTo>
                    <a:pt x="0" y="144780"/>
                  </a:lnTo>
                  <a:close/>
                  <a:moveTo>
                    <a:pt x="0" y="27748889"/>
                  </a:moveTo>
                  <a:lnTo>
                    <a:pt x="144780" y="27748889"/>
                  </a:lnTo>
                  <a:lnTo>
                    <a:pt x="144780" y="27893668"/>
                  </a:lnTo>
                  <a:lnTo>
                    <a:pt x="0" y="27893668"/>
                  </a:lnTo>
                  <a:lnTo>
                    <a:pt x="0" y="27748889"/>
                  </a:lnTo>
                  <a:close/>
                  <a:moveTo>
                    <a:pt x="67044919" y="144780"/>
                  </a:moveTo>
                  <a:lnTo>
                    <a:pt x="67189703" y="144780"/>
                  </a:lnTo>
                  <a:lnTo>
                    <a:pt x="67189703" y="27748889"/>
                  </a:lnTo>
                  <a:lnTo>
                    <a:pt x="67044919" y="27748889"/>
                  </a:lnTo>
                  <a:lnTo>
                    <a:pt x="67044919" y="144780"/>
                  </a:lnTo>
                  <a:close/>
                  <a:moveTo>
                    <a:pt x="144780" y="27748889"/>
                  </a:moveTo>
                  <a:lnTo>
                    <a:pt x="67044919" y="27748889"/>
                  </a:lnTo>
                  <a:lnTo>
                    <a:pt x="67044919" y="27893668"/>
                  </a:lnTo>
                  <a:lnTo>
                    <a:pt x="144780" y="27893668"/>
                  </a:lnTo>
                  <a:lnTo>
                    <a:pt x="144780" y="27748889"/>
                  </a:lnTo>
                  <a:close/>
                  <a:moveTo>
                    <a:pt x="67044919" y="0"/>
                  </a:moveTo>
                  <a:lnTo>
                    <a:pt x="67189703" y="0"/>
                  </a:lnTo>
                  <a:lnTo>
                    <a:pt x="67189703" y="144780"/>
                  </a:lnTo>
                  <a:lnTo>
                    <a:pt x="67044919" y="144780"/>
                  </a:lnTo>
                  <a:lnTo>
                    <a:pt x="67044919" y="0"/>
                  </a:lnTo>
                  <a:close/>
                  <a:moveTo>
                    <a:pt x="0" y="0"/>
                  </a:moveTo>
                  <a:lnTo>
                    <a:pt x="144780" y="0"/>
                  </a:lnTo>
                  <a:lnTo>
                    <a:pt x="144780" y="144780"/>
                  </a:lnTo>
                  <a:lnTo>
                    <a:pt x="0" y="144780"/>
                  </a:lnTo>
                  <a:lnTo>
                    <a:pt x="0" y="0"/>
                  </a:lnTo>
                  <a:close/>
                  <a:moveTo>
                    <a:pt x="144780" y="0"/>
                  </a:moveTo>
                  <a:lnTo>
                    <a:pt x="67044919" y="0"/>
                  </a:lnTo>
                  <a:lnTo>
                    <a:pt x="67044919" y="144780"/>
                  </a:lnTo>
                  <a:lnTo>
                    <a:pt x="144780" y="144780"/>
                  </a:lnTo>
                  <a:lnTo>
                    <a:pt x="144780" y="0"/>
                  </a:lnTo>
                  <a:close/>
                </a:path>
              </a:pathLst>
            </a:custGeom>
            <a:solidFill>
              <a:srgbClr val="FFE6FF"/>
            </a:solidFill>
          </p:spPr>
        </p:sp>
      </p:grpSp>
      <p:sp>
        <p:nvSpPr>
          <p:cNvPr name="AutoShape 7" id="7"/>
          <p:cNvSpPr/>
          <p:nvPr/>
        </p:nvSpPr>
        <p:spPr>
          <a:xfrm rot="0">
            <a:off x="1194206" y="1564175"/>
            <a:ext cx="15899587" cy="7024030"/>
          </a:xfrm>
          <a:prstGeom prst="rect">
            <a:avLst/>
          </a:prstGeom>
          <a:solidFill>
            <a:srgbClr val="FFE6FF"/>
          </a:solidFill>
        </p:spPr>
      </p:sp>
      <p:sp>
        <p:nvSpPr>
          <p:cNvPr name="AutoShape 8" id="8"/>
          <p:cNvSpPr/>
          <p:nvPr/>
        </p:nvSpPr>
        <p:spPr>
          <a:xfrm rot="0">
            <a:off x="2235012" y="2084709"/>
            <a:ext cx="4514797" cy="911759"/>
          </a:xfrm>
          <a:prstGeom prst="rect">
            <a:avLst/>
          </a:prstGeom>
          <a:solidFill>
            <a:srgbClr val="FD1F1F"/>
          </a:solidFill>
        </p:spPr>
      </p:sp>
      <p:sp>
        <p:nvSpPr>
          <p:cNvPr name="TextBox 9" id="9"/>
          <p:cNvSpPr txBox="true"/>
          <p:nvPr/>
        </p:nvSpPr>
        <p:spPr>
          <a:xfrm rot="0">
            <a:off x="2478131" y="2168268"/>
            <a:ext cx="4029985" cy="606425"/>
          </a:xfrm>
          <a:prstGeom prst="rect">
            <a:avLst/>
          </a:prstGeom>
        </p:spPr>
        <p:txBody>
          <a:bodyPr anchor="t" rtlCol="false" tIns="0" lIns="0" bIns="0" rIns="0">
            <a:spAutoFit/>
          </a:bodyPr>
          <a:lstStyle/>
          <a:p>
            <a:pPr algn="l">
              <a:lnSpc>
                <a:spcPts val="4900"/>
              </a:lnSpc>
              <a:spcBef>
                <a:spcPct val="0"/>
              </a:spcBef>
            </a:pPr>
            <a:r>
              <a:rPr lang="en-US" sz="3500">
                <a:solidFill>
                  <a:srgbClr val="FFFACD"/>
                </a:solidFill>
                <a:latin typeface="DM Sans Bold"/>
              </a:rPr>
              <a:t>FAN ART GALLERY</a:t>
            </a:r>
          </a:p>
        </p:txBody>
      </p:sp>
      <p:sp>
        <p:nvSpPr>
          <p:cNvPr name="TextBox 10" id="10"/>
          <p:cNvSpPr txBox="true"/>
          <p:nvPr/>
        </p:nvSpPr>
        <p:spPr>
          <a:xfrm rot="0">
            <a:off x="2235012" y="3857397"/>
            <a:ext cx="13951327" cy="2656840"/>
          </a:xfrm>
          <a:prstGeom prst="rect">
            <a:avLst/>
          </a:prstGeom>
        </p:spPr>
        <p:txBody>
          <a:bodyPr anchor="t" rtlCol="false" tIns="0" lIns="0" bIns="0" rIns="0">
            <a:spAutoFit/>
          </a:bodyPr>
          <a:lstStyle/>
          <a:p>
            <a:pPr algn="l">
              <a:lnSpc>
                <a:spcPts val="4234"/>
              </a:lnSpc>
              <a:spcBef>
                <a:spcPct val="0"/>
              </a:spcBef>
            </a:pPr>
            <a:r>
              <a:rPr lang="en-US" sz="3024">
                <a:solidFill>
                  <a:srgbClr val="0B1786"/>
                </a:solidFill>
                <a:latin typeface="DM Sans"/>
              </a:rPr>
              <a:t>Th</a:t>
            </a:r>
            <a:r>
              <a:rPr lang="en-US" sz="3024">
                <a:solidFill>
                  <a:srgbClr val="0B1786"/>
                </a:solidFill>
                <a:latin typeface="DM Sans"/>
              </a:rPr>
              <a:t>e fan art gallery section showcases fan creations:</a:t>
            </a:r>
          </a:p>
          <a:p>
            <a:pPr algn="l" marL="653097" indent="-326548" lvl="1">
              <a:lnSpc>
                <a:spcPts val="4234"/>
              </a:lnSpc>
              <a:spcBef>
                <a:spcPct val="0"/>
              </a:spcBef>
              <a:buFont typeface="Arial"/>
              <a:buChar char="•"/>
            </a:pPr>
            <a:r>
              <a:rPr lang="en-US" sz="3024">
                <a:solidFill>
                  <a:srgbClr val="0B1786"/>
                </a:solidFill>
                <a:latin typeface="DM Sans"/>
              </a:rPr>
              <a:t>Cent</a:t>
            </a:r>
            <a:r>
              <a:rPr lang="en-US" sz="3024">
                <a:solidFill>
                  <a:srgbClr val="0B1786"/>
                </a:solidFill>
                <a:latin typeface="DM Sans"/>
              </a:rPr>
              <a:t>er Alignment</a:t>
            </a:r>
            <a:r>
              <a:rPr lang="en-US" sz="3024">
                <a:solidFill>
                  <a:srgbClr val="0B1786"/>
                </a:solidFill>
                <a:latin typeface="DM Sans"/>
              </a:rPr>
              <a:t>: Images are center-aligned for a balanced layout.</a:t>
            </a:r>
          </a:p>
          <a:p>
            <a:pPr algn="l" marL="653097" indent="-326548" lvl="1">
              <a:lnSpc>
                <a:spcPts val="4234"/>
              </a:lnSpc>
              <a:spcBef>
                <a:spcPct val="0"/>
              </a:spcBef>
              <a:buFont typeface="Arial"/>
              <a:buChar char="•"/>
            </a:pPr>
            <a:r>
              <a:rPr lang="en-US" sz="3024">
                <a:solidFill>
                  <a:srgbClr val="0B1786"/>
                </a:solidFill>
                <a:latin typeface="DM Sans"/>
              </a:rPr>
              <a:t>Flexbox Gallery: Flexbox is used to create a responsive and visually appealing gallery.</a:t>
            </a:r>
          </a:p>
          <a:p>
            <a:pPr algn="l" marL="653097" indent="-326548" lvl="1">
              <a:lnSpc>
                <a:spcPts val="4234"/>
              </a:lnSpc>
              <a:spcBef>
                <a:spcPct val="0"/>
              </a:spcBef>
              <a:buFont typeface="Arial"/>
              <a:buChar char="•"/>
            </a:pPr>
            <a:r>
              <a:rPr lang="en-US" sz="3024">
                <a:solidFill>
                  <a:srgbClr val="0B1786"/>
                </a:solidFill>
                <a:latin typeface="DM Sans"/>
              </a:rPr>
              <a:t>Im</a:t>
            </a:r>
            <a:r>
              <a:rPr lang="en-US" sz="3024">
                <a:solidFill>
                  <a:srgbClr val="0B1786"/>
                </a:solidFill>
                <a:latin typeface="DM Sans"/>
              </a:rPr>
              <a:t>age Spacing: Adequate spacing between images ensures a clean look.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F1C91"/>
        </a:solidFill>
      </p:bgPr>
    </p:bg>
    <p:spTree>
      <p:nvGrpSpPr>
        <p:cNvPr id="1" name=""/>
        <p:cNvGrpSpPr/>
        <p:nvPr/>
      </p:nvGrpSpPr>
      <p:grpSpPr>
        <a:xfrm>
          <a:off x="0" y="0"/>
          <a:ext cx="0" cy="0"/>
          <a:chOff x="0" y="0"/>
          <a:chExt cx="0" cy="0"/>
        </a:xfrm>
      </p:grpSpPr>
      <p:grpSp>
        <p:nvGrpSpPr>
          <p:cNvPr name="Group 2" id="2"/>
          <p:cNvGrpSpPr/>
          <p:nvPr/>
        </p:nvGrpSpPr>
        <p:grpSpPr>
          <a:xfrm rot="0">
            <a:off x="66675" y="80294"/>
            <a:ext cx="18288000" cy="10206706"/>
            <a:chOff x="0" y="0"/>
            <a:chExt cx="2036572" cy="2050923"/>
          </a:xfrm>
        </p:grpSpPr>
        <p:sp>
          <p:nvSpPr>
            <p:cNvPr name="Freeform 3" id="3"/>
            <p:cNvSpPr/>
            <p:nvPr/>
          </p:nvSpPr>
          <p:spPr>
            <a:xfrm flipH="false" flipV="false" rot="0">
              <a:off x="0" y="0"/>
              <a:ext cx="30809226" cy="17189070"/>
            </a:xfrm>
            <a:custGeom>
              <a:avLst/>
              <a:gdLst/>
              <a:ahLst/>
              <a:cxnLst/>
              <a:rect r="r" b="b" t="t" l="l"/>
              <a:pathLst>
                <a:path h="17189070" w="30809226">
                  <a:moveTo>
                    <a:pt x="1584322" y="439019"/>
                  </a:moveTo>
                  <a:cubicBezTo>
                    <a:pt x="1584322" y="681422"/>
                    <a:pt x="1229550" y="878038"/>
                    <a:pt x="792161" y="878038"/>
                  </a:cubicBezTo>
                  <a:cubicBezTo>
                    <a:pt x="354771" y="878038"/>
                    <a:pt x="0" y="681422"/>
                    <a:pt x="0" y="439019"/>
                  </a:cubicBezTo>
                  <a:cubicBezTo>
                    <a:pt x="0" y="196616"/>
                    <a:pt x="354771" y="0"/>
                    <a:pt x="792161" y="0"/>
                  </a:cubicBezTo>
                  <a:cubicBezTo>
                    <a:pt x="1229550" y="0"/>
                    <a:pt x="1584322" y="196616"/>
                    <a:pt x="1584322" y="439019"/>
                  </a:cubicBezTo>
                  <a:close/>
                  <a:moveTo>
                    <a:pt x="10533795" y="0"/>
                  </a:moveTo>
                  <a:cubicBezTo>
                    <a:pt x="10096406" y="0"/>
                    <a:pt x="9741635" y="196616"/>
                    <a:pt x="9741635" y="439019"/>
                  </a:cubicBezTo>
                  <a:cubicBezTo>
                    <a:pt x="9741635" y="681422"/>
                    <a:pt x="10096406" y="878038"/>
                    <a:pt x="10533795" y="878038"/>
                  </a:cubicBezTo>
                  <a:cubicBezTo>
                    <a:pt x="10971185" y="878038"/>
                    <a:pt x="11325956" y="681422"/>
                    <a:pt x="11325956" y="439019"/>
                  </a:cubicBezTo>
                  <a:cubicBezTo>
                    <a:pt x="11325957" y="196616"/>
                    <a:pt x="10971185" y="0"/>
                    <a:pt x="10533795" y="0"/>
                  </a:cubicBezTo>
                  <a:close/>
                  <a:moveTo>
                    <a:pt x="20275431" y="0"/>
                  </a:moveTo>
                  <a:cubicBezTo>
                    <a:pt x="19838040" y="0"/>
                    <a:pt x="19483270" y="196616"/>
                    <a:pt x="19483270" y="439019"/>
                  </a:cubicBezTo>
                  <a:cubicBezTo>
                    <a:pt x="19483270" y="681422"/>
                    <a:pt x="19838040" y="878038"/>
                    <a:pt x="20275431" y="878038"/>
                  </a:cubicBezTo>
                  <a:cubicBezTo>
                    <a:pt x="20712821" y="878038"/>
                    <a:pt x="21067593" y="681422"/>
                    <a:pt x="21067593" y="439019"/>
                  </a:cubicBezTo>
                  <a:cubicBezTo>
                    <a:pt x="21067590" y="196616"/>
                    <a:pt x="20712819" y="0"/>
                    <a:pt x="20275431" y="0"/>
                  </a:cubicBezTo>
                  <a:close/>
                  <a:moveTo>
                    <a:pt x="30017064" y="878038"/>
                  </a:moveTo>
                  <a:cubicBezTo>
                    <a:pt x="30454454" y="878038"/>
                    <a:pt x="30809226" y="681422"/>
                    <a:pt x="30809226" y="439019"/>
                  </a:cubicBezTo>
                  <a:cubicBezTo>
                    <a:pt x="30809226" y="196616"/>
                    <a:pt x="30454454" y="0"/>
                    <a:pt x="30017064" y="0"/>
                  </a:cubicBezTo>
                  <a:cubicBezTo>
                    <a:pt x="29579674" y="0"/>
                    <a:pt x="29224905" y="196616"/>
                    <a:pt x="29224905" y="439019"/>
                  </a:cubicBezTo>
                  <a:cubicBezTo>
                    <a:pt x="29224905" y="681422"/>
                    <a:pt x="29579677" y="878038"/>
                    <a:pt x="30017064" y="878038"/>
                  </a:cubicBezTo>
                  <a:close/>
                  <a:moveTo>
                    <a:pt x="792161" y="5436562"/>
                  </a:moveTo>
                  <a:cubicBezTo>
                    <a:pt x="354771" y="5436562"/>
                    <a:pt x="0" y="5633177"/>
                    <a:pt x="0" y="5875581"/>
                  </a:cubicBezTo>
                  <a:cubicBezTo>
                    <a:pt x="0" y="6117984"/>
                    <a:pt x="354771" y="6314600"/>
                    <a:pt x="792161" y="6314600"/>
                  </a:cubicBezTo>
                  <a:cubicBezTo>
                    <a:pt x="1229550" y="6314600"/>
                    <a:pt x="1584322" y="6117984"/>
                    <a:pt x="1584322" y="5875581"/>
                  </a:cubicBezTo>
                  <a:cubicBezTo>
                    <a:pt x="1584322" y="5633178"/>
                    <a:pt x="1229550" y="5436562"/>
                    <a:pt x="792161" y="5436562"/>
                  </a:cubicBezTo>
                  <a:close/>
                  <a:moveTo>
                    <a:pt x="10533795" y="5436562"/>
                  </a:moveTo>
                  <a:cubicBezTo>
                    <a:pt x="10096406" y="5436562"/>
                    <a:pt x="9741635" y="5633177"/>
                    <a:pt x="9741635" y="5875581"/>
                  </a:cubicBezTo>
                  <a:cubicBezTo>
                    <a:pt x="9741635" y="6117984"/>
                    <a:pt x="10096406" y="6314600"/>
                    <a:pt x="10533795" y="6314600"/>
                  </a:cubicBezTo>
                  <a:cubicBezTo>
                    <a:pt x="10971185" y="6314600"/>
                    <a:pt x="11325956" y="6117984"/>
                    <a:pt x="11325956" y="5875581"/>
                  </a:cubicBezTo>
                  <a:cubicBezTo>
                    <a:pt x="11325957" y="5633178"/>
                    <a:pt x="10971185" y="5436562"/>
                    <a:pt x="10533795" y="5436562"/>
                  </a:cubicBezTo>
                  <a:close/>
                  <a:moveTo>
                    <a:pt x="20275431" y="5436562"/>
                  </a:moveTo>
                  <a:cubicBezTo>
                    <a:pt x="19838040" y="5436562"/>
                    <a:pt x="19483270" y="5633177"/>
                    <a:pt x="19483270" y="5875581"/>
                  </a:cubicBezTo>
                  <a:cubicBezTo>
                    <a:pt x="19483270" y="6117984"/>
                    <a:pt x="19838040" y="6314600"/>
                    <a:pt x="20275431" y="6314600"/>
                  </a:cubicBezTo>
                  <a:cubicBezTo>
                    <a:pt x="20712821" y="6314600"/>
                    <a:pt x="21067593" y="6117984"/>
                    <a:pt x="21067593" y="5875581"/>
                  </a:cubicBezTo>
                  <a:cubicBezTo>
                    <a:pt x="21067590" y="5633178"/>
                    <a:pt x="20712819" y="5436562"/>
                    <a:pt x="20275431" y="5436562"/>
                  </a:cubicBezTo>
                  <a:close/>
                  <a:moveTo>
                    <a:pt x="30017064" y="5436562"/>
                  </a:moveTo>
                  <a:cubicBezTo>
                    <a:pt x="29579674" y="5436562"/>
                    <a:pt x="29224905" y="5633177"/>
                    <a:pt x="29224905" y="5875581"/>
                  </a:cubicBezTo>
                  <a:cubicBezTo>
                    <a:pt x="29224905" y="6117984"/>
                    <a:pt x="29579674" y="6314600"/>
                    <a:pt x="30017064" y="6314600"/>
                  </a:cubicBezTo>
                  <a:cubicBezTo>
                    <a:pt x="30454454" y="6314600"/>
                    <a:pt x="30809226" y="6117984"/>
                    <a:pt x="30809226" y="5875581"/>
                  </a:cubicBezTo>
                  <a:cubicBezTo>
                    <a:pt x="30809226" y="5633178"/>
                    <a:pt x="30454454" y="5436562"/>
                    <a:pt x="30017064" y="5436562"/>
                  </a:cubicBezTo>
                  <a:close/>
                  <a:moveTo>
                    <a:pt x="792161" y="10874471"/>
                  </a:moveTo>
                  <a:cubicBezTo>
                    <a:pt x="354771" y="10874471"/>
                    <a:pt x="0" y="11071086"/>
                    <a:pt x="0" y="11313490"/>
                  </a:cubicBezTo>
                  <a:cubicBezTo>
                    <a:pt x="0" y="11555892"/>
                    <a:pt x="354771" y="11752508"/>
                    <a:pt x="792161" y="11752508"/>
                  </a:cubicBezTo>
                  <a:cubicBezTo>
                    <a:pt x="1229550" y="11752508"/>
                    <a:pt x="1584322" y="11555892"/>
                    <a:pt x="1584322" y="11313490"/>
                  </a:cubicBezTo>
                  <a:cubicBezTo>
                    <a:pt x="1584322" y="11071086"/>
                    <a:pt x="1229550" y="10874471"/>
                    <a:pt x="792161" y="10874471"/>
                  </a:cubicBezTo>
                  <a:close/>
                  <a:moveTo>
                    <a:pt x="10533795" y="10874471"/>
                  </a:moveTo>
                  <a:cubicBezTo>
                    <a:pt x="10096406" y="10874471"/>
                    <a:pt x="9741635" y="11071086"/>
                    <a:pt x="9741635" y="11313490"/>
                  </a:cubicBezTo>
                  <a:cubicBezTo>
                    <a:pt x="9741635" y="11555892"/>
                    <a:pt x="10096406" y="11752508"/>
                    <a:pt x="10533795" y="11752508"/>
                  </a:cubicBezTo>
                  <a:cubicBezTo>
                    <a:pt x="10971185" y="11752508"/>
                    <a:pt x="11325956" y="11555892"/>
                    <a:pt x="11325956" y="11313490"/>
                  </a:cubicBezTo>
                  <a:cubicBezTo>
                    <a:pt x="11325957" y="11071086"/>
                    <a:pt x="10971185" y="10874471"/>
                    <a:pt x="10533795" y="10874471"/>
                  </a:cubicBezTo>
                  <a:close/>
                  <a:moveTo>
                    <a:pt x="20275431" y="10874471"/>
                  </a:moveTo>
                  <a:cubicBezTo>
                    <a:pt x="19838040" y="10874471"/>
                    <a:pt x="19483270" y="11071086"/>
                    <a:pt x="19483270" y="11313490"/>
                  </a:cubicBezTo>
                  <a:cubicBezTo>
                    <a:pt x="19483270" y="11555892"/>
                    <a:pt x="19838040" y="11752508"/>
                    <a:pt x="20275431" y="11752508"/>
                  </a:cubicBezTo>
                  <a:cubicBezTo>
                    <a:pt x="20712821" y="11752508"/>
                    <a:pt x="21067593" y="11555892"/>
                    <a:pt x="21067593" y="11313490"/>
                  </a:cubicBezTo>
                  <a:cubicBezTo>
                    <a:pt x="21067590" y="11071086"/>
                    <a:pt x="20712819" y="10874471"/>
                    <a:pt x="20275431" y="10874471"/>
                  </a:cubicBezTo>
                  <a:close/>
                  <a:moveTo>
                    <a:pt x="30017064" y="10874471"/>
                  </a:moveTo>
                  <a:cubicBezTo>
                    <a:pt x="29579674" y="10874471"/>
                    <a:pt x="29224905" y="11071086"/>
                    <a:pt x="29224905" y="11313490"/>
                  </a:cubicBezTo>
                  <a:cubicBezTo>
                    <a:pt x="29224905" y="11555892"/>
                    <a:pt x="29579674" y="11752508"/>
                    <a:pt x="30017064" y="11752508"/>
                  </a:cubicBezTo>
                  <a:cubicBezTo>
                    <a:pt x="30454454" y="11752508"/>
                    <a:pt x="30809226" y="11555892"/>
                    <a:pt x="30809226" y="11313490"/>
                  </a:cubicBezTo>
                  <a:cubicBezTo>
                    <a:pt x="30809226" y="11071086"/>
                    <a:pt x="30454454" y="10874471"/>
                    <a:pt x="30017064" y="10874471"/>
                  </a:cubicBezTo>
                  <a:close/>
                  <a:moveTo>
                    <a:pt x="792161" y="16311034"/>
                  </a:moveTo>
                  <a:cubicBezTo>
                    <a:pt x="354771" y="16311034"/>
                    <a:pt x="0" y="16507650"/>
                    <a:pt x="0" y="16750052"/>
                  </a:cubicBezTo>
                  <a:cubicBezTo>
                    <a:pt x="0" y="16992454"/>
                    <a:pt x="354771" y="17189070"/>
                    <a:pt x="792161" y="17189070"/>
                  </a:cubicBezTo>
                  <a:cubicBezTo>
                    <a:pt x="1229550" y="17189070"/>
                    <a:pt x="1584322" y="16992454"/>
                    <a:pt x="1584322" y="16750052"/>
                  </a:cubicBezTo>
                  <a:cubicBezTo>
                    <a:pt x="1584322" y="16507650"/>
                    <a:pt x="1229550" y="16311034"/>
                    <a:pt x="792161" y="16311034"/>
                  </a:cubicBezTo>
                  <a:close/>
                  <a:moveTo>
                    <a:pt x="10533795" y="16311034"/>
                  </a:moveTo>
                  <a:cubicBezTo>
                    <a:pt x="10096406" y="16311034"/>
                    <a:pt x="9741635" y="16507650"/>
                    <a:pt x="9741635" y="16750052"/>
                  </a:cubicBezTo>
                  <a:cubicBezTo>
                    <a:pt x="9741635" y="16992454"/>
                    <a:pt x="10096406" y="17189070"/>
                    <a:pt x="10533795" y="17189070"/>
                  </a:cubicBezTo>
                  <a:cubicBezTo>
                    <a:pt x="10971185" y="17189070"/>
                    <a:pt x="11325956" y="16992454"/>
                    <a:pt x="11325956" y="16750052"/>
                  </a:cubicBezTo>
                  <a:cubicBezTo>
                    <a:pt x="11325957" y="16507650"/>
                    <a:pt x="10971185" y="16311034"/>
                    <a:pt x="10533795" y="16311034"/>
                  </a:cubicBezTo>
                  <a:close/>
                  <a:moveTo>
                    <a:pt x="20275431" y="16311034"/>
                  </a:moveTo>
                  <a:cubicBezTo>
                    <a:pt x="19838040" y="16311034"/>
                    <a:pt x="19483270" y="16507650"/>
                    <a:pt x="19483270" y="16750052"/>
                  </a:cubicBezTo>
                  <a:cubicBezTo>
                    <a:pt x="19483270" y="16992454"/>
                    <a:pt x="19838040" y="17189070"/>
                    <a:pt x="20275431" y="17189070"/>
                  </a:cubicBezTo>
                  <a:cubicBezTo>
                    <a:pt x="20712821" y="17189070"/>
                    <a:pt x="21067593" y="16992454"/>
                    <a:pt x="21067593" y="16750052"/>
                  </a:cubicBezTo>
                  <a:cubicBezTo>
                    <a:pt x="21067590" y="16507650"/>
                    <a:pt x="20712819" y="16311034"/>
                    <a:pt x="20275431" y="16311034"/>
                  </a:cubicBezTo>
                  <a:close/>
                  <a:moveTo>
                    <a:pt x="30017064" y="16311034"/>
                  </a:moveTo>
                  <a:cubicBezTo>
                    <a:pt x="29579674" y="16311034"/>
                    <a:pt x="29224905" y="16507650"/>
                    <a:pt x="29224905" y="16750052"/>
                  </a:cubicBezTo>
                  <a:cubicBezTo>
                    <a:pt x="29224905" y="16992454"/>
                    <a:pt x="29579674" y="17189070"/>
                    <a:pt x="30017064" y="17189070"/>
                  </a:cubicBezTo>
                  <a:cubicBezTo>
                    <a:pt x="30454454" y="17189070"/>
                    <a:pt x="30809226" y="16992454"/>
                    <a:pt x="30809226" y="16750052"/>
                  </a:cubicBezTo>
                  <a:cubicBezTo>
                    <a:pt x="30809226" y="16507650"/>
                    <a:pt x="30454454" y="16311034"/>
                    <a:pt x="30017064" y="16311034"/>
                  </a:cubicBezTo>
                  <a:close/>
                </a:path>
              </a:pathLst>
            </a:custGeom>
            <a:solidFill>
              <a:srgbClr val="FFE6FF">
                <a:alpha val="40000"/>
              </a:srgbClr>
            </a:solidFill>
          </p:spPr>
        </p:sp>
      </p:grpSp>
      <p:grpSp>
        <p:nvGrpSpPr>
          <p:cNvPr name="Group 4" id="4"/>
          <p:cNvGrpSpPr/>
          <p:nvPr/>
        </p:nvGrpSpPr>
        <p:grpSpPr>
          <a:xfrm rot="0">
            <a:off x="2435311" y="4143085"/>
            <a:ext cx="13417378" cy="4279487"/>
            <a:chOff x="0" y="0"/>
            <a:chExt cx="17889837" cy="5705983"/>
          </a:xfrm>
        </p:grpSpPr>
        <p:sp>
          <p:nvSpPr>
            <p:cNvPr name="AutoShape 5" id="5"/>
            <p:cNvSpPr/>
            <p:nvPr/>
          </p:nvSpPr>
          <p:spPr>
            <a:xfrm rot="0">
              <a:off x="0" y="0"/>
              <a:ext cx="17889837" cy="5705983"/>
            </a:xfrm>
            <a:prstGeom prst="rect">
              <a:avLst/>
            </a:prstGeom>
            <a:solidFill>
              <a:srgbClr val="FFE6FF"/>
            </a:solidFill>
          </p:spPr>
        </p:sp>
        <p:sp>
          <p:nvSpPr>
            <p:cNvPr name="TextBox 6" id="6"/>
            <p:cNvSpPr txBox="true"/>
            <p:nvPr/>
          </p:nvSpPr>
          <p:spPr>
            <a:xfrm rot="0">
              <a:off x="355600" y="370565"/>
              <a:ext cx="17178637" cy="4926753"/>
            </a:xfrm>
            <a:prstGeom prst="rect">
              <a:avLst/>
            </a:prstGeom>
          </p:spPr>
          <p:txBody>
            <a:bodyPr anchor="t" rtlCol="false" tIns="0" lIns="0" bIns="0" rIns="0">
              <a:spAutoFit/>
            </a:bodyPr>
            <a:lstStyle/>
            <a:p>
              <a:pPr algn="ctr">
                <a:lnSpc>
                  <a:spcPts val="4940"/>
                </a:lnSpc>
              </a:pPr>
              <a:r>
                <a:rPr lang="en-US" sz="3800">
                  <a:solidFill>
                    <a:srgbClr val="0B1786"/>
                  </a:solidFill>
                  <a:latin typeface="DM Sans"/>
                </a:rPr>
                <a:t>In conclusion, the TBATE landing page effectively showcases the story and its characters while providing interactive elements and aesthetic enhancements to engage users. The use of HTML, CSS, and responsive design principles ensures a smooth user experience across devices.</a:t>
              </a:r>
            </a:p>
          </p:txBody>
        </p:sp>
      </p:grpSp>
      <p:grpSp>
        <p:nvGrpSpPr>
          <p:cNvPr name="Group 7" id="7"/>
          <p:cNvGrpSpPr/>
          <p:nvPr/>
        </p:nvGrpSpPr>
        <p:grpSpPr>
          <a:xfrm rot="0">
            <a:off x="5502514" y="2133509"/>
            <a:ext cx="7282971" cy="1720405"/>
            <a:chOff x="0" y="0"/>
            <a:chExt cx="9710628" cy="2293873"/>
          </a:xfrm>
        </p:grpSpPr>
        <p:grpSp>
          <p:nvGrpSpPr>
            <p:cNvPr name="Group 8" id="8"/>
            <p:cNvGrpSpPr/>
            <p:nvPr/>
          </p:nvGrpSpPr>
          <p:grpSpPr>
            <a:xfrm rot="0">
              <a:off x="0" y="404333"/>
              <a:ext cx="9710628" cy="1889540"/>
              <a:chOff x="0" y="0"/>
              <a:chExt cx="30149265" cy="5866588"/>
            </a:xfrm>
          </p:grpSpPr>
          <p:sp>
            <p:nvSpPr>
              <p:cNvPr name="Freeform 9" id="9"/>
              <p:cNvSpPr/>
              <p:nvPr/>
            </p:nvSpPr>
            <p:spPr>
              <a:xfrm flipH="false" flipV="false" rot="0">
                <a:off x="72390" y="72390"/>
                <a:ext cx="30004484" cy="5721808"/>
              </a:xfrm>
              <a:custGeom>
                <a:avLst/>
                <a:gdLst/>
                <a:ahLst/>
                <a:cxnLst/>
                <a:rect r="r" b="b" t="t" l="l"/>
                <a:pathLst>
                  <a:path h="5721808" w="30004484">
                    <a:moveTo>
                      <a:pt x="0" y="0"/>
                    </a:moveTo>
                    <a:lnTo>
                      <a:pt x="30004484" y="0"/>
                    </a:lnTo>
                    <a:lnTo>
                      <a:pt x="30004484" y="5721808"/>
                    </a:lnTo>
                    <a:lnTo>
                      <a:pt x="0" y="5721808"/>
                    </a:lnTo>
                    <a:lnTo>
                      <a:pt x="0" y="0"/>
                    </a:lnTo>
                    <a:close/>
                  </a:path>
                </a:pathLst>
              </a:custGeom>
              <a:solidFill>
                <a:srgbClr val="0F1C91"/>
              </a:solidFill>
            </p:spPr>
          </p:sp>
          <p:sp>
            <p:nvSpPr>
              <p:cNvPr name="Freeform 10" id="10"/>
              <p:cNvSpPr/>
              <p:nvPr/>
            </p:nvSpPr>
            <p:spPr>
              <a:xfrm flipH="false" flipV="false" rot="0">
                <a:off x="0" y="0"/>
                <a:ext cx="30149264" cy="5866588"/>
              </a:xfrm>
              <a:custGeom>
                <a:avLst/>
                <a:gdLst/>
                <a:ahLst/>
                <a:cxnLst/>
                <a:rect r="r" b="b" t="t" l="l"/>
                <a:pathLst>
                  <a:path h="5866588" w="30149264">
                    <a:moveTo>
                      <a:pt x="30004485" y="5721808"/>
                    </a:moveTo>
                    <a:lnTo>
                      <a:pt x="30149264" y="5721808"/>
                    </a:lnTo>
                    <a:lnTo>
                      <a:pt x="30149264" y="5866588"/>
                    </a:lnTo>
                    <a:lnTo>
                      <a:pt x="30004485" y="5866588"/>
                    </a:lnTo>
                    <a:lnTo>
                      <a:pt x="30004485" y="5721808"/>
                    </a:lnTo>
                    <a:close/>
                    <a:moveTo>
                      <a:pt x="0" y="144780"/>
                    </a:moveTo>
                    <a:lnTo>
                      <a:pt x="144780" y="144780"/>
                    </a:lnTo>
                    <a:lnTo>
                      <a:pt x="144780" y="5721808"/>
                    </a:lnTo>
                    <a:lnTo>
                      <a:pt x="0" y="5721808"/>
                    </a:lnTo>
                    <a:lnTo>
                      <a:pt x="0" y="144780"/>
                    </a:lnTo>
                    <a:close/>
                    <a:moveTo>
                      <a:pt x="0" y="5721808"/>
                    </a:moveTo>
                    <a:lnTo>
                      <a:pt x="144780" y="5721808"/>
                    </a:lnTo>
                    <a:lnTo>
                      <a:pt x="144780" y="5866588"/>
                    </a:lnTo>
                    <a:lnTo>
                      <a:pt x="0" y="5866588"/>
                    </a:lnTo>
                    <a:lnTo>
                      <a:pt x="0" y="5721808"/>
                    </a:lnTo>
                    <a:close/>
                    <a:moveTo>
                      <a:pt x="30004485" y="144780"/>
                    </a:moveTo>
                    <a:lnTo>
                      <a:pt x="30149264" y="144780"/>
                    </a:lnTo>
                    <a:lnTo>
                      <a:pt x="30149264" y="5721808"/>
                    </a:lnTo>
                    <a:lnTo>
                      <a:pt x="30004485" y="5721808"/>
                    </a:lnTo>
                    <a:lnTo>
                      <a:pt x="30004485" y="144780"/>
                    </a:lnTo>
                    <a:close/>
                    <a:moveTo>
                      <a:pt x="144780" y="5721808"/>
                    </a:moveTo>
                    <a:lnTo>
                      <a:pt x="30004485" y="5721808"/>
                    </a:lnTo>
                    <a:lnTo>
                      <a:pt x="30004485" y="5866588"/>
                    </a:lnTo>
                    <a:lnTo>
                      <a:pt x="144780" y="5866588"/>
                    </a:lnTo>
                    <a:lnTo>
                      <a:pt x="144780" y="5721808"/>
                    </a:lnTo>
                    <a:close/>
                    <a:moveTo>
                      <a:pt x="30004485" y="0"/>
                    </a:moveTo>
                    <a:lnTo>
                      <a:pt x="30149264" y="0"/>
                    </a:lnTo>
                    <a:lnTo>
                      <a:pt x="30149264" y="144780"/>
                    </a:lnTo>
                    <a:lnTo>
                      <a:pt x="30004485" y="144780"/>
                    </a:lnTo>
                    <a:lnTo>
                      <a:pt x="30004485" y="0"/>
                    </a:lnTo>
                    <a:close/>
                    <a:moveTo>
                      <a:pt x="0" y="0"/>
                    </a:moveTo>
                    <a:lnTo>
                      <a:pt x="144780" y="0"/>
                    </a:lnTo>
                    <a:lnTo>
                      <a:pt x="144780" y="144780"/>
                    </a:lnTo>
                    <a:lnTo>
                      <a:pt x="0" y="144780"/>
                    </a:lnTo>
                    <a:lnTo>
                      <a:pt x="0" y="0"/>
                    </a:lnTo>
                    <a:close/>
                    <a:moveTo>
                      <a:pt x="144780" y="0"/>
                    </a:moveTo>
                    <a:lnTo>
                      <a:pt x="30004485" y="0"/>
                    </a:lnTo>
                    <a:lnTo>
                      <a:pt x="30004485" y="144780"/>
                    </a:lnTo>
                    <a:lnTo>
                      <a:pt x="144780" y="144780"/>
                    </a:lnTo>
                    <a:lnTo>
                      <a:pt x="144780" y="0"/>
                    </a:lnTo>
                    <a:close/>
                  </a:path>
                </a:pathLst>
              </a:custGeom>
              <a:solidFill>
                <a:srgbClr val="FFE6FF"/>
              </a:solidFill>
            </p:spPr>
          </p:sp>
        </p:grpSp>
        <p:sp>
          <p:nvSpPr>
            <p:cNvPr name="AutoShape 11" id="11"/>
            <p:cNvSpPr/>
            <p:nvPr/>
          </p:nvSpPr>
          <p:spPr>
            <a:xfrm rot="0">
              <a:off x="174268" y="0"/>
              <a:ext cx="9362092" cy="2107698"/>
            </a:xfrm>
            <a:prstGeom prst="rect">
              <a:avLst/>
            </a:prstGeom>
            <a:solidFill>
              <a:srgbClr val="FD1F1F"/>
            </a:solidFill>
          </p:spPr>
        </p:sp>
        <p:sp>
          <p:nvSpPr>
            <p:cNvPr name="TextBox 12" id="12"/>
            <p:cNvSpPr txBox="true"/>
            <p:nvPr/>
          </p:nvSpPr>
          <p:spPr>
            <a:xfrm rot="0">
              <a:off x="749570" y="478116"/>
              <a:ext cx="8211488" cy="1284817"/>
            </a:xfrm>
            <a:prstGeom prst="rect">
              <a:avLst/>
            </a:prstGeom>
          </p:spPr>
          <p:txBody>
            <a:bodyPr anchor="t" rtlCol="false" tIns="0" lIns="0" bIns="0" rIns="0">
              <a:spAutoFit/>
            </a:bodyPr>
            <a:lstStyle/>
            <a:p>
              <a:pPr algn="ctr">
                <a:lnSpc>
                  <a:spcPts val="6999"/>
                </a:lnSpc>
              </a:pPr>
              <a:r>
                <a:rPr lang="en-US" sz="6999">
                  <a:solidFill>
                    <a:srgbClr val="FFFACD"/>
                  </a:solidFill>
                  <a:latin typeface="DM Sans Bold"/>
                </a:rPr>
                <a:t>Conclusioin</a:t>
              </a:r>
            </a:p>
          </p:txBody>
        </p:sp>
      </p:grpSp>
      <p:sp>
        <p:nvSpPr>
          <p:cNvPr name="Freeform 13" id="13"/>
          <p:cNvSpPr/>
          <p:nvPr/>
        </p:nvSpPr>
        <p:spPr>
          <a:xfrm flipH="false" flipV="false" rot="0">
            <a:off x="14578003" y="-260887"/>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10800000">
            <a:off x="-475808" y="6884488"/>
            <a:ext cx="4246041" cy="4114800"/>
          </a:xfrm>
          <a:custGeom>
            <a:avLst/>
            <a:gdLst/>
            <a:ahLst/>
            <a:cxnLst/>
            <a:rect r="r" b="b" t="t" l="l"/>
            <a:pathLst>
              <a:path h="4114800" w="4246041">
                <a:moveTo>
                  <a:pt x="0" y="0"/>
                </a:moveTo>
                <a:lnTo>
                  <a:pt x="4246041" y="0"/>
                </a:lnTo>
                <a:lnTo>
                  <a:pt x="42460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DAGG-U5XCVQ</dc:identifier>
  <dcterms:modified xsi:type="dcterms:W3CDTF">2011-08-01T06:04:30Z</dcterms:modified>
  <cp:revision>1</cp:revision>
  <dc:title>temp - oibsip</dc:title>
</cp:coreProperties>
</file>