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55" r:id="rId5"/>
    <p:sldMasterId id="2147483769" r:id="rId6"/>
    <p:sldMasterId id="2147483803" r:id="rId7"/>
    <p:sldMasterId id="2147483810" r:id="rId8"/>
    <p:sldMasterId id="2147483818" r:id="rId9"/>
    <p:sldMasterId id="2147483844" r:id="rId10"/>
  </p:sldMasterIdLst>
  <p:notesMasterIdLst>
    <p:notesMasterId r:id="rId19"/>
  </p:notesMasterIdLst>
  <p:sldIdLst>
    <p:sldId id="2147376313" r:id="rId11"/>
    <p:sldId id="1906872578" r:id="rId12"/>
    <p:sldId id="1906872580" r:id="rId13"/>
    <p:sldId id="1906872581" r:id="rId14"/>
    <p:sldId id="1906872582" r:id="rId15"/>
    <p:sldId id="1906872571" r:id="rId16"/>
    <p:sldId id="1906872586" r:id="rId17"/>
    <p:sldId id="19068725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E0497B-7F73-5742-B63A-11F3A793295A}">
          <p14:sldIdLst>
            <p14:sldId id="2147376313"/>
            <p14:sldId id="1906872578"/>
            <p14:sldId id="1906872580"/>
            <p14:sldId id="1906872581"/>
            <p14:sldId id="1906872582"/>
            <p14:sldId id="1906872571"/>
            <p14:sldId id="1906872586"/>
            <p14:sldId id="1906872575"/>
          </p14:sldIdLst>
        </p14:section>
      </p14:sectionLst>
    </p:ext>
    <p:ext uri="{EFAFB233-063F-42B5-8137-9DF3F51BA10A}">
      <p15:sldGuideLst xmlns:p15="http://schemas.microsoft.com/office/powerpoint/2012/main">
        <p15:guide id="1" orient="horz" pos="3521" userDrawn="1">
          <p15:clr>
            <a:srgbClr val="A4A3A4"/>
          </p15:clr>
        </p15:guide>
        <p15:guide id="2" pos="4158" userDrawn="1">
          <p15:clr>
            <a:srgbClr val="A4A3A4"/>
          </p15:clr>
        </p15:guide>
        <p15:guide id="3" orient="horz" pos="3226" userDrawn="1">
          <p15:clr>
            <a:srgbClr val="A4A3A4"/>
          </p15:clr>
        </p15:guide>
        <p15:guide id="4" orient="horz" pos="3339" userDrawn="1">
          <p15:clr>
            <a:srgbClr val="A4A3A4"/>
          </p15:clr>
        </p15:guide>
        <p15:guide id="5" pos="302" userDrawn="1">
          <p15:clr>
            <a:srgbClr val="A4A3A4"/>
          </p15:clr>
        </p15:guide>
        <p15:guide id="6" orient="horz" pos="10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00FFFF"/>
    <a:srgbClr val="7500C0"/>
    <a:srgbClr val="E6DCFF"/>
    <a:srgbClr val="0041F0"/>
    <a:srgbClr val="DCAFFF"/>
    <a:srgbClr val="FF50A0"/>
    <a:srgbClr val="FF3246"/>
    <a:srgbClr val="D4D4D4"/>
    <a:srgbClr val="BE8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8B2AF8-1574-4FE7-8362-9D50C243DB39}" v="1" dt="2024-08-08T07:15:03.964"/>
  </p1510:revLst>
</p1510:revInfo>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913" autoAdjust="0"/>
  </p:normalViewPr>
  <p:slideViewPr>
    <p:cSldViewPr snapToGrid="0">
      <p:cViewPr varScale="1">
        <p:scale>
          <a:sx n="59" d="100"/>
          <a:sy n="59" d="100"/>
        </p:scale>
        <p:origin x="944" y="52"/>
      </p:cViewPr>
      <p:guideLst>
        <p:guide orient="horz" pos="3521"/>
        <p:guide pos="4158"/>
        <p:guide orient="horz" pos="3226"/>
        <p:guide orient="horz" pos="3339"/>
        <p:guide pos="302"/>
        <p:guide orient="horz" pos="109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bal-Valdez, Jessica Anne" userId="94b097dd-be1a-4964-a6cb-fa7089dac6bb" providerId="ADAL" clId="{878B2AF8-1574-4FE7-8362-9D50C243DB39}"/>
    <pc:docChg chg="undo">
      <pc:chgData name="Sibal-Valdez, Jessica Anne" userId="94b097dd-be1a-4964-a6cb-fa7089dac6bb" providerId="ADAL" clId="{878B2AF8-1574-4FE7-8362-9D50C243DB39}" dt="2024-08-08T07:14:22.582" v="62" actId="2696"/>
      <pc:docMkLst>
        <pc:docMk/>
      </pc:docMkLst>
      <pc:sldMasterChg chg="delSldLayout">
        <pc:chgData name="Sibal-Valdez, Jessica Anne" userId="94b097dd-be1a-4964-a6cb-fa7089dac6bb" providerId="ADAL" clId="{878B2AF8-1574-4FE7-8362-9D50C243DB39}" dt="2024-08-08T07:13:46.204" v="23" actId="2696"/>
        <pc:sldMasterMkLst>
          <pc:docMk/>
          <pc:sldMasterMk cId="1195103446" sldId="2147483648"/>
        </pc:sldMasterMkLst>
        <pc:sldLayoutChg chg="del">
          <pc:chgData name="Sibal-Valdez, Jessica Anne" userId="94b097dd-be1a-4964-a6cb-fa7089dac6bb" providerId="ADAL" clId="{878B2AF8-1574-4FE7-8362-9D50C243DB39}" dt="2024-08-08T07:13:39.634" v="13" actId="2696"/>
          <pc:sldLayoutMkLst>
            <pc:docMk/>
            <pc:sldMasterMk cId="1195103446" sldId="2147483648"/>
            <pc:sldLayoutMk cId="2482152133" sldId="2147483651"/>
          </pc:sldLayoutMkLst>
        </pc:sldLayoutChg>
        <pc:sldLayoutChg chg="del">
          <pc:chgData name="Sibal-Valdez, Jessica Anne" userId="94b097dd-be1a-4964-a6cb-fa7089dac6bb" providerId="ADAL" clId="{878B2AF8-1574-4FE7-8362-9D50C243DB39}" dt="2024-08-08T07:13:45.484" v="19" actId="2696"/>
          <pc:sldLayoutMkLst>
            <pc:docMk/>
            <pc:sldMasterMk cId="1195103446" sldId="2147483648"/>
            <pc:sldLayoutMk cId="4223365089" sldId="2147483667"/>
          </pc:sldLayoutMkLst>
        </pc:sldLayoutChg>
        <pc:sldLayoutChg chg="del">
          <pc:chgData name="Sibal-Valdez, Jessica Anne" userId="94b097dd-be1a-4964-a6cb-fa7089dac6bb" providerId="ADAL" clId="{878B2AF8-1574-4FE7-8362-9D50C243DB39}" dt="2024-08-08T07:13:36.034" v="9" actId="2696"/>
          <pc:sldLayoutMkLst>
            <pc:docMk/>
            <pc:sldMasterMk cId="1195103446" sldId="2147483648"/>
            <pc:sldLayoutMk cId="1078562955" sldId="2147483681"/>
          </pc:sldLayoutMkLst>
        </pc:sldLayoutChg>
        <pc:sldLayoutChg chg="del">
          <pc:chgData name="Sibal-Valdez, Jessica Anne" userId="94b097dd-be1a-4964-a6cb-fa7089dac6bb" providerId="ADAL" clId="{878B2AF8-1574-4FE7-8362-9D50C243DB39}" dt="2024-08-08T07:13:46.038" v="22" actId="2696"/>
          <pc:sldLayoutMkLst>
            <pc:docMk/>
            <pc:sldMasterMk cId="1195103446" sldId="2147483648"/>
            <pc:sldLayoutMk cId="1017234866" sldId="2147483688"/>
          </pc:sldLayoutMkLst>
        </pc:sldLayoutChg>
        <pc:sldLayoutChg chg="del">
          <pc:chgData name="Sibal-Valdez, Jessica Anne" userId="94b097dd-be1a-4964-a6cb-fa7089dac6bb" providerId="ADAL" clId="{878B2AF8-1574-4FE7-8362-9D50C243DB39}" dt="2024-08-08T07:13:38.394" v="10" actId="2696"/>
          <pc:sldLayoutMkLst>
            <pc:docMk/>
            <pc:sldMasterMk cId="1195103446" sldId="2147483648"/>
            <pc:sldLayoutMk cId="3086000862" sldId="2147483721"/>
          </pc:sldLayoutMkLst>
        </pc:sldLayoutChg>
        <pc:sldLayoutChg chg="del">
          <pc:chgData name="Sibal-Valdez, Jessica Anne" userId="94b097dd-be1a-4964-a6cb-fa7089dac6bb" providerId="ADAL" clId="{878B2AF8-1574-4FE7-8362-9D50C243DB39}" dt="2024-08-08T07:13:41.279" v="18" actId="2696"/>
          <pc:sldLayoutMkLst>
            <pc:docMk/>
            <pc:sldMasterMk cId="1195103446" sldId="2147483648"/>
            <pc:sldLayoutMk cId="2490092443" sldId="2147483724"/>
          </pc:sldLayoutMkLst>
        </pc:sldLayoutChg>
        <pc:sldLayoutChg chg="del">
          <pc:chgData name="Sibal-Valdez, Jessica Anne" userId="94b097dd-be1a-4964-a6cb-fa7089dac6bb" providerId="ADAL" clId="{878B2AF8-1574-4FE7-8362-9D50C243DB39}" dt="2024-08-08T07:13:45.854" v="21" actId="2696"/>
          <pc:sldLayoutMkLst>
            <pc:docMk/>
            <pc:sldMasterMk cId="1195103446" sldId="2147483648"/>
            <pc:sldLayoutMk cId="3536137899" sldId="2147483726"/>
          </pc:sldLayoutMkLst>
        </pc:sldLayoutChg>
        <pc:sldLayoutChg chg="del">
          <pc:chgData name="Sibal-Valdez, Jessica Anne" userId="94b097dd-be1a-4964-a6cb-fa7089dac6bb" providerId="ADAL" clId="{878B2AF8-1574-4FE7-8362-9D50C243DB39}" dt="2024-08-08T07:13:33.954" v="4" actId="2696"/>
          <pc:sldLayoutMkLst>
            <pc:docMk/>
            <pc:sldMasterMk cId="1195103446" sldId="2147483648"/>
            <pc:sldLayoutMk cId="2606091515" sldId="2147483728"/>
          </pc:sldLayoutMkLst>
        </pc:sldLayoutChg>
        <pc:sldLayoutChg chg="del">
          <pc:chgData name="Sibal-Valdez, Jessica Anne" userId="94b097dd-be1a-4964-a6cb-fa7089dac6bb" providerId="ADAL" clId="{878B2AF8-1574-4FE7-8362-9D50C243DB39}" dt="2024-08-08T07:13:33.574" v="3" actId="2696"/>
          <pc:sldLayoutMkLst>
            <pc:docMk/>
            <pc:sldMasterMk cId="1195103446" sldId="2147483648"/>
            <pc:sldLayoutMk cId="4143053903" sldId="2147483730"/>
          </pc:sldLayoutMkLst>
        </pc:sldLayoutChg>
        <pc:sldLayoutChg chg="del">
          <pc:chgData name="Sibal-Valdez, Jessica Anne" userId="94b097dd-be1a-4964-a6cb-fa7089dac6bb" providerId="ADAL" clId="{878B2AF8-1574-4FE7-8362-9D50C243DB39}" dt="2024-08-08T07:13:35.494" v="8" actId="2696"/>
          <pc:sldLayoutMkLst>
            <pc:docMk/>
            <pc:sldMasterMk cId="1195103446" sldId="2147483648"/>
            <pc:sldLayoutMk cId="4160501041" sldId="2147483731"/>
          </pc:sldLayoutMkLst>
        </pc:sldLayoutChg>
        <pc:sldLayoutChg chg="del">
          <pc:chgData name="Sibal-Valdez, Jessica Anne" userId="94b097dd-be1a-4964-a6cb-fa7089dac6bb" providerId="ADAL" clId="{878B2AF8-1574-4FE7-8362-9D50C243DB39}" dt="2024-08-08T07:13:34.336" v="7" actId="2696"/>
          <pc:sldLayoutMkLst>
            <pc:docMk/>
            <pc:sldMasterMk cId="1195103446" sldId="2147483648"/>
            <pc:sldLayoutMk cId="177265828" sldId="2147483732"/>
          </pc:sldLayoutMkLst>
        </pc:sldLayoutChg>
        <pc:sldLayoutChg chg="del">
          <pc:chgData name="Sibal-Valdez, Jessica Anne" userId="94b097dd-be1a-4964-a6cb-fa7089dac6bb" providerId="ADAL" clId="{878B2AF8-1574-4FE7-8362-9D50C243DB39}" dt="2024-08-08T07:13:33.367" v="2" actId="2696"/>
          <pc:sldLayoutMkLst>
            <pc:docMk/>
            <pc:sldMasterMk cId="1195103446" sldId="2147483648"/>
            <pc:sldLayoutMk cId="2257348301" sldId="2147483733"/>
          </pc:sldLayoutMkLst>
        </pc:sldLayoutChg>
        <pc:sldLayoutChg chg="del">
          <pc:chgData name="Sibal-Valdez, Jessica Anne" userId="94b097dd-be1a-4964-a6cb-fa7089dac6bb" providerId="ADAL" clId="{878B2AF8-1574-4FE7-8362-9D50C243DB39}" dt="2024-08-08T07:13:31.984" v="0" actId="2696"/>
          <pc:sldLayoutMkLst>
            <pc:docMk/>
            <pc:sldMasterMk cId="1195103446" sldId="2147483648"/>
            <pc:sldLayoutMk cId="3715861355" sldId="2147483734"/>
          </pc:sldLayoutMkLst>
        </pc:sldLayoutChg>
        <pc:sldLayoutChg chg="del">
          <pc:chgData name="Sibal-Valdez, Jessica Anne" userId="94b097dd-be1a-4964-a6cb-fa7089dac6bb" providerId="ADAL" clId="{878B2AF8-1574-4FE7-8362-9D50C243DB39}" dt="2024-08-08T07:13:40.164" v="16" actId="2696"/>
          <pc:sldLayoutMkLst>
            <pc:docMk/>
            <pc:sldMasterMk cId="1195103446" sldId="2147483648"/>
            <pc:sldLayoutMk cId="3706131452" sldId="2147483739"/>
          </pc:sldLayoutMkLst>
        </pc:sldLayoutChg>
        <pc:sldLayoutChg chg="del">
          <pc:chgData name="Sibal-Valdez, Jessica Anne" userId="94b097dd-be1a-4964-a6cb-fa7089dac6bb" providerId="ADAL" clId="{878B2AF8-1574-4FE7-8362-9D50C243DB39}" dt="2024-08-08T07:13:33.187" v="1" actId="2696"/>
          <pc:sldLayoutMkLst>
            <pc:docMk/>
            <pc:sldMasterMk cId="1195103446" sldId="2147483648"/>
            <pc:sldLayoutMk cId="3041730969" sldId="2147483742"/>
          </pc:sldLayoutMkLst>
        </pc:sldLayoutChg>
        <pc:sldLayoutChg chg="del">
          <pc:chgData name="Sibal-Valdez, Jessica Anne" userId="94b097dd-be1a-4964-a6cb-fa7089dac6bb" providerId="ADAL" clId="{878B2AF8-1574-4FE7-8362-9D50C243DB39}" dt="2024-08-08T07:13:33.974" v="5" actId="2696"/>
          <pc:sldLayoutMkLst>
            <pc:docMk/>
            <pc:sldMasterMk cId="1195103446" sldId="2147483648"/>
            <pc:sldLayoutMk cId="2522107633" sldId="2147483743"/>
          </pc:sldLayoutMkLst>
        </pc:sldLayoutChg>
        <pc:sldLayoutChg chg="del">
          <pc:chgData name="Sibal-Valdez, Jessica Anne" userId="94b097dd-be1a-4964-a6cb-fa7089dac6bb" providerId="ADAL" clId="{878B2AF8-1574-4FE7-8362-9D50C243DB39}" dt="2024-08-08T07:13:34.160" v="6" actId="2696"/>
          <pc:sldLayoutMkLst>
            <pc:docMk/>
            <pc:sldMasterMk cId="1195103446" sldId="2147483648"/>
            <pc:sldLayoutMk cId="489709198" sldId="2147483744"/>
          </pc:sldLayoutMkLst>
        </pc:sldLayoutChg>
        <pc:sldLayoutChg chg="del">
          <pc:chgData name="Sibal-Valdez, Jessica Anne" userId="94b097dd-be1a-4964-a6cb-fa7089dac6bb" providerId="ADAL" clId="{878B2AF8-1574-4FE7-8362-9D50C243DB39}" dt="2024-08-08T07:13:38.804" v="12" actId="2696"/>
          <pc:sldLayoutMkLst>
            <pc:docMk/>
            <pc:sldMasterMk cId="1195103446" sldId="2147483648"/>
            <pc:sldLayoutMk cId="3779604171" sldId="2147483745"/>
          </pc:sldLayoutMkLst>
        </pc:sldLayoutChg>
        <pc:sldLayoutChg chg="del">
          <pc:chgData name="Sibal-Valdez, Jessica Anne" userId="94b097dd-be1a-4964-a6cb-fa7089dac6bb" providerId="ADAL" clId="{878B2AF8-1574-4FE7-8362-9D50C243DB39}" dt="2024-08-08T07:13:39.834" v="14" actId="2696"/>
          <pc:sldLayoutMkLst>
            <pc:docMk/>
            <pc:sldMasterMk cId="1195103446" sldId="2147483648"/>
            <pc:sldLayoutMk cId="2995593470" sldId="2147483746"/>
          </pc:sldLayoutMkLst>
        </pc:sldLayoutChg>
        <pc:sldLayoutChg chg="del">
          <pc:chgData name="Sibal-Valdez, Jessica Anne" userId="94b097dd-be1a-4964-a6cb-fa7089dac6bb" providerId="ADAL" clId="{878B2AF8-1574-4FE7-8362-9D50C243DB39}" dt="2024-08-08T07:13:39.994" v="15" actId="2696"/>
          <pc:sldLayoutMkLst>
            <pc:docMk/>
            <pc:sldMasterMk cId="1195103446" sldId="2147483648"/>
            <pc:sldLayoutMk cId="2529893392" sldId="2147483747"/>
          </pc:sldLayoutMkLst>
        </pc:sldLayoutChg>
        <pc:sldLayoutChg chg="del">
          <pc:chgData name="Sibal-Valdez, Jessica Anne" userId="94b097dd-be1a-4964-a6cb-fa7089dac6bb" providerId="ADAL" clId="{878B2AF8-1574-4FE7-8362-9D50C243DB39}" dt="2024-08-08T07:13:41.021" v="17" actId="2696"/>
          <pc:sldLayoutMkLst>
            <pc:docMk/>
            <pc:sldMasterMk cId="1195103446" sldId="2147483648"/>
            <pc:sldLayoutMk cId="2538132549" sldId="2147483748"/>
          </pc:sldLayoutMkLst>
        </pc:sldLayoutChg>
        <pc:sldLayoutChg chg="del">
          <pc:chgData name="Sibal-Valdez, Jessica Anne" userId="94b097dd-be1a-4964-a6cb-fa7089dac6bb" providerId="ADAL" clId="{878B2AF8-1574-4FE7-8362-9D50C243DB39}" dt="2024-08-08T07:13:45.674" v="20" actId="2696"/>
          <pc:sldLayoutMkLst>
            <pc:docMk/>
            <pc:sldMasterMk cId="1195103446" sldId="2147483648"/>
            <pc:sldLayoutMk cId="709745234" sldId="2147483749"/>
          </pc:sldLayoutMkLst>
        </pc:sldLayoutChg>
        <pc:sldLayoutChg chg="del">
          <pc:chgData name="Sibal-Valdez, Jessica Anne" userId="94b097dd-be1a-4964-a6cb-fa7089dac6bb" providerId="ADAL" clId="{878B2AF8-1574-4FE7-8362-9D50C243DB39}" dt="2024-08-08T07:13:38.619" v="11" actId="2696"/>
          <pc:sldLayoutMkLst>
            <pc:docMk/>
            <pc:sldMasterMk cId="1195103446" sldId="2147483648"/>
            <pc:sldLayoutMk cId="2184918177" sldId="2147483750"/>
          </pc:sldLayoutMkLst>
        </pc:sldLayoutChg>
        <pc:sldLayoutChg chg="del">
          <pc:chgData name="Sibal-Valdez, Jessica Anne" userId="94b097dd-be1a-4964-a6cb-fa7089dac6bb" providerId="ADAL" clId="{878B2AF8-1574-4FE7-8362-9D50C243DB39}" dt="2024-08-08T07:13:46.204" v="23" actId="2696"/>
          <pc:sldLayoutMkLst>
            <pc:docMk/>
            <pc:sldMasterMk cId="1195103446" sldId="2147483648"/>
            <pc:sldLayoutMk cId="1434423322" sldId="2147483751"/>
          </pc:sldLayoutMkLst>
        </pc:sldLayoutChg>
      </pc:sldMasterChg>
      <pc:sldMasterChg chg="delSldLayout">
        <pc:chgData name="Sibal-Valdez, Jessica Anne" userId="94b097dd-be1a-4964-a6cb-fa7089dac6bb" providerId="ADAL" clId="{878B2AF8-1574-4FE7-8362-9D50C243DB39}" dt="2024-08-08T07:13:51.687" v="24" actId="2696"/>
        <pc:sldMasterMkLst>
          <pc:docMk/>
          <pc:sldMasterMk cId="4131689848" sldId="2147483755"/>
        </pc:sldMasterMkLst>
        <pc:sldLayoutChg chg="del">
          <pc:chgData name="Sibal-Valdez, Jessica Anne" userId="94b097dd-be1a-4964-a6cb-fa7089dac6bb" providerId="ADAL" clId="{878B2AF8-1574-4FE7-8362-9D50C243DB39}" dt="2024-08-08T07:13:51.687" v="24" actId="2696"/>
          <pc:sldLayoutMkLst>
            <pc:docMk/>
            <pc:sldMasterMk cId="4131689848" sldId="2147483755"/>
            <pc:sldLayoutMk cId="3275332922" sldId="2147483768"/>
          </pc:sldLayoutMkLst>
        </pc:sldLayoutChg>
      </pc:sldMasterChg>
      <pc:sldMasterChg chg="addSldLayout delSldLayout">
        <pc:chgData name="Sibal-Valdez, Jessica Anne" userId="94b097dd-be1a-4964-a6cb-fa7089dac6bb" providerId="ADAL" clId="{878B2AF8-1574-4FE7-8362-9D50C243DB39}" dt="2024-08-08T07:14:04.387" v="47" actId="2696"/>
        <pc:sldMasterMkLst>
          <pc:docMk/>
          <pc:sldMasterMk cId="1044624086" sldId="2147483769"/>
        </pc:sldMasterMkLst>
        <pc:sldLayoutChg chg="del">
          <pc:chgData name="Sibal-Valdez, Jessica Anne" userId="94b097dd-be1a-4964-a6cb-fa7089dac6bb" providerId="ADAL" clId="{878B2AF8-1574-4FE7-8362-9D50C243DB39}" dt="2024-08-08T07:13:53.100" v="25" actId="2696"/>
          <pc:sldLayoutMkLst>
            <pc:docMk/>
            <pc:sldMasterMk cId="1044624086" sldId="2147483769"/>
            <pc:sldLayoutMk cId="3246921004" sldId="2147483770"/>
          </pc:sldLayoutMkLst>
        </pc:sldLayoutChg>
        <pc:sldLayoutChg chg="del">
          <pc:chgData name="Sibal-Valdez, Jessica Anne" userId="94b097dd-be1a-4964-a6cb-fa7089dac6bb" providerId="ADAL" clId="{878B2AF8-1574-4FE7-8362-9D50C243DB39}" dt="2024-08-08T07:13:53.344" v="26" actId="2696"/>
          <pc:sldLayoutMkLst>
            <pc:docMk/>
            <pc:sldMasterMk cId="1044624086" sldId="2147483769"/>
            <pc:sldLayoutMk cId="2718961738" sldId="2147483771"/>
          </pc:sldLayoutMkLst>
        </pc:sldLayoutChg>
        <pc:sldLayoutChg chg="del">
          <pc:chgData name="Sibal-Valdez, Jessica Anne" userId="94b097dd-be1a-4964-a6cb-fa7089dac6bb" providerId="ADAL" clId="{878B2AF8-1574-4FE7-8362-9D50C243DB39}" dt="2024-08-08T07:13:53.544" v="27" actId="2696"/>
          <pc:sldLayoutMkLst>
            <pc:docMk/>
            <pc:sldMasterMk cId="1044624086" sldId="2147483769"/>
            <pc:sldLayoutMk cId="1077957272" sldId="2147483772"/>
          </pc:sldLayoutMkLst>
        </pc:sldLayoutChg>
        <pc:sldLayoutChg chg="del">
          <pc:chgData name="Sibal-Valdez, Jessica Anne" userId="94b097dd-be1a-4964-a6cb-fa7089dac6bb" providerId="ADAL" clId="{878B2AF8-1574-4FE7-8362-9D50C243DB39}" dt="2024-08-08T07:13:53.670" v="28" actId="2696"/>
          <pc:sldLayoutMkLst>
            <pc:docMk/>
            <pc:sldMasterMk cId="1044624086" sldId="2147483769"/>
            <pc:sldLayoutMk cId="3044813874" sldId="2147483773"/>
          </pc:sldLayoutMkLst>
        </pc:sldLayoutChg>
        <pc:sldLayoutChg chg="del">
          <pc:chgData name="Sibal-Valdez, Jessica Anne" userId="94b097dd-be1a-4964-a6cb-fa7089dac6bb" providerId="ADAL" clId="{878B2AF8-1574-4FE7-8362-9D50C243DB39}" dt="2024-08-08T07:13:53.854" v="29" actId="2696"/>
          <pc:sldLayoutMkLst>
            <pc:docMk/>
            <pc:sldMasterMk cId="1044624086" sldId="2147483769"/>
            <pc:sldLayoutMk cId="1528353894" sldId="2147483774"/>
          </pc:sldLayoutMkLst>
        </pc:sldLayoutChg>
        <pc:sldLayoutChg chg="del">
          <pc:chgData name="Sibal-Valdez, Jessica Anne" userId="94b097dd-be1a-4964-a6cb-fa7089dac6bb" providerId="ADAL" clId="{878B2AF8-1574-4FE7-8362-9D50C243DB39}" dt="2024-08-08T07:13:54.059" v="30" actId="2696"/>
          <pc:sldLayoutMkLst>
            <pc:docMk/>
            <pc:sldMasterMk cId="1044624086" sldId="2147483769"/>
            <pc:sldLayoutMk cId="3114485412" sldId="2147483775"/>
          </pc:sldLayoutMkLst>
        </pc:sldLayoutChg>
        <pc:sldLayoutChg chg="del">
          <pc:chgData name="Sibal-Valdez, Jessica Anne" userId="94b097dd-be1a-4964-a6cb-fa7089dac6bb" providerId="ADAL" clId="{878B2AF8-1574-4FE7-8362-9D50C243DB39}" dt="2024-08-08T07:13:54.224" v="31" actId="2696"/>
          <pc:sldLayoutMkLst>
            <pc:docMk/>
            <pc:sldMasterMk cId="1044624086" sldId="2147483769"/>
            <pc:sldLayoutMk cId="3360902752" sldId="2147483776"/>
          </pc:sldLayoutMkLst>
        </pc:sldLayoutChg>
        <pc:sldLayoutChg chg="del">
          <pc:chgData name="Sibal-Valdez, Jessica Anne" userId="94b097dd-be1a-4964-a6cb-fa7089dac6bb" providerId="ADAL" clId="{878B2AF8-1574-4FE7-8362-9D50C243DB39}" dt="2024-08-08T07:13:54.434" v="32" actId="2696"/>
          <pc:sldLayoutMkLst>
            <pc:docMk/>
            <pc:sldMasterMk cId="1044624086" sldId="2147483769"/>
            <pc:sldLayoutMk cId="975487166" sldId="2147483777"/>
          </pc:sldLayoutMkLst>
        </pc:sldLayoutChg>
        <pc:sldLayoutChg chg="del">
          <pc:chgData name="Sibal-Valdez, Jessica Anne" userId="94b097dd-be1a-4964-a6cb-fa7089dac6bb" providerId="ADAL" clId="{878B2AF8-1574-4FE7-8362-9D50C243DB39}" dt="2024-08-08T07:13:54.754" v="33" actId="2696"/>
          <pc:sldLayoutMkLst>
            <pc:docMk/>
            <pc:sldMasterMk cId="1044624086" sldId="2147483769"/>
            <pc:sldLayoutMk cId="1890542002" sldId="2147483778"/>
          </pc:sldLayoutMkLst>
        </pc:sldLayoutChg>
        <pc:sldLayoutChg chg="del">
          <pc:chgData name="Sibal-Valdez, Jessica Anne" userId="94b097dd-be1a-4964-a6cb-fa7089dac6bb" providerId="ADAL" clId="{878B2AF8-1574-4FE7-8362-9D50C243DB39}" dt="2024-08-08T07:13:54.840" v="34" actId="2696"/>
          <pc:sldLayoutMkLst>
            <pc:docMk/>
            <pc:sldMasterMk cId="1044624086" sldId="2147483769"/>
            <pc:sldLayoutMk cId="966258125" sldId="2147483779"/>
          </pc:sldLayoutMkLst>
        </pc:sldLayoutChg>
        <pc:sldLayoutChg chg="del">
          <pc:chgData name="Sibal-Valdez, Jessica Anne" userId="94b097dd-be1a-4964-a6cb-fa7089dac6bb" providerId="ADAL" clId="{878B2AF8-1574-4FE7-8362-9D50C243DB39}" dt="2024-08-08T07:13:55.046" v="35" actId="2696"/>
          <pc:sldLayoutMkLst>
            <pc:docMk/>
            <pc:sldMasterMk cId="1044624086" sldId="2147483769"/>
            <pc:sldLayoutMk cId="2062387744" sldId="2147483780"/>
          </pc:sldLayoutMkLst>
        </pc:sldLayoutChg>
        <pc:sldLayoutChg chg="del">
          <pc:chgData name="Sibal-Valdez, Jessica Anne" userId="94b097dd-be1a-4964-a6cb-fa7089dac6bb" providerId="ADAL" clId="{878B2AF8-1574-4FE7-8362-9D50C243DB39}" dt="2024-08-08T07:13:55.254" v="36" actId="2696"/>
          <pc:sldLayoutMkLst>
            <pc:docMk/>
            <pc:sldMasterMk cId="1044624086" sldId="2147483769"/>
            <pc:sldLayoutMk cId="4143722701" sldId="2147483781"/>
          </pc:sldLayoutMkLst>
        </pc:sldLayoutChg>
        <pc:sldLayoutChg chg="del">
          <pc:chgData name="Sibal-Valdez, Jessica Anne" userId="94b097dd-be1a-4964-a6cb-fa7089dac6bb" providerId="ADAL" clId="{878B2AF8-1574-4FE7-8362-9D50C243DB39}" dt="2024-08-08T07:13:55.871" v="37" actId="2696"/>
          <pc:sldLayoutMkLst>
            <pc:docMk/>
            <pc:sldMasterMk cId="1044624086" sldId="2147483769"/>
            <pc:sldLayoutMk cId="4047620945" sldId="2147483782"/>
          </pc:sldLayoutMkLst>
        </pc:sldLayoutChg>
        <pc:sldLayoutChg chg="del">
          <pc:chgData name="Sibal-Valdez, Jessica Anne" userId="94b097dd-be1a-4964-a6cb-fa7089dac6bb" providerId="ADAL" clId="{878B2AF8-1574-4FE7-8362-9D50C243DB39}" dt="2024-08-08T07:13:56.049" v="38" actId="2696"/>
          <pc:sldLayoutMkLst>
            <pc:docMk/>
            <pc:sldMasterMk cId="1044624086" sldId="2147483769"/>
            <pc:sldLayoutMk cId="4269406965" sldId="2147483783"/>
          </pc:sldLayoutMkLst>
        </pc:sldLayoutChg>
        <pc:sldLayoutChg chg="del">
          <pc:chgData name="Sibal-Valdez, Jessica Anne" userId="94b097dd-be1a-4964-a6cb-fa7089dac6bb" providerId="ADAL" clId="{878B2AF8-1574-4FE7-8362-9D50C243DB39}" dt="2024-08-08T07:13:56.254" v="39" actId="2696"/>
          <pc:sldLayoutMkLst>
            <pc:docMk/>
            <pc:sldMasterMk cId="1044624086" sldId="2147483769"/>
            <pc:sldLayoutMk cId="4187562100" sldId="2147483784"/>
          </pc:sldLayoutMkLst>
        </pc:sldLayoutChg>
        <pc:sldLayoutChg chg="del">
          <pc:chgData name="Sibal-Valdez, Jessica Anne" userId="94b097dd-be1a-4964-a6cb-fa7089dac6bb" providerId="ADAL" clId="{878B2AF8-1574-4FE7-8362-9D50C243DB39}" dt="2024-08-08T07:13:59.874" v="40" actId="2696"/>
          <pc:sldLayoutMkLst>
            <pc:docMk/>
            <pc:sldMasterMk cId="1044624086" sldId="2147483769"/>
            <pc:sldLayoutMk cId="2523281139" sldId="2147483791"/>
          </pc:sldLayoutMkLst>
        </pc:sldLayoutChg>
        <pc:sldLayoutChg chg="del">
          <pc:chgData name="Sibal-Valdez, Jessica Anne" userId="94b097dd-be1a-4964-a6cb-fa7089dac6bb" providerId="ADAL" clId="{878B2AF8-1574-4FE7-8362-9D50C243DB39}" dt="2024-08-08T07:14:00.084" v="41" actId="2696"/>
          <pc:sldLayoutMkLst>
            <pc:docMk/>
            <pc:sldMasterMk cId="1044624086" sldId="2147483769"/>
            <pc:sldLayoutMk cId="1619381437" sldId="2147483792"/>
          </pc:sldLayoutMkLst>
        </pc:sldLayoutChg>
        <pc:sldLayoutChg chg="del">
          <pc:chgData name="Sibal-Valdez, Jessica Anne" userId="94b097dd-be1a-4964-a6cb-fa7089dac6bb" providerId="ADAL" clId="{878B2AF8-1574-4FE7-8362-9D50C243DB39}" dt="2024-08-08T07:14:00.339" v="42" actId="2696"/>
          <pc:sldLayoutMkLst>
            <pc:docMk/>
            <pc:sldMasterMk cId="1044624086" sldId="2147483769"/>
            <pc:sldLayoutMk cId="2152754166" sldId="2147483793"/>
          </pc:sldLayoutMkLst>
        </pc:sldLayoutChg>
        <pc:sldLayoutChg chg="del">
          <pc:chgData name="Sibal-Valdez, Jessica Anne" userId="94b097dd-be1a-4964-a6cb-fa7089dac6bb" providerId="ADAL" clId="{878B2AF8-1574-4FE7-8362-9D50C243DB39}" dt="2024-08-08T07:14:00.460" v="43" actId="2696"/>
          <pc:sldLayoutMkLst>
            <pc:docMk/>
            <pc:sldMasterMk cId="1044624086" sldId="2147483769"/>
            <pc:sldLayoutMk cId="375590005" sldId="2147483794"/>
          </pc:sldLayoutMkLst>
        </pc:sldLayoutChg>
        <pc:sldLayoutChg chg="add del">
          <pc:chgData name="Sibal-Valdez, Jessica Anne" userId="94b097dd-be1a-4964-a6cb-fa7089dac6bb" providerId="ADAL" clId="{878B2AF8-1574-4FE7-8362-9D50C243DB39}" dt="2024-08-08T07:14:01.938" v="45" actId="2696"/>
          <pc:sldLayoutMkLst>
            <pc:docMk/>
            <pc:sldMasterMk cId="1044624086" sldId="2147483769"/>
            <pc:sldLayoutMk cId="2608415464" sldId="2147483795"/>
          </pc:sldLayoutMkLst>
        </pc:sldLayoutChg>
        <pc:sldLayoutChg chg="del">
          <pc:chgData name="Sibal-Valdez, Jessica Anne" userId="94b097dd-be1a-4964-a6cb-fa7089dac6bb" providerId="ADAL" clId="{878B2AF8-1574-4FE7-8362-9D50C243DB39}" dt="2024-08-08T07:14:04.193" v="46" actId="2696"/>
          <pc:sldLayoutMkLst>
            <pc:docMk/>
            <pc:sldMasterMk cId="1044624086" sldId="2147483769"/>
            <pc:sldLayoutMk cId="3522943535" sldId="2147483800"/>
          </pc:sldLayoutMkLst>
        </pc:sldLayoutChg>
        <pc:sldLayoutChg chg="del">
          <pc:chgData name="Sibal-Valdez, Jessica Anne" userId="94b097dd-be1a-4964-a6cb-fa7089dac6bb" providerId="ADAL" clId="{878B2AF8-1574-4FE7-8362-9D50C243DB39}" dt="2024-08-08T07:14:04.387" v="47" actId="2696"/>
          <pc:sldLayoutMkLst>
            <pc:docMk/>
            <pc:sldMasterMk cId="1044624086" sldId="2147483769"/>
            <pc:sldLayoutMk cId="4123616769" sldId="2147483801"/>
          </pc:sldLayoutMkLst>
        </pc:sldLayoutChg>
      </pc:sldMasterChg>
      <pc:sldMasterChg chg="delSldLayout">
        <pc:chgData name="Sibal-Valdez, Jessica Anne" userId="94b097dd-be1a-4964-a6cb-fa7089dac6bb" providerId="ADAL" clId="{878B2AF8-1574-4FE7-8362-9D50C243DB39}" dt="2024-08-08T07:14:11.023" v="52" actId="2696"/>
        <pc:sldMasterMkLst>
          <pc:docMk/>
          <pc:sldMasterMk cId="1759709424" sldId="2147483803"/>
        </pc:sldMasterMkLst>
        <pc:sldLayoutChg chg="del">
          <pc:chgData name="Sibal-Valdez, Jessica Anne" userId="94b097dd-be1a-4964-a6cb-fa7089dac6bb" providerId="ADAL" clId="{878B2AF8-1574-4FE7-8362-9D50C243DB39}" dt="2024-08-08T07:14:10.604" v="50" actId="2696"/>
          <pc:sldLayoutMkLst>
            <pc:docMk/>
            <pc:sldMasterMk cId="1759709424" sldId="2147483803"/>
            <pc:sldLayoutMk cId="3201260747" sldId="2147483804"/>
          </pc:sldLayoutMkLst>
        </pc:sldLayoutChg>
        <pc:sldLayoutChg chg="del">
          <pc:chgData name="Sibal-Valdez, Jessica Anne" userId="94b097dd-be1a-4964-a6cb-fa7089dac6bb" providerId="ADAL" clId="{878B2AF8-1574-4FE7-8362-9D50C243DB39}" dt="2024-08-08T07:14:06.059" v="48" actId="2696"/>
          <pc:sldLayoutMkLst>
            <pc:docMk/>
            <pc:sldMasterMk cId="1759709424" sldId="2147483803"/>
            <pc:sldLayoutMk cId="940372103" sldId="2147483805"/>
          </pc:sldLayoutMkLst>
        </pc:sldLayoutChg>
        <pc:sldLayoutChg chg="del">
          <pc:chgData name="Sibal-Valdez, Jessica Anne" userId="94b097dd-be1a-4964-a6cb-fa7089dac6bb" providerId="ADAL" clId="{878B2AF8-1574-4FE7-8362-9D50C243DB39}" dt="2024-08-08T07:14:10.845" v="51" actId="2696"/>
          <pc:sldLayoutMkLst>
            <pc:docMk/>
            <pc:sldMasterMk cId="1759709424" sldId="2147483803"/>
            <pc:sldLayoutMk cId="3660518826" sldId="2147483806"/>
          </pc:sldLayoutMkLst>
        </pc:sldLayoutChg>
        <pc:sldLayoutChg chg="del">
          <pc:chgData name="Sibal-Valdez, Jessica Anne" userId="94b097dd-be1a-4964-a6cb-fa7089dac6bb" providerId="ADAL" clId="{878B2AF8-1574-4FE7-8362-9D50C243DB39}" dt="2024-08-08T07:14:07.434" v="49" actId="2696"/>
          <pc:sldLayoutMkLst>
            <pc:docMk/>
            <pc:sldMasterMk cId="1759709424" sldId="2147483803"/>
            <pc:sldLayoutMk cId="2834939971" sldId="2147483807"/>
          </pc:sldLayoutMkLst>
        </pc:sldLayoutChg>
        <pc:sldLayoutChg chg="del">
          <pc:chgData name="Sibal-Valdez, Jessica Anne" userId="94b097dd-be1a-4964-a6cb-fa7089dac6bb" providerId="ADAL" clId="{878B2AF8-1574-4FE7-8362-9D50C243DB39}" dt="2024-08-08T07:14:11.023" v="52" actId="2696"/>
          <pc:sldLayoutMkLst>
            <pc:docMk/>
            <pc:sldMasterMk cId="1759709424" sldId="2147483803"/>
            <pc:sldLayoutMk cId="778454488" sldId="2147483808"/>
          </pc:sldLayoutMkLst>
        </pc:sldLayoutChg>
      </pc:sldMasterChg>
      <pc:sldMasterChg chg="delSldLayout">
        <pc:chgData name="Sibal-Valdez, Jessica Anne" userId="94b097dd-be1a-4964-a6cb-fa7089dac6bb" providerId="ADAL" clId="{878B2AF8-1574-4FE7-8362-9D50C243DB39}" dt="2024-08-08T07:14:14.334" v="55" actId="2696"/>
        <pc:sldMasterMkLst>
          <pc:docMk/>
          <pc:sldMasterMk cId="2878334193" sldId="2147483810"/>
        </pc:sldMasterMkLst>
        <pc:sldLayoutChg chg="del">
          <pc:chgData name="Sibal-Valdez, Jessica Anne" userId="94b097dd-be1a-4964-a6cb-fa7089dac6bb" providerId="ADAL" clId="{878B2AF8-1574-4FE7-8362-9D50C243DB39}" dt="2024-08-08T07:14:13.104" v="53" actId="2696"/>
          <pc:sldLayoutMkLst>
            <pc:docMk/>
            <pc:sldMasterMk cId="2878334193" sldId="2147483810"/>
            <pc:sldLayoutMk cId="4105585686" sldId="2147483811"/>
          </pc:sldLayoutMkLst>
        </pc:sldLayoutChg>
        <pc:sldLayoutChg chg="del">
          <pc:chgData name="Sibal-Valdez, Jessica Anne" userId="94b097dd-be1a-4964-a6cb-fa7089dac6bb" providerId="ADAL" clId="{878B2AF8-1574-4FE7-8362-9D50C243DB39}" dt="2024-08-08T07:14:13.334" v="54" actId="2696"/>
          <pc:sldLayoutMkLst>
            <pc:docMk/>
            <pc:sldMasterMk cId="2878334193" sldId="2147483810"/>
            <pc:sldLayoutMk cId="1530480941" sldId="2147483812"/>
          </pc:sldLayoutMkLst>
        </pc:sldLayoutChg>
        <pc:sldLayoutChg chg="del">
          <pc:chgData name="Sibal-Valdez, Jessica Anne" userId="94b097dd-be1a-4964-a6cb-fa7089dac6bb" providerId="ADAL" clId="{878B2AF8-1574-4FE7-8362-9D50C243DB39}" dt="2024-08-08T07:14:14.334" v="55" actId="2696"/>
          <pc:sldLayoutMkLst>
            <pc:docMk/>
            <pc:sldMasterMk cId="2878334193" sldId="2147483810"/>
            <pc:sldLayoutMk cId="3657154449" sldId="2147483813"/>
          </pc:sldLayoutMkLst>
        </pc:sldLayoutChg>
      </pc:sldMasterChg>
      <pc:sldMasterChg chg="delSldLayout">
        <pc:chgData name="Sibal-Valdez, Jessica Anne" userId="94b097dd-be1a-4964-a6cb-fa7089dac6bb" providerId="ADAL" clId="{878B2AF8-1574-4FE7-8362-9D50C243DB39}" dt="2024-08-08T07:14:20.515" v="61" actId="2696"/>
        <pc:sldMasterMkLst>
          <pc:docMk/>
          <pc:sldMasterMk cId="2056916821" sldId="2147483818"/>
        </pc:sldMasterMkLst>
        <pc:sldLayoutChg chg="del">
          <pc:chgData name="Sibal-Valdez, Jessica Anne" userId="94b097dd-be1a-4964-a6cb-fa7089dac6bb" providerId="ADAL" clId="{878B2AF8-1574-4FE7-8362-9D50C243DB39}" dt="2024-08-08T07:14:16.334" v="56" actId="2696"/>
          <pc:sldLayoutMkLst>
            <pc:docMk/>
            <pc:sldMasterMk cId="2056916821" sldId="2147483818"/>
            <pc:sldLayoutMk cId="3176331029" sldId="2147483819"/>
          </pc:sldLayoutMkLst>
        </pc:sldLayoutChg>
        <pc:sldLayoutChg chg="del">
          <pc:chgData name="Sibal-Valdez, Jessica Anne" userId="94b097dd-be1a-4964-a6cb-fa7089dac6bb" providerId="ADAL" clId="{878B2AF8-1574-4FE7-8362-9D50C243DB39}" dt="2024-08-08T07:14:16.546" v="57" actId="2696"/>
          <pc:sldLayoutMkLst>
            <pc:docMk/>
            <pc:sldMasterMk cId="2056916821" sldId="2147483818"/>
            <pc:sldLayoutMk cId="2066563151" sldId="2147483820"/>
          </pc:sldLayoutMkLst>
        </pc:sldLayoutChg>
        <pc:sldLayoutChg chg="del">
          <pc:chgData name="Sibal-Valdez, Jessica Anne" userId="94b097dd-be1a-4964-a6cb-fa7089dac6bb" providerId="ADAL" clId="{878B2AF8-1574-4FE7-8362-9D50C243DB39}" dt="2024-08-08T07:14:16.714" v="58" actId="2696"/>
          <pc:sldLayoutMkLst>
            <pc:docMk/>
            <pc:sldMasterMk cId="2056916821" sldId="2147483818"/>
            <pc:sldLayoutMk cId="2309893541" sldId="2147483821"/>
          </pc:sldLayoutMkLst>
        </pc:sldLayoutChg>
        <pc:sldLayoutChg chg="del">
          <pc:chgData name="Sibal-Valdez, Jessica Anne" userId="94b097dd-be1a-4964-a6cb-fa7089dac6bb" providerId="ADAL" clId="{878B2AF8-1574-4FE7-8362-9D50C243DB39}" dt="2024-08-08T07:14:16.894" v="59" actId="2696"/>
          <pc:sldLayoutMkLst>
            <pc:docMk/>
            <pc:sldMasterMk cId="2056916821" sldId="2147483818"/>
            <pc:sldLayoutMk cId="3526096533" sldId="2147483822"/>
          </pc:sldLayoutMkLst>
        </pc:sldLayoutChg>
        <pc:sldLayoutChg chg="del">
          <pc:chgData name="Sibal-Valdez, Jessica Anne" userId="94b097dd-be1a-4964-a6cb-fa7089dac6bb" providerId="ADAL" clId="{878B2AF8-1574-4FE7-8362-9D50C243DB39}" dt="2024-08-08T07:14:17.094" v="60" actId="2696"/>
          <pc:sldLayoutMkLst>
            <pc:docMk/>
            <pc:sldMasterMk cId="2056916821" sldId="2147483818"/>
            <pc:sldLayoutMk cId="2271033647" sldId="2147483823"/>
          </pc:sldLayoutMkLst>
        </pc:sldLayoutChg>
        <pc:sldLayoutChg chg="del">
          <pc:chgData name="Sibal-Valdez, Jessica Anne" userId="94b097dd-be1a-4964-a6cb-fa7089dac6bb" providerId="ADAL" clId="{878B2AF8-1574-4FE7-8362-9D50C243DB39}" dt="2024-08-08T07:14:20.515" v="61" actId="2696"/>
          <pc:sldLayoutMkLst>
            <pc:docMk/>
            <pc:sldMasterMk cId="2056916821" sldId="2147483818"/>
            <pc:sldLayoutMk cId="2421183220" sldId="2147483837"/>
          </pc:sldLayoutMkLst>
        </pc:sldLayoutChg>
      </pc:sldMasterChg>
      <pc:sldMasterChg chg="delSldLayout">
        <pc:chgData name="Sibal-Valdez, Jessica Anne" userId="94b097dd-be1a-4964-a6cb-fa7089dac6bb" providerId="ADAL" clId="{878B2AF8-1574-4FE7-8362-9D50C243DB39}" dt="2024-08-08T07:14:22.582" v="62" actId="2696"/>
        <pc:sldMasterMkLst>
          <pc:docMk/>
          <pc:sldMasterMk cId="1328068124" sldId="2147483844"/>
        </pc:sldMasterMkLst>
        <pc:sldLayoutChg chg="del">
          <pc:chgData name="Sibal-Valdez, Jessica Anne" userId="94b097dd-be1a-4964-a6cb-fa7089dac6bb" providerId="ADAL" clId="{878B2AF8-1574-4FE7-8362-9D50C243DB39}" dt="2024-08-08T07:14:22.582" v="62" actId="2696"/>
          <pc:sldLayoutMkLst>
            <pc:docMk/>
            <pc:sldMasterMk cId="1328068124" sldId="2147483844"/>
            <pc:sldLayoutMk cId="3688662356" sldId="214748384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raphik Regular" panose="020B0503030202060203"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Graphik Regular" panose="020B0503030202060203" pitchFamily="34" charset="0"/>
              </a:defRPr>
            </a:lvl1pPr>
          </a:lstStyle>
          <a:p>
            <a:fld id="{1DE7078C-3525-4C9B-BF62-C9FD13B9A875}" type="datetimeFigureOut">
              <a:rPr lang="en-US" smtClean="0"/>
              <a:pPr/>
              <a:t>10/6/2024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raphik Regular" panose="020B0503030202060203"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Graphik Regular" panose="020B0503030202060203" pitchFamily="34" charset="0"/>
              </a:defRPr>
            </a:lvl1pPr>
          </a:lstStyle>
          <a:p>
            <a:fld id="{436E8A87-18DA-4CCE-A8C2-BDBC489258C6}" type="slidenum">
              <a:rPr lang="en-US" smtClean="0"/>
              <a:pPr/>
              <a:t>‹#›</a:t>
            </a:fld>
            <a:endParaRPr lang="en-US"/>
          </a:p>
        </p:txBody>
      </p:sp>
    </p:spTree>
    <p:extLst>
      <p:ext uri="{BB962C8B-B14F-4D97-AF65-F5344CB8AC3E}">
        <p14:creationId xmlns:p14="http://schemas.microsoft.com/office/powerpoint/2010/main" val="66738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Graphik Regular" panose="020B0503030202060203" pitchFamily="34" charset="0"/>
        <a:ea typeface="+mn-ea"/>
        <a:cs typeface="+mn-cs"/>
      </a:defRPr>
    </a:lvl1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mailto:Amy.Ritz@Accenture.com"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jpe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1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6.xml"/><Relationship Id="rId4" Type="http://schemas.openxmlformats.org/officeDocument/2006/relationships/image" Target="../media/image28.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6.xml"/><Relationship Id="rId4" Type="http://schemas.openxmlformats.org/officeDocument/2006/relationships/image" Target="../media/image28.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6.xml"/><Relationship Id="rId5" Type="http://schemas.openxmlformats.org/officeDocument/2006/relationships/image" Target="../media/image1.png"/><Relationship Id="rId4" Type="http://schemas.openxmlformats.org/officeDocument/2006/relationships/image" Target="../media/image2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eetings Slide - GTS">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5" name="Picture 4" descr="A picture containing card, drawing, crosswalk, table&#10;&#10;Description automatically generated">
            <a:extLst>
              <a:ext uri="{FF2B5EF4-FFF2-40B4-BE49-F238E27FC236}">
                <a16:creationId xmlns:a16="http://schemas.microsoft.com/office/drawing/2014/main" id="{89528D09-D9F4-47CA-BBA9-7AF13078DF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Tree>
    <p:extLst>
      <p:ext uri="{BB962C8B-B14F-4D97-AF65-F5344CB8AC3E}">
        <p14:creationId xmlns:p14="http://schemas.microsoft.com/office/powerpoint/2010/main" val="267145585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Greetings Slide - Log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Tree>
    <p:extLst>
      <p:ext uri="{BB962C8B-B14F-4D97-AF65-F5344CB8AC3E}">
        <p14:creationId xmlns:p14="http://schemas.microsoft.com/office/powerpoint/2010/main" val="247005577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Blank">
    <p:bg>
      <p:bgPr>
        <a:solidFill>
          <a:schemeClr val="accent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US"/>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6D546AA4-146F-4349-A95C-2FE9F58C88E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Tree>
    <p:extLst>
      <p:ext uri="{BB962C8B-B14F-4D97-AF65-F5344CB8AC3E}">
        <p14:creationId xmlns:p14="http://schemas.microsoft.com/office/powerpoint/2010/main" val="4814464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87088238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Basic - Light, Black 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Place presentation title here in sentence case, max 3 lines </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pic>
        <p:nvPicPr>
          <p:cNvPr id="8" name="Graphic 7">
            <a:extLst>
              <a:ext uri="{FF2B5EF4-FFF2-40B4-BE49-F238E27FC236}">
                <a16:creationId xmlns:a16="http://schemas.microsoft.com/office/drawing/2014/main" id="{4F59C2A9-CAAD-4437-A35B-5F02FAD0D90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152644" y="5588460"/>
            <a:ext cx="1884233" cy="498015"/>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n-lt"/>
                <a:ea typeface="+mn-ea"/>
                <a:cs typeface="+mn-cs"/>
              </a:defRPr>
            </a:lvl1pPr>
          </a:lstStyle>
          <a:p>
            <a:fld id="{8A775A16-A4B2-4AE5-AFA0-950C115C747E}" type="datetime2">
              <a:rPr lang="en-US" smtClean="0"/>
              <a:t>Sunday, October 6, 2024</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5"/>
            <a:ext cx="4114799"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6" name="TextBox 25">
            <a:extLst>
              <a:ext uri="{FF2B5EF4-FFF2-40B4-BE49-F238E27FC236}">
                <a16:creationId xmlns:a16="http://schemas.microsoft.com/office/drawing/2014/main" id="{B49246FF-2C3D-9D46-B1DB-1D6FABA657CD}"/>
              </a:ext>
            </a:extLst>
          </p:cNvPr>
          <p:cNvSpPr txBox="1"/>
          <p:nvPr userDrawn="1"/>
        </p:nvSpPr>
        <p:spPr>
          <a:xfrm>
            <a:off x="1149093" y="5970728"/>
            <a:ext cx="3102015" cy="115747"/>
          </a:xfrm>
          <a:prstGeom prst="rect">
            <a:avLst/>
          </a:prstGeom>
          <a:noFill/>
        </p:spPr>
        <p:txBody>
          <a:bodyPr wrap="square" lIns="0" tIns="0" rIns="0" bIns="0" rtlCol="0" anchor="b">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GB" sz="800">
                <a:solidFill>
                  <a:schemeClr val="tx2"/>
                </a:solidFill>
              </a:rPr>
              <a:t>Copyright © 2021 Accenture. All rights reserved.</a:t>
            </a:r>
            <a:endParaRPr lang="en-US" noProof="0">
              <a:solidFill>
                <a:schemeClr val="tx2"/>
              </a:solidFill>
            </a:endParaRPr>
          </a:p>
        </p:txBody>
      </p:sp>
    </p:spTree>
    <p:extLst>
      <p:ext uri="{BB962C8B-B14F-4D97-AF65-F5344CB8AC3E}">
        <p14:creationId xmlns:p14="http://schemas.microsoft.com/office/powerpoint/2010/main" val="8553992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00" userDrawn="1">
          <p15:clr>
            <a:srgbClr val="5ACBF0"/>
          </p15:clr>
        </p15:guide>
        <p15:guide id="2" orient="horz" pos="2520" userDrawn="1">
          <p15:clr>
            <a:srgbClr val="5ACBF0"/>
          </p15:clr>
        </p15:guide>
        <p15:guide id="3" pos="720"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p>
            <a:r>
              <a:rPr lang="en-GB"/>
              <a:t>Agenda</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defRPr sz="1600"/>
            </a:lvl1pPr>
          </a:lstStyle>
          <a:p>
            <a:pPr lvl="0"/>
            <a:r>
              <a:rPr lang="en-GB"/>
              <a:t>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defRPr sz="1600"/>
            </a:lvl1pPr>
          </a:lstStyle>
          <a:p>
            <a:pPr lvl="0"/>
            <a:r>
              <a:rPr lang="en-GB"/>
              <a:t>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defRPr sz="1600"/>
            </a:lvl1pPr>
          </a:lstStyle>
          <a:p>
            <a:pPr lvl="0"/>
            <a:r>
              <a:rPr lang="en-GB"/>
              <a:t>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defRPr sz="1600"/>
            </a:lvl1pPr>
          </a:lstStyle>
          <a:p>
            <a:pPr lvl="0"/>
            <a:r>
              <a:rPr lang="en-GB"/>
              <a:t>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defRPr sz="1600"/>
            </a:lvl1pPr>
          </a:lstStyle>
          <a:p>
            <a:pPr lvl="0"/>
            <a:r>
              <a:rPr lang="en-GB"/>
              <a:t>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defRPr sz="1600"/>
            </a:lvl1pPr>
          </a:lstStyle>
          <a:p>
            <a:pPr lvl="0"/>
            <a:r>
              <a:rPr lang="en-GB"/>
              <a:t>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defRPr sz="1600"/>
            </a:lvl1pPr>
          </a:lstStyle>
          <a:p>
            <a:pPr lvl="0"/>
            <a:r>
              <a:rPr lang="en-GB"/>
              <a:t>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defRPr sz="1600"/>
            </a:lvl1pPr>
          </a:lstStyle>
          <a:p>
            <a:pPr lvl="0"/>
            <a:r>
              <a:rPr lang="en-GB"/>
              <a:t>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defRPr sz="1600"/>
            </a:lvl1pPr>
          </a:lstStyle>
          <a:p>
            <a:pPr lvl="0"/>
            <a:r>
              <a:rPr lang="en-GB"/>
              <a:t>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defRPr sz="1600"/>
            </a:lvl1pPr>
          </a:lstStyle>
          <a:p>
            <a:pPr lvl="0"/>
            <a:r>
              <a:rPr lang="en-GB"/>
              <a:t>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defRPr sz="1600"/>
            </a:lvl1pPr>
          </a:lstStyle>
          <a:p>
            <a:pPr lvl="0"/>
            <a:r>
              <a:rPr lang="en-GB"/>
              <a:t>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defRPr sz="1600"/>
            </a:lvl1pPr>
          </a:lstStyle>
          <a:p>
            <a:pPr lvl="0"/>
            <a:r>
              <a:rPr lang="en-GB"/>
              <a:t>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defRPr sz="1600"/>
            </a:lvl1pPr>
          </a:lstStyle>
          <a:p>
            <a:pPr lvl="0"/>
            <a:r>
              <a:rPr lang="en-GB"/>
              <a:t>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defRPr sz="1600"/>
            </a:lvl1pPr>
          </a:lstStyle>
          <a:p>
            <a:pPr lvl="0"/>
            <a:r>
              <a:rPr lang="en-GB"/>
              <a:t>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defRPr sz="1600"/>
            </a:lvl1pPr>
          </a:lstStyle>
          <a:p>
            <a:pPr lvl="0"/>
            <a:r>
              <a:rPr lang="en-GB"/>
              <a:t>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defRPr sz="1600"/>
            </a:lvl1pPr>
          </a:lstStyle>
          <a:p>
            <a:pPr lvl="0"/>
            <a:r>
              <a:rPr lang="en-GB"/>
              <a:t>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236876317"/>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7445675"/>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Tree>
    <p:extLst>
      <p:ext uri="{BB962C8B-B14F-4D97-AF65-F5344CB8AC3E}">
        <p14:creationId xmlns:p14="http://schemas.microsoft.com/office/powerpoint/2010/main" val="247685601"/>
      </p:ext>
    </p:extLst>
  </p:cSld>
  <p:clrMapOvr>
    <a:masterClrMapping/>
  </p:clrMapOvr>
  <p:extLst>
    <p:ext uri="{DCECCB84-F9BA-43D5-87BE-67443E8EF086}">
      <p15:sldGuideLst xmlns:p15="http://schemas.microsoft.com/office/powerpoint/2012/main">
        <p15:guide id="1" orient="horz" pos="864" userDrawn="1">
          <p15:clr>
            <a:srgbClr val="5ACBF0"/>
          </p15:clr>
        </p15:guide>
        <p15:guide id="2" pos="3720" userDrawn="1">
          <p15:clr>
            <a:srgbClr val="5ACBF0"/>
          </p15:clr>
        </p15:guide>
        <p15:guide id="3" pos="3960"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umns 2 - Headlin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a:buNone/>
              <a:defRPr lang="en-US" sz="1200" dirty="0"/>
            </a:lvl1pPr>
          </a:lstStyle>
          <a:p>
            <a:pPr lvl="0"/>
            <a:r>
              <a:rPr lang="en-US"/>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059450818"/>
      </p:ext>
    </p:extLst>
  </p:cSld>
  <p:clrMapOvr>
    <a:masterClrMapping/>
  </p:clrMapOvr>
  <p:extLst>
    <p:ext uri="{DCECCB84-F9BA-43D5-87BE-67443E8EF086}">
      <p15:sldGuideLst xmlns:p15="http://schemas.microsoft.com/office/powerpoint/2012/main">
        <p15:guide id="1" orient="horz" pos="864" userDrawn="1">
          <p15:clr>
            <a:srgbClr val="5ACBF0"/>
          </p15:clr>
        </p15:guide>
        <p15:guide id="2" pos="3720" userDrawn="1">
          <p15:clr>
            <a:srgbClr val="5ACBF0"/>
          </p15:clr>
        </p15:guide>
        <p15:guide id="3" pos="3960"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umns 3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Tree>
    <p:extLst>
      <p:ext uri="{BB962C8B-B14F-4D97-AF65-F5344CB8AC3E}">
        <p14:creationId xmlns:p14="http://schemas.microsoft.com/office/powerpoint/2010/main" val="3268099797"/>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umns 4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560975919"/>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con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Tree>
    <p:extLst>
      <p:ext uri="{BB962C8B-B14F-4D97-AF65-F5344CB8AC3E}">
        <p14:creationId xmlns:p14="http://schemas.microsoft.com/office/powerpoint/2010/main" val="3655126605"/>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Full Name</a:t>
            </a:r>
          </a:p>
          <a:p>
            <a:pPr lvl="1"/>
            <a:r>
              <a:rPr lang="en-US"/>
              <a:t>Role</a:t>
            </a:r>
          </a:p>
          <a:p>
            <a:pPr lvl="2"/>
            <a:r>
              <a:rPr lang="en-US"/>
              <a:t>Short bio</a:t>
            </a:r>
          </a:p>
          <a:p>
            <a:pPr lvl="3"/>
            <a:r>
              <a:rPr lang="en-US"/>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2311186519"/>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6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379903455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am 6 - 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pic>
        <p:nvPicPr>
          <p:cNvPr id="4" name="Picture 3">
            <a:extLst>
              <a:ext uri="{FF2B5EF4-FFF2-40B4-BE49-F238E27FC236}">
                <a16:creationId xmlns:a16="http://schemas.microsoft.com/office/drawing/2014/main" id="{DB3CD3D7-329E-47BB-94A7-43044FF6B3F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8260289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8 +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p>
            <a:pPr lvl="0"/>
            <a:r>
              <a:rPr lang="en-GB"/>
              <a:t>Place text here, use indent to access other levels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7061921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ext and Image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image,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13C499DC-456D-AD4E-B8A4-E55217F992E7}"/>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a:t>
            </a:r>
            <a:endParaRPr lang="en-US" noProof="0">
              <a:solidFill>
                <a:schemeClr val="tx1">
                  <a:alpha val="75000"/>
                </a:schemeClr>
              </a:solidFill>
            </a:endParaRPr>
          </a:p>
        </p:txBody>
      </p:sp>
    </p:spTree>
    <p:extLst>
      <p:ext uri="{BB962C8B-B14F-4D97-AF65-F5344CB8AC3E}">
        <p14:creationId xmlns:p14="http://schemas.microsoft.com/office/powerpoint/2010/main" val="5801817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a:buNone/>
              <a:defRPr sz="1400" b="0">
                <a:solidFill>
                  <a:schemeClr val="tx1"/>
                </a:solidFill>
              </a:defRPr>
            </a:lvl1pPr>
          </a:lstStyle>
          <a:p>
            <a:r>
              <a:rPr lang="en-GB"/>
              <a:t>Add image here</a:t>
            </a:r>
            <a:endParaRPr lang="en-US"/>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a:t>
            </a:r>
            <a:endParaRPr kumimoji="0" lang="en-US" sz="1800" b="0" i="0" u="none" strike="noStrike" kern="0" cap="none" spc="0" normalizeH="0" baseline="0" noProof="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GT Sectra Fine" panose="00000500000000000000" pitchFamily="50" charset="0"/>
              </a:defRPr>
            </a:lvl1pPr>
            <a:lvl2pPr marL="0" indent="0">
              <a:buNone/>
              <a:defRPr sz="1800">
                <a:solidFill>
                  <a:schemeClr val="tx1"/>
                </a:solidFill>
              </a:defRPr>
            </a:lvl2pPr>
            <a:lvl3pPr marL="228600">
              <a:buFont typeface="Arial" panose="020B0604020202020204" pitchFamily="34" charset="0"/>
              <a:buChar char="•"/>
              <a:defRPr sz="1800">
                <a:solidFill>
                  <a:schemeClr val="tx1"/>
                </a:solidFill>
              </a:defRPr>
            </a:lvl3pPr>
            <a:lvl4pPr marL="457200">
              <a:buFont typeface="System Font"/>
              <a:buChar char="–"/>
              <a:defRPr sz="1600">
                <a:solidFill>
                  <a:schemeClr val="tx1"/>
                </a:solidFill>
              </a:defRPr>
            </a:lvl4pPr>
            <a:lvl5pPr marL="685800">
              <a:buFont typeface="Arial" panose="020B0604020202020204" pitchFamily="34" charset="0"/>
              <a:buChar char="•"/>
              <a:defRPr sz="1600">
                <a:solidFill>
                  <a:schemeClr val="tx1"/>
                </a:solidFill>
              </a:defRPr>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Tree>
    <p:extLst>
      <p:ext uri="{BB962C8B-B14F-4D97-AF65-F5344CB8AC3E}">
        <p14:creationId xmlns:p14="http://schemas.microsoft.com/office/powerpoint/2010/main" val="29491802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 Portrait 1">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a:buNone/>
              <a:defRPr sz="1400" b="0">
                <a:solidFill>
                  <a:schemeClr val="tx1"/>
                </a:solidFill>
              </a:defRPr>
            </a:lvl1pPr>
          </a:lstStyle>
          <a:p>
            <a:r>
              <a:rPr lang="en-GB"/>
              <a:t>Add image</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a:t>
            </a:r>
          </a:p>
        </p:txBody>
      </p:sp>
    </p:spTree>
    <p:extLst>
      <p:ext uri="{BB962C8B-B14F-4D97-AF65-F5344CB8AC3E}">
        <p14:creationId xmlns:p14="http://schemas.microsoft.com/office/powerpoint/2010/main" val="353311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tat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a:buNone/>
              <a:defRPr sz="1400" b="0">
                <a:solidFill>
                  <a:schemeClr val="tx1"/>
                </a:solidFill>
              </a:defRPr>
            </a:lvl1pPr>
          </a:lstStyle>
          <a:p>
            <a:r>
              <a:rPr lang="en-GB"/>
              <a:t>Add image here</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61FAF127-9F53-4673-A2A8-7956E1AE99D5}"/>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alpha val="75000"/>
                  </a:schemeClr>
                </a:solidFill>
              </a:rPr>
              <a:t>Copyright © 2021 Accenture. All rights reserved.</a:t>
            </a:r>
            <a:endParaRPr lang="en-US" noProof="0">
              <a:solidFill>
                <a:schemeClr val="bg1">
                  <a:alpha val="75000"/>
                </a:schemeClr>
              </a:solidFill>
            </a:endParaRPr>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Tree>
    <p:extLst>
      <p:ext uri="{BB962C8B-B14F-4D97-AF65-F5344CB8AC3E}">
        <p14:creationId xmlns:p14="http://schemas.microsoft.com/office/powerpoint/2010/main" val="1162012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a:buNone/>
              <a:defRPr sz="1400" b="0">
                <a:solidFill>
                  <a:schemeClr val="tx1"/>
                </a:solidFill>
              </a:defRPr>
            </a:lvl1pPr>
          </a:lstStyle>
          <a:p>
            <a:r>
              <a:rPr lang="en-GB"/>
              <a:t>Add image here</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n-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a:buNone/>
              <a:defRPr lang="en-US" sz="1400" dirty="0"/>
            </a:lvl1pPr>
          </a:lstStyle>
          <a:p>
            <a:pPr marL="228600" lvl="0" indent="-228600" algn="ctr"/>
            <a:r>
              <a:rPr lang="en-GB"/>
              <a:t>Add image here</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a:p>
        </p:txBody>
      </p:sp>
      <p:sp>
        <p:nvSpPr>
          <p:cNvPr id="35" name="Text Placeholder 26">
            <a:extLst>
              <a:ext uri="{FF2B5EF4-FFF2-40B4-BE49-F238E27FC236}">
                <a16:creationId xmlns:a16="http://schemas.microsoft.com/office/drawing/2014/main" id="{9BC0904C-6BDA-4032-94C2-6417F59042D8}"/>
              </a:ext>
            </a:extLst>
          </p:cNvPr>
          <p:cNvSpPr>
            <a:spLocks noGrp="1"/>
          </p:cNvSpPr>
          <p:nvPr>
            <p:ph type="body" sz="quarter" idx="26" hasCustomPrompt="1"/>
          </p:nvPr>
        </p:nvSpPr>
        <p:spPr>
          <a:xfrm>
            <a:off x="380997" y="380999"/>
            <a:ext cx="5333972" cy="2393952"/>
          </a:xfrm>
        </p:spPr>
        <p:txBody>
          <a:bodyPr anchor="ctr"/>
          <a:lstStyle>
            <a:lvl1pPr marL="0" indent="0">
              <a:buNone/>
              <a:defRPr kumimoji="0" lang="en-US" sz="3600" b="1" i="0" u="none" strike="noStrike" kern="1200" cap="none" spc="0" normalizeH="0" baseline="0" dirty="0">
                <a:ln>
                  <a:noFill/>
                </a:ln>
                <a:solidFill>
                  <a:srgbClr val="000000"/>
                </a:solidFill>
                <a:effectLst/>
                <a:uLnTx/>
                <a:uFillTx/>
                <a:latin typeface="Graphik"/>
                <a:ea typeface="+mj-ea"/>
                <a:cs typeface="+mj-cs"/>
              </a:defRPr>
            </a:lvl1pPr>
            <a:lvl2pPr>
              <a:defRPr/>
            </a:lvl2pPr>
            <a:lvl3pPr>
              <a:defRPr/>
            </a:lvl3pPr>
            <a:lvl4pPr>
              <a:defRPr/>
            </a:lvl4pPr>
            <a:lvl5pPr>
              <a:defRPr/>
            </a:lvl5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600" b="1" i="0" u="none" strike="noStrike" kern="1200" cap="none" spc="0" normalizeH="0" baseline="0" noProof="0">
                <a:ln>
                  <a:noFill/>
                </a:ln>
                <a:solidFill>
                  <a:srgbClr val="000000"/>
                </a:solidFill>
                <a:effectLst/>
                <a:uLnTx/>
                <a:uFillTx/>
                <a:latin typeface="Graphik"/>
                <a:ea typeface="+mj-ea"/>
                <a:cs typeface="+mj-cs"/>
              </a:rPr>
              <a:t>P</a:t>
            </a:r>
            <a:r>
              <a:rPr kumimoji="0" lang="en-US" sz="3600" b="1" i="0" u="none" strike="noStrike" kern="1200" cap="none" spc="0" normalizeH="0" baseline="0" noProof="0">
                <a:ln>
                  <a:noFill/>
                </a:ln>
                <a:solidFill>
                  <a:srgbClr val="000000"/>
                </a:solidFill>
                <a:effectLst/>
                <a:uLnTx/>
                <a:uFillTx/>
                <a:latin typeface="Graphik"/>
                <a:ea typeface="+mj-ea"/>
                <a:cs typeface="+mj-cs"/>
              </a:rPr>
              <a:t>lace headline here 36pt, min 30pt)</a:t>
            </a:r>
          </a:p>
        </p:txBody>
      </p:sp>
      <p:sp>
        <p:nvSpPr>
          <p:cNvPr id="2" name="TextBox 1">
            <a:extLst>
              <a:ext uri="{FF2B5EF4-FFF2-40B4-BE49-F238E27FC236}">
                <a16:creationId xmlns:a16="http://schemas.microsoft.com/office/drawing/2014/main" id="{37D52323-3645-4D54-A333-3E2D3D1E3ED3}"/>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alpha val="75000"/>
                  </a:schemeClr>
                </a:solidFill>
              </a:rPr>
              <a:t>Copyright © 2021 Accenture. All rights reserved.</a:t>
            </a:r>
            <a:endParaRPr lang="en-US" noProof="0">
              <a:solidFill>
                <a:schemeClr val="bg1">
                  <a:alpha val="75000"/>
                </a:schemeClr>
              </a:solidFill>
            </a:endParaRPr>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Tree>
    <p:extLst>
      <p:ext uri="{BB962C8B-B14F-4D97-AF65-F5344CB8AC3E}">
        <p14:creationId xmlns:p14="http://schemas.microsoft.com/office/powerpoint/2010/main" val="41362061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5ACBF0"/>
          </p15:clr>
        </p15:guide>
        <p15:guide id="2" pos="1920" userDrawn="1">
          <p15:clr>
            <a:srgbClr val="5ACBF0"/>
          </p15:clr>
        </p15:guide>
        <p15:guide id="3" pos="5760" userDrawn="1">
          <p15:clr>
            <a:srgbClr val="5ACBF0"/>
          </p15:clr>
        </p15:guide>
        <p15:guide id="4" orient="horz" pos="198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043245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uide - Icon Librar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n-US" noProof="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a:spcAft>
                <a:spcPts val="1200"/>
              </a:spcAft>
            </a:pPr>
            <a:r>
              <a:rPr lang="en-GB" sz="1600"/>
              <a:t>Our expansive asset library including fonts, photography, iconography and custom slides are available </a:t>
            </a:r>
            <a:r>
              <a:rPr lang="en-GB" sz="1600">
                <a:solidFill>
                  <a:schemeClr val="accent1"/>
                </a:solidFill>
              </a:rPr>
              <a:t>[here &lt;link&gt;]</a:t>
            </a:r>
            <a:r>
              <a:rPr lang="en-GB" sz="1600"/>
              <a:t>. Contact </a:t>
            </a:r>
            <a:r>
              <a:rPr kumimoji="0" lang="en-GB" sz="1600" b="0" i="0" u="none" strike="noStrike" kern="1200" cap="none" spc="0" normalizeH="0" baseline="0" noProof="0">
                <a:ln>
                  <a:noFill/>
                </a:ln>
                <a:solidFill>
                  <a:srgbClr val="A100FF"/>
                </a:solidFill>
                <a:effectLst/>
                <a:uLnTx/>
                <a:uFillTx/>
                <a:latin typeface="Graphik Regular"/>
                <a:ea typeface="+mn-ea"/>
                <a:cs typeface="+mn-cs"/>
                <a:hlinkClick r:id="rId2"/>
              </a:rPr>
              <a:t>Amy.Ritz@Accenture.com</a:t>
            </a:r>
            <a:r>
              <a:rPr kumimoji="0" lang="en-GB" sz="1600" b="0" i="0" u="none" strike="noStrike" kern="1200" cap="none" spc="0" normalizeH="0" baseline="0" noProof="0">
                <a:ln>
                  <a:noFill/>
                </a:ln>
                <a:solidFill>
                  <a:srgbClr val="A100FF"/>
                </a:solidFill>
                <a:effectLst/>
                <a:uLnTx/>
                <a:uFillTx/>
                <a:latin typeface="Graphik Regular"/>
                <a:ea typeface="+mn-ea"/>
                <a:cs typeface="+mn-cs"/>
              </a:rPr>
              <a:t> </a:t>
            </a:r>
            <a:r>
              <a:rPr lang="en-GB" sz="1600"/>
              <a:t>for further information. Access the icons below through </a:t>
            </a:r>
            <a:r>
              <a:rPr lang="en-GB" sz="1600" b="1">
                <a:solidFill>
                  <a:schemeClr val="accent1"/>
                </a:solidFill>
              </a:rPr>
              <a:t>View &gt; Slide Master</a:t>
            </a:r>
            <a:r>
              <a:rPr lang="en-GB" sz="1600"/>
              <a:t>.</a:t>
            </a:r>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89" name="Group 133">
            <a:extLst>
              <a:ext uri="{FF2B5EF4-FFF2-40B4-BE49-F238E27FC236}">
                <a16:creationId xmlns:a16="http://schemas.microsoft.com/office/drawing/2014/main" id="{E59F227F-CDAA-2645-BBA5-7162A1A03A93}"/>
              </a:ext>
            </a:extLst>
          </p:cNvPr>
          <p:cNvGrpSpPr>
            <a:grpSpLocks noChangeAspect="1"/>
          </p:cNvGrpSpPr>
          <p:nvPr userDrawn="1"/>
        </p:nvGrpSpPr>
        <p:grpSpPr bwMode="auto">
          <a:xfrm>
            <a:off x="769996" y="4304038"/>
            <a:ext cx="508082" cy="508082"/>
            <a:chOff x="5508" y="2995"/>
            <a:chExt cx="427" cy="427"/>
          </a:xfrm>
          <a:solidFill>
            <a:schemeClr val="accent1"/>
          </a:solidFill>
        </p:grpSpPr>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5650" y="2995"/>
              <a:ext cx="285" cy="249"/>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5846"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5793" y="3084"/>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5739"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5508" y="3120"/>
              <a:ext cx="285" cy="302"/>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447193625"/>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Thank you</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608506801"/>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489589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5415641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34518856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0108628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06-10-2024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5141436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06-10-2024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549803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06-10-2024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480180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4310395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35700520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2773787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5477297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13926254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Dark">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A33DB62-CB79-01CF-0DF4-C353DADFAAF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524" y="0"/>
            <a:ext cx="12188952" cy="2552564"/>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1468" y="419100"/>
            <a:ext cx="11429532" cy="1136715"/>
          </a:xfrm>
        </p:spPr>
        <p:txBody>
          <a:bodyPr anchor="b"/>
          <a:lstStyle>
            <a:lvl1pPr>
              <a:defRPr sz="3200">
                <a:solidFill>
                  <a:schemeClr val="tx1"/>
                </a:solidFill>
              </a:defRPr>
            </a:lvl1pPr>
          </a:lstStyle>
          <a:p>
            <a:r>
              <a:rPr lang="en-US"/>
              <a:t>Section title 54pt</a:t>
            </a:r>
          </a:p>
        </p:txBody>
      </p:sp>
      <p:sp>
        <p:nvSpPr>
          <p:cNvPr id="3" name="Rectangle 2">
            <a:extLst>
              <a:ext uri="{FF2B5EF4-FFF2-40B4-BE49-F238E27FC236}">
                <a16:creationId xmlns:a16="http://schemas.microsoft.com/office/drawing/2014/main" id="{08EE863A-38DC-4F4B-8B58-9CC36870A6E3}"/>
              </a:ext>
            </a:extLst>
          </p:cNvPr>
          <p:cNvSpPr/>
          <p:nvPr userDrawn="1"/>
        </p:nvSpPr>
        <p:spPr>
          <a:xfrm>
            <a:off x="381000" y="1828800"/>
            <a:ext cx="11430000" cy="4464000"/>
          </a:xfrm>
          <a:prstGeom prst="rect">
            <a:avLst/>
          </a:prstGeom>
          <a:solidFill>
            <a:schemeClr val="tx1"/>
          </a:solidFill>
          <a:ln>
            <a:noFill/>
          </a:ln>
          <a:effectLst>
            <a:outerShdw blurRad="152400" dist="38100" dir="5400000" algn="t"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8" name="Content Placeholder 7">
            <a:extLst>
              <a:ext uri="{FF2B5EF4-FFF2-40B4-BE49-F238E27FC236}">
                <a16:creationId xmlns:a16="http://schemas.microsoft.com/office/drawing/2014/main" id="{F6637B6D-6853-48B0-A904-9D5297D9E382}"/>
              </a:ext>
            </a:extLst>
          </p:cNvPr>
          <p:cNvSpPr>
            <a:spLocks noGrp="1"/>
          </p:cNvSpPr>
          <p:nvPr>
            <p:ph sz="quarter" idx="10"/>
          </p:nvPr>
        </p:nvSpPr>
        <p:spPr>
          <a:xfrm>
            <a:off x="642937" y="2554288"/>
            <a:ext cx="10906125" cy="3478212"/>
          </a:xfrm>
        </p:spPr>
        <p:txBody>
          <a:bodyPr/>
          <a:lstStyle>
            <a:lvl1pPr>
              <a:lnSpc>
                <a:spcPct val="120000"/>
              </a:lnSpc>
              <a:spcAft>
                <a:spcPts val="1200"/>
              </a:spcAft>
              <a:defRPr sz="1400">
                <a:solidFill>
                  <a:schemeClr val="bg1"/>
                </a:solidFill>
                <a:latin typeface="+mj-lt"/>
              </a:defRPr>
            </a:lvl1pPr>
            <a:lvl2pPr>
              <a:lnSpc>
                <a:spcPct val="120000"/>
              </a:lnSpc>
              <a:spcAft>
                <a:spcPts val="1200"/>
              </a:spcAft>
              <a:defRPr sz="1400">
                <a:solidFill>
                  <a:schemeClr val="bg1"/>
                </a:solidFill>
                <a:latin typeface="+mj-lt"/>
              </a:defRPr>
            </a:lvl2pPr>
            <a:lvl3pPr>
              <a:lnSpc>
                <a:spcPct val="120000"/>
              </a:lnSpc>
              <a:spcAft>
                <a:spcPts val="1200"/>
              </a:spcAft>
              <a:defRPr sz="1400">
                <a:solidFill>
                  <a:schemeClr val="bg1"/>
                </a:solidFill>
                <a:latin typeface="+mj-lt"/>
              </a:defRPr>
            </a:lvl3pPr>
            <a:lvl4pPr>
              <a:lnSpc>
                <a:spcPct val="120000"/>
              </a:lnSpc>
              <a:spcAft>
                <a:spcPts val="1200"/>
              </a:spcAft>
              <a:defRPr sz="1400">
                <a:solidFill>
                  <a:schemeClr val="bg1"/>
                </a:solidFill>
                <a:latin typeface="+mj-lt"/>
              </a:defRPr>
            </a:lvl4pPr>
            <a:lvl5pPr>
              <a:lnSpc>
                <a:spcPct val="120000"/>
              </a:lnSpc>
              <a:spcAft>
                <a:spcPts val="1200"/>
              </a:spcAft>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12" name="Picture 11" descr="A picture containing drawing, clock&#10;&#10;Description automatically generated">
            <a:extLst>
              <a:ext uri="{FF2B5EF4-FFF2-40B4-BE49-F238E27FC236}">
                <a16:creationId xmlns:a16="http://schemas.microsoft.com/office/drawing/2014/main" id="{82241DB8-C3B3-46F2-630C-A8500C84313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81000" y="6479482"/>
            <a:ext cx="192024" cy="202328"/>
          </a:xfrm>
          <a:prstGeom prst="rect">
            <a:avLst/>
          </a:prstGeom>
        </p:spPr>
      </p:pic>
      <p:sp>
        <p:nvSpPr>
          <p:cNvPr id="17" name="TextBox 16">
            <a:extLst>
              <a:ext uri="{FF2B5EF4-FFF2-40B4-BE49-F238E27FC236}">
                <a16:creationId xmlns:a16="http://schemas.microsoft.com/office/drawing/2014/main" id="{089C4459-4FCF-36D1-7012-CD1D3645DE93}"/>
              </a:ext>
            </a:extLst>
          </p:cNvPr>
          <p:cNvSpPr txBox="1"/>
          <p:nvPr userDrawn="1"/>
        </p:nvSpPr>
        <p:spPr>
          <a:xfrm>
            <a:off x="8317890" y="647732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solidFill>
              </a:rPr>
              <a:t>Copyright © 2022 Accenture. All rights reserved.</a:t>
            </a:r>
            <a:endParaRPr lang="en-US" noProof="0">
              <a:solidFill>
                <a:schemeClr val="bg1"/>
              </a:solidFill>
            </a:endParaRPr>
          </a:p>
        </p:txBody>
      </p:sp>
      <p:sp>
        <p:nvSpPr>
          <p:cNvPr id="18" name="TextBox 17">
            <a:extLst>
              <a:ext uri="{FF2B5EF4-FFF2-40B4-BE49-F238E27FC236}">
                <a16:creationId xmlns:a16="http://schemas.microsoft.com/office/drawing/2014/main" id="{CA08A999-4567-2B8E-A91C-3B1A267EBCD4}"/>
              </a:ext>
            </a:extLst>
          </p:cNvPr>
          <p:cNvSpPr txBox="1"/>
          <p:nvPr userDrawn="1"/>
        </p:nvSpPr>
        <p:spPr>
          <a:xfrm>
            <a:off x="11430000" y="6476035"/>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19" name="Slide Number Placeholder 6">
            <a:extLst>
              <a:ext uri="{FF2B5EF4-FFF2-40B4-BE49-F238E27FC236}">
                <a16:creationId xmlns:a16="http://schemas.microsoft.com/office/drawing/2014/main" id="{439EE47E-6A8D-85A1-A7CD-451E65CFB19A}"/>
              </a:ext>
            </a:extLst>
          </p:cNvPr>
          <p:cNvSpPr>
            <a:spLocks noGrp="1"/>
          </p:cNvSpPr>
          <p:nvPr>
            <p:ph type="sldNum" sz="quarter" idx="4"/>
          </p:nvPr>
        </p:nvSpPr>
        <p:spPr>
          <a:xfrm>
            <a:off x="11429998" y="6472243"/>
            <a:ext cx="381001" cy="207843"/>
          </a:xfrm>
          <a:prstGeom prst="rect">
            <a:avLst/>
          </a:prstGeom>
          <a:noFill/>
        </p:spPr>
        <p:txBody>
          <a:bodyPr wrap="square" lIns="0" tIns="0" rIns="0" bIns="0" rtlCol="0" anchor="ctr">
            <a:noAutofit/>
          </a:bodyPr>
          <a:lstStyle>
            <a:lvl1pPr>
              <a:defRPr lang="en-US" sz="800" smtClean="0">
                <a:solidFill>
                  <a:schemeClr val="bg1"/>
                </a:solidFill>
              </a:defRPr>
            </a:lvl1pPr>
          </a:lstStyle>
          <a:p>
            <a:pPr algn="r" defTabSz="228600">
              <a:spcAft>
                <a:spcPts val="1200"/>
              </a:spcAft>
            </a:pPr>
            <a:fld id="{CC9E6EB9-168E-4914-8CC7-2E853AFB4F1B}" type="slidenum">
              <a:rPr lang="en-IN" smtClean="0"/>
              <a:pPr algn="r" defTabSz="228600">
                <a:spcAft>
                  <a:spcPts val="1200"/>
                </a:spcAft>
              </a:pPr>
              <a:t>‹#›</a:t>
            </a:fld>
            <a:endParaRPr lang="en-IN"/>
          </a:p>
        </p:txBody>
      </p:sp>
    </p:spTree>
    <p:extLst>
      <p:ext uri="{BB962C8B-B14F-4D97-AF65-F5344CB8AC3E}">
        <p14:creationId xmlns:p14="http://schemas.microsoft.com/office/powerpoint/2010/main" val="39370577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3_Section Divider with Image - Gradient Dark">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B9124D07-1463-DF1A-9DED-E59CF2A7DE5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524" y="0"/>
            <a:ext cx="12188952" cy="2552564"/>
          </a:xfrm>
          <a:prstGeom prst="rect">
            <a:avLst/>
          </a:prstGeom>
        </p:spPr>
      </p:pic>
      <p:sp>
        <p:nvSpPr>
          <p:cNvPr id="3" name="Rectangle 2">
            <a:extLst>
              <a:ext uri="{FF2B5EF4-FFF2-40B4-BE49-F238E27FC236}">
                <a16:creationId xmlns:a16="http://schemas.microsoft.com/office/drawing/2014/main" id="{08EE863A-38DC-4F4B-8B58-9CC36870A6E3}"/>
              </a:ext>
            </a:extLst>
          </p:cNvPr>
          <p:cNvSpPr/>
          <p:nvPr userDrawn="1"/>
        </p:nvSpPr>
        <p:spPr>
          <a:xfrm>
            <a:off x="381000" y="578471"/>
            <a:ext cx="11430000" cy="5733429"/>
          </a:xfrm>
          <a:prstGeom prst="rect">
            <a:avLst/>
          </a:prstGeom>
          <a:solidFill>
            <a:schemeClr val="tx1"/>
          </a:solidFill>
          <a:ln>
            <a:noFill/>
          </a:ln>
          <a:effectLst>
            <a:outerShdw blurRad="152400" dist="38100" dir="5400000" algn="t"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8" name="Content Placeholder 7">
            <a:extLst>
              <a:ext uri="{FF2B5EF4-FFF2-40B4-BE49-F238E27FC236}">
                <a16:creationId xmlns:a16="http://schemas.microsoft.com/office/drawing/2014/main" id="{F6637B6D-6853-48B0-A904-9D5297D9E382}"/>
              </a:ext>
            </a:extLst>
          </p:cNvPr>
          <p:cNvSpPr>
            <a:spLocks noGrp="1"/>
          </p:cNvSpPr>
          <p:nvPr>
            <p:ph sz="quarter" idx="10"/>
          </p:nvPr>
        </p:nvSpPr>
        <p:spPr>
          <a:xfrm>
            <a:off x="642937" y="1429171"/>
            <a:ext cx="10906125" cy="3478212"/>
          </a:xfrm>
        </p:spPr>
        <p:txBody>
          <a:bodyPr/>
          <a:lstStyle>
            <a:lvl1pPr>
              <a:lnSpc>
                <a:spcPct val="120000"/>
              </a:lnSpc>
              <a:spcAft>
                <a:spcPts val="1200"/>
              </a:spcAft>
              <a:defRPr sz="1400">
                <a:solidFill>
                  <a:schemeClr val="bg1"/>
                </a:solidFill>
                <a:latin typeface="+mj-lt"/>
              </a:defRPr>
            </a:lvl1pPr>
            <a:lvl2pPr>
              <a:lnSpc>
                <a:spcPct val="120000"/>
              </a:lnSpc>
              <a:spcAft>
                <a:spcPts val="1200"/>
              </a:spcAft>
              <a:defRPr sz="1400">
                <a:solidFill>
                  <a:schemeClr val="bg1"/>
                </a:solidFill>
                <a:latin typeface="+mj-lt"/>
              </a:defRPr>
            </a:lvl2pPr>
            <a:lvl3pPr>
              <a:lnSpc>
                <a:spcPct val="120000"/>
              </a:lnSpc>
              <a:spcAft>
                <a:spcPts val="1200"/>
              </a:spcAft>
              <a:defRPr sz="1400">
                <a:solidFill>
                  <a:schemeClr val="bg1"/>
                </a:solidFill>
                <a:latin typeface="+mj-lt"/>
              </a:defRPr>
            </a:lvl3pPr>
            <a:lvl4pPr>
              <a:lnSpc>
                <a:spcPct val="120000"/>
              </a:lnSpc>
              <a:spcAft>
                <a:spcPts val="1200"/>
              </a:spcAft>
              <a:defRPr sz="1400">
                <a:solidFill>
                  <a:schemeClr val="bg1"/>
                </a:solidFill>
                <a:latin typeface="+mj-lt"/>
              </a:defRPr>
            </a:lvl4pPr>
            <a:lvl5pPr>
              <a:lnSpc>
                <a:spcPct val="120000"/>
              </a:lnSpc>
              <a:spcAft>
                <a:spcPts val="1200"/>
              </a:spcAft>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20" name="Picture 19" descr="A picture containing drawing, clock&#10;&#10;Description automatically generated">
            <a:extLst>
              <a:ext uri="{FF2B5EF4-FFF2-40B4-BE49-F238E27FC236}">
                <a16:creationId xmlns:a16="http://schemas.microsoft.com/office/drawing/2014/main" id="{1DD33DB6-17D3-1D21-045A-180E4602B97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81000" y="6479482"/>
            <a:ext cx="192024" cy="202328"/>
          </a:xfrm>
          <a:prstGeom prst="rect">
            <a:avLst/>
          </a:prstGeom>
        </p:spPr>
      </p:pic>
      <p:sp>
        <p:nvSpPr>
          <p:cNvPr id="21" name="TextBox 20">
            <a:extLst>
              <a:ext uri="{FF2B5EF4-FFF2-40B4-BE49-F238E27FC236}">
                <a16:creationId xmlns:a16="http://schemas.microsoft.com/office/drawing/2014/main" id="{8EEE450D-2C41-6015-13CA-9EA3F89E2D99}"/>
              </a:ext>
            </a:extLst>
          </p:cNvPr>
          <p:cNvSpPr txBox="1"/>
          <p:nvPr userDrawn="1"/>
        </p:nvSpPr>
        <p:spPr>
          <a:xfrm>
            <a:off x="8317890" y="647732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solidFill>
              </a:rPr>
              <a:t>Copyright © 2022 Accenture. All rights reserved.</a:t>
            </a:r>
            <a:endParaRPr lang="en-US" noProof="0">
              <a:solidFill>
                <a:schemeClr val="bg1"/>
              </a:solidFill>
            </a:endParaRPr>
          </a:p>
        </p:txBody>
      </p:sp>
      <p:sp>
        <p:nvSpPr>
          <p:cNvPr id="22" name="TextBox 21">
            <a:extLst>
              <a:ext uri="{FF2B5EF4-FFF2-40B4-BE49-F238E27FC236}">
                <a16:creationId xmlns:a16="http://schemas.microsoft.com/office/drawing/2014/main" id="{4C3E56D5-513D-4066-1E23-D723C12F63C6}"/>
              </a:ext>
            </a:extLst>
          </p:cNvPr>
          <p:cNvSpPr txBox="1"/>
          <p:nvPr userDrawn="1"/>
        </p:nvSpPr>
        <p:spPr>
          <a:xfrm>
            <a:off x="11430000" y="6476035"/>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
        <p:nvSpPr>
          <p:cNvPr id="23" name="Slide Number Placeholder 6">
            <a:extLst>
              <a:ext uri="{FF2B5EF4-FFF2-40B4-BE49-F238E27FC236}">
                <a16:creationId xmlns:a16="http://schemas.microsoft.com/office/drawing/2014/main" id="{FD0C551F-56AD-EFB0-9141-BC26B724B8C4}"/>
              </a:ext>
            </a:extLst>
          </p:cNvPr>
          <p:cNvSpPr>
            <a:spLocks noGrp="1"/>
          </p:cNvSpPr>
          <p:nvPr>
            <p:ph type="sldNum" sz="quarter" idx="4"/>
          </p:nvPr>
        </p:nvSpPr>
        <p:spPr>
          <a:xfrm>
            <a:off x="11429998" y="6472243"/>
            <a:ext cx="381001" cy="207843"/>
          </a:xfrm>
          <a:prstGeom prst="rect">
            <a:avLst/>
          </a:prstGeom>
          <a:noFill/>
        </p:spPr>
        <p:txBody>
          <a:bodyPr wrap="square" lIns="0" tIns="0" rIns="0" bIns="0" rtlCol="0" anchor="ctr">
            <a:noAutofit/>
          </a:bodyPr>
          <a:lstStyle>
            <a:lvl1pPr>
              <a:defRPr lang="en-US" sz="800" smtClean="0">
                <a:solidFill>
                  <a:schemeClr val="bg1"/>
                </a:solidFill>
              </a:defRPr>
            </a:lvl1pPr>
          </a:lstStyle>
          <a:p>
            <a:pPr algn="r" defTabSz="228600">
              <a:spcAft>
                <a:spcPts val="1200"/>
              </a:spcAft>
            </a:pPr>
            <a:fld id="{CC9E6EB9-168E-4914-8CC7-2E853AFB4F1B}" type="slidenum">
              <a:rPr lang="en-IN" smtClean="0"/>
              <a:pPr algn="r" defTabSz="228600">
                <a:spcAft>
                  <a:spcPts val="1200"/>
                </a:spcAft>
              </a:pPr>
              <a:t>‹#›</a:t>
            </a:fld>
            <a:endParaRPr lang="en-IN"/>
          </a:p>
        </p:txBody>
      </p:sp>
      <p:sp>
        <p:nvSpPr>
          <p:cNvPr id="10" name="Title 1">
            <a:extLst>
              <a:ext uri="{FF2B5EF4-FFF2-40B4-BE49-F238E27FC236}">
                <a16:creationId xmlns:a16="http://schemas.microsoft.com/office/drawing/2014/main" id="{AEC4986B-0CF1-4791-AE40-063D1C0DC51C}"/>
              </a:ext>
            </a:extLst>
          </p:cNvPr>
          <p:cNvSpPr>
            <a:spLocks noGrp="1"/>
          </p:cNvSpPr>
          <p:nvPr>
            <p:ph type="title" hasCustomPrompt="1"/>
          </p:nvPr>
        </p:nvSpPr>
        <p:spPr>
          <a:xfrm>
            <a:off x="642936" y="859347"/>
            <a:ext cx="10906125" cy="393954"/>
          </a:xfrm>
        </p:spPr>
        <p:txBody>
          <a:bodyPr wrap="square" anchor="t">
            <a:spAutoFit/>
          </a:bodyPr>
          <a:lstStyle>
            <a:lvl1pPr>
              <a:defRPr sz="3200">
                <a:solidFill>
                  <a:schemeClr val="bg1"/>
                </a:solidFill>
              </a:defRPr>
            </a:lvl1pPr>
          </a:lstStyle>
          <a:p>
            <a:r>
              <a:rPr lang="en-US"/>
              <a:t>Section title 32pt</a:t>
            </a:r>
          </a:p>
        </p:txBody>
      </p:sp>
    </p:spTree>
    <p:extLst>
      <p:ext uri="{BB962C8B-B14F-4D97-AF65-F5344CB8AC3E}">
        <p14:creationId xmlns:p14="http://schemas.microsoft.com/office/powerpoint/2010/main" val="18624618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4_Section Divider with Image - Gradient Dark">
    <p:bg>
      <p:bgPr>
        <a:solidFill>
          <a:schemeClr val="tx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1EEA6CD-FE2B-3518-7363-CCD1F2D9BC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5808" y="130129"/>
            <a:ext cx="11920383" cy="6597741"/>
          </a:xfrm>
          <a:prstGeom prst="rect">
            <a:avLst/>
          </a:prstGeom>
        </p:spPr>
      </p:pic>
      <p:pic>
        <p:nvPicPr>
          <p:cNvPr id="10" name="Picture 9" descr="A picture containing drawing, clock&#10;&#10;Description automatically generated">
            <a:extLst>
              <a:ext uri="{FF2B5EF4-FFF2-40B4-BE49-F238E27FC236}">
                <a16:creationId xmlns:a16="http://schemas.microsoft.com/office/drawing/2014/main" id="{EA394997-029E-65F2-A4C5-F8AA26A410C2}"/>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381000" y="6210736"/>
            <a:ext cx="192024" cy="202328"/>
          </a:xfrm>
          <a:prstGeom prst="rect">
            <a:avLst/>
          </a:prstGeom>
        </p:spPr>
      </p:pic>
      <p:sp>
        <p:nvSpPr>
          <p:cNvPr id="11" name="TextBox 10">
            <a:extLst>
              <a:ext uri="{FF2B5EF4-FFF2-40B4-BE49-F238E27FC236}">
                <a16:creationId xmlns:a16="http://schemas.microsoft.com/office/drawing/2014/main" id="{DFE23304-5345-1EDA-115D-84317B6E5D67}"/>
              </a:ext>
            </a:extLst>
          </p:cNvPr>
          <p:cNvSpPr txBox="1"/>
          <p:nvPr userDrawn="1"/>
        </p:nvSpPr>
        <p:spPr>
          <a:xfrm>
            <a:off x="8317890" y="6208575"/>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solidFill>
              </a:rPr>
              <a:t>Copyright © 2022 Accenture. All rights reserved.</a:t>
            </a:r>
            <a:endParaRPr lang="en-US" noProof="0">
              <a:solidFill>
                <a:schemeClr val="tx1"/>
              </a:solidFill>
            </a:endParaRPr>
          </a:p>
        </p:txBody>
      </p:sp>
      <p:sp>
        <p:nvSpPr>
          <p:cNvPr id="12" name="TextBox 11">
            <a:extLst>
              <a:ext uri="{FF2B5EF4-FFF2-40B4-BE49-F238E27FC236}">
                <a16:creationId xmlns:a16="http://schemas.microsoft.com/office/drawing/2014/main" id="{3FA9937F-4EA5-9B8D-55F7-58793CF784A2}"/>
              </a:ext>
            </a:extLst>
          </p:cNvPr>
          <p:cNvSpPr txBox="1"/>
          <p:nvPr userDrawn="1"/>
        </p:nvSpPr>
        <p:spPr>
          <a:xfrm>
            <a:off x="11430000" y="6207289"/>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13" name="Slide Number Placeholder 6">
            <a:extLst>
              <a:ext uri="{FF2B5EF4-FFF2-40B4-BE49-F238E27FC236}">
                <a16:creationId xmlns:a16="http://schemas.microsoft.com/office/drawing/2014/main" id="{86D91864-15A9-8B36-C349-D42D2ECAA2BC}"/>
              </a:ext>
            </a:extLst>
          </p:cNvPr>
          <p:cNvSpPr>
            <a:spLocks noGrp="1"/>
          </p:cNvSpPr>
          <p:nvPr>
            <p:ph type="sldNum" sz="quarter" idx="4"/>
          </p:nvPr>
        </p:nvSpPr>
        <p:spPr>
          <a:xfrm>
            <a:off x="11429998" y="6203497"/>
            <a:ext cx="381001" cy="207843"/>
          </a:xfrm>
          <a:prstGeom prst="rect">
            <a:avLst/>
          </a:prstGeom>
          <a:noFill/>
        </p:spPr>
        <p:txBody>
          <a:bodyPr wrap="square" lIns="0" tIns="0" rIns="0" bIns="0" rtlCol="0" anchor="ctr">
            <a:noAutofit/>
          </a:bodyPr>
          <a:lstStyle>
            <a:lvl1pPr>
              <a:defRPr lang="en-US" sz="800" smtClean="0">
                <a:solidFill>
                  <a:schemeClr val="tx1"/>
                </a:solidFill>
              </a:defRPr>
            </a:lvl1pPr>
          </a:lstStyle>
          <a:p>
            <a:pPr algn="r" defTabSz="228600">
              <a:spcAft>
                <a:spcPts val="1200"/>
              </a:spcAft>
            </a:pPr>
            <a:fld id="{CC9E6EB9-168E-4914-8CC7-2E853AFB4F1B}" type="slidenum">
              <a:rPr lang="en-IN" smtClean="0"/>
              <a:pPr algn="r" defTabSz="228600">
                <a:spcAft>
                  <a:spcPts val="1200"/>
                </a:spcAft>
              </a:pPr>
              <a:t>‹#›</a:t>
            </a:fld>
            <a:endParaRPr lang="en-IN"/>
          </a:p>
        </p:txBody>
      </p:sp>
    </p:spTree>
    <p:extLst>
      <p:ext uri="{BB962C8B-B14F-4D97-AF65-F5344CB8AC3E}">
        <p14:creationId xmlns:p14="http://schemas.microsoft.com/office/powerpoint/2010/main" val="20746111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guide id="3" orient="horz" pos="6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5_Section Divider with Image - Gradient Dark">
    <p:bg>
      <p:bgPr>
        <a:solidFill>
          <a:schemeClr val="tx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1EEA6CD-FE2B-3518-7363-CCD1F2D9BC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pic>
        <p:nvPicPr>
          <p:cNvPr id="10" name="Picture 9" descr="A picture containing drawing, clock&#10;&#10;Description automatically generated">
            <a:extLst>
              <a:ext uri="{FF2B5EF4-FFF2-40B4-BE49-F238E27FC236}">
                <a16:creationId xmlns:a16="http://schemas.microsoft.com/office/drawing/2014/main" id="{EA394997-029E-65F2-A4C5-F8AA26A410C2}"/>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381000" y="6210736"/>
            <a:ext cx="192024" cy="202328"/>
          </a:xfrm>
          <a:prstGeom prst="rect">
            <a:avLst/>
          </a:prstGeom>
        </p:spPr>
      </p:pic>
      <p:sp>
        <p:nvSpPr>
          <p:cNvPr id="11" name="TextBox 10">
            <a:extLst>
              <a:ext uri="{FF2B5EF4-FFF2-40B4-BE49-F238E27FC236}">
                <a16:creationId xmlns:a16="http://schemas.microsoft.com/office/drawing/2014/main" id="{DFE23304-5345-1EDA-115D-84317B6E5D67}"/>
              </a:ext>
            </a:extLst>
          </p:cNvPr>
          <p:cNvSpPr txBox="1"/>
          <p:nvPr userDrawn="1"/>
        </p:nvSpPr>
        <p:spPr>
          <a:xfrm>
            <a:off x="8317890" y="6208575"/>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solidFill>
              </a:rPr>
              <a:t>Copyright © 2022 Accenture. All rights reserved.</a:t>
            </a:r>
            <a:endParaRPr lang="en-US" noProof="0">
              <a:solidFill>
                <a:schemeClr val="tx1"/>
              </a:solidFill>
            </a:endParaRPr>
          </a:p>
        </p:txBody>
      </p:sp>
      <p:sp>
        <p:nvSpPr>
          <p:cNvPr id="12" name="TextBox 11">
            <a:extLst>
              <a:ext uri="{FF2B5EF4-FFF2-40B4-BE49-F238E27FC236}">
                <a16:creationId xmlns:a16="http://schemas.microsoft.com/office/drawing/2014/main" id="{3FA9937F-4EA5-9B8D-55F7-58793CF784A2}"/>
              </a:ext>
            </a:extLst>
          </p:cNvPr>
          <p:cNvSpPr txBox="1"/>
          <p:nvPr userDrawn="1"/>
        </p:nvSpPr>
        <p:spPr>
          <a:xfrm>
            <a:off x="11430000" y="6207289"/>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13" name="Slide Number Placeholder 6">
            <a:extLst>
              <a:ext uri="{FF2B5EF4-FFF2-40B4-BE49-F238E27FC236}">
                <a16:creationId xmlns:a16="http://schemas.microsoft.com/office/drawing/2014/main" id="{86D91864-15A9-8B36-C349-D42D2ECAA2BC}"/>
              </a:ext>
            </a:extLst>
          </p:cNvPr>
          <p:cNvSpPr>
            <a:spLocks noGrp="1"/>
          </p:cNvSpPr>
          <p:nvPr>
            <p:ph type="sldNum" sz="quarter" idx="4"/>
          </p:nvPr>
        </p:nvSpPr>
        <p:spPr>
          <a:xfrm>
            <a:off x="11429998" y="6203497"/>
            <a:ext cx="381001" cy="207843"/>
          </a:xfrm>
          <a:prstGeom prst="rect">
            <a:avLst/>
          </a:prstGeom>
          <a:noFill/>
        </p:spPr>
        <p:txBody>
          <a:bodyPr wrap="square" lIns="0" tIns="0" rIns="0" bIns="0" rtlCol="0" anchor="ctr">
            <a:noAutofit/>
          </a:bodyPr>
          <a:lstStyle>
            <a:lvl1pPr>
              <a:defRPr lang="en-US" sz="800" smtClean="0">
                <a:solidFill>
                  <a:schemeClr val="tx1"/>
                </a:solidFill>
              </a:defRPr>
            </a:lvl1pPr>
          </a:lstStyle>
          <a:p>
            <a:pPr algn="r" defTabSz="228600">
              <a:spcAft>
                <a:spcPts val="1200"/>
              </a:spcAft>
            </a:pPr>
            <a:fld id="{CC9E6EB9-168E-4914-8CC7-2E853AFB4F1B}" type="slidenum">
              <a:rPr lang="en-IN" smtClean="0"/>
              <a:pPr algn="r" defTabSz="228600">
                <a:spcAft>
                  <a:spcPts val="1200"/>
                </a:spcAft>
              </a:pPr>
              <a:t>‹#›</a:t>
            </a:fld>
            <a:endParaRPr lang="en-IN"/>
          </a:p>
        </p:txBody>
      </p:sp>
    </p:spTree>
    <p:extLst>
      <p:ext uri="{BB962C8B-B14F-4D97-AF65-F5344CB8AC3E}">
        <p14:creationId xmlns:p14="http://schemas.microsoft.com/office/powerpoint/2010/main" val="12993888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guide id="3" orient="horz" pos="6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6_Section Divider with Image - Gradient Dark">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drawing, clock&#10;&#10;Description automatically generated">
            <a:extLst>
              <a:ext uri="{FF2B5EF4-FFF2-40B4-BE49-F238E27FC236}">
                <a16:creationId xmlns:a16="http://schemas.microsoft.com/office/drawing/2014/main" id="{1FEDEF5E-B65C-2B39-3CDB-C6C5E33B880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6479482"/>
            <a:ext cx="192024" cy="202328"/>
          </a:xfrm>
          <a:prstGeom prst="rect">
            <a:avLst/>
          </a:prstGeom>
        </p:spPr>
      </p:pic>
      <p:sp>
        <p:nvSpPr>
          <p:cNvPr id="8" name="TextBox 7">
            <a:extLst>
              <a:ext uri="{FF2B5EF4-FFF2-40B4-BE49-F238E27FC236}">
                <a16:creationId xmlns:a16="http://schemas.microsoft.com/office/drawing/2014/main" id="{7047D570-694E-0244-1B53-4703C3406F1E}"/>
              </a:ext>
            </a:extLst>
          </p:cNvPr>
          <p:cNvSpPr txBox="1"/>
          <p:nvPr userDrawn="1"/>
        </p:nvSpPr>
        <p:spPr>
          <a:xfrm>
            <a:off x="8317890" y="647732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solidFill>
              </a:rPr>
              <a:t>Copyright © 2022 Accenture. All rights reserved.</a:t>
            </a:r>
            <a:endParaRPr lang="en-US" noProof="0">
              <a:solidFill>
                <a:schemeClr val="bg1"/>
              </a:solidFill>
            </a:endParaRPr>
          </a:p>
        </p:txBody>
      </p:sp>
      <p:sp>
        <p:nvSpPr>
          <p:cNvPr id="9" name="TextBox 8">
            <a:extLst>
              <a:ext uri="{FF2B5EF4-FFF2-40B4-BE49-F238E27FC236}">
                <a16:creationId xmlns:a16="http://schemas.microsoft.com/office/drawing/2014/main" id="{9DA52F56-61B4-78B0-9630-E2673BFB81EB}"/>
              </a:ext>
            </a:extLst>
          </p:cNvPr>
          <p:cNvSpPr txBox="1"/>
          <p:nvPr userDrawn="1"/>
        </p:nvSpPr>
        <p:spPr>
          <a:xfrm>
            <a:off x="11430000" y="6476035"/>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
        <p:nvSpPr>
          <p:cNvPr id="14" name="Slide Number Placeholder 6">
            <a:extLst>
              <a:ext uri="{FF2B5EF4-FFF2-40B4-BE49-F238E27FC236}">
                <a16:creationId xmlns:a16="http://schemas.microsoft.com/office/drawing/2014/main" id="{7DDBC2DF-6E62-B90B-3875-CA1D1BA66972}"/>
              </a:ext>
            </a:extLst>
          </p:cNvPr>
          <p:cNvSpPr>
            <a:spLocks noGrp="1"/>
          </p:cNvSpPr>
          <p:nvPr>
            <p:ph type="sldNum" sz="quarter" idx="4"/>
          </p:nvPr>
        </p:nvSpPr>
        <p:spPr>
          <a:xfrm>
            <a:off x="11429998" y="6472243"/>
            <a:ext cx="381001" cy="207843"/>
          </a:xfrm>
          <a:prstGeom prst="rect">
            <a:avLst/>
          </a:prstGeom>
          <a:noFill/>
        </p:spPr>
        <p:txBody>
          <a:bodyPr wrap="square" lIns="0" tIns="0" rIns="0" bIns="0" rtlCol="0" anchor="ctr">
            <a:noAutofit/>
          </a:bodyPr>
          <a:lstStyle>
            <a:lvl1pPr>
              <a:defRPr lang="en-US" sz="800" smtClean="0">
                <a:solidFill>
                  <a:schemeClr val="bg1"/>
                </a:solidFill>
              </a:defRPr>
            </a:lvl1pPr>
          </a:lstStyle>
          <a:p>
            <a:pPr algn="r" defTabSz="228600">
              <a:spcAft>
                <a:spcPts val="1200"/>
              </a:spcAft>
            </a:pPr>
            <a:fld id="{CC9E6EB9-168E-4914-8CC7-2E853AFB4F1B}" type="slidenum">
              <a:rPr lang="en-IN" smtClean="0"/>
              <a:pPr algn="r" defTabSz="228600">
                <a:spcAft>
                  <a:spcPts val="1200"/>
                </a:spcAft>
              </a:pPr>
              <a:t>‹#›</a:t>
            </a:fld>
            <a:endParaRPr lang="en-IN"/>
          </a:p>
        </p:txBody>
      </p:sp>
    </p:spTree>
    <p:extLst>
      <p:ext uri="{BB962C8B-B14F-4D97-AF65-F5344CB8AC3E}">
        <p14:creationId xmlns:p14="http://schemas.microsoft.com/office/powerpoint/2010/main" val="4564342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guide id="3" orient="horz" pos="6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5_Team">
    <p:bg>
      <p:bgPr>
        <a:solidFill>
          <a:schemeClr val="tx1"/>
        </a:solidFill>
        <a:effectLst/>
      </p:bgPr>
    </p:bg>
    <p:spTree>
      <p:nvGrpSpPr>
        <p:cNvPr id="1" name=""/>
        <p:cNvGrpSpPr/>
        <p:nvPr/>
      </p:nvGrpSpPr>
      <p:grpSpPr>
        <a:xfrm>
          <a:off x="0" y="0"/>
          <a:ext cx="0" cy="0"/>
          <a:chOff x="0" y="0"/>
          <a:chExt cx="0" cy="0"/>
        </a:xfrm>
      </p:grpSpPr>
      <p:pic>
        <p:nvPicPr>
          <p:cNvPr id="21" name="Picture 20" descr="Background pattern&#10;&#10;Description automatically generated">
            <a:extLst>
              <a:ext uri="{FF2B5EF4-FFF2-40B4-BE49-F238E27FC236}">
                <a16:creationId xmlns:a16="http://schemas.microsoft.com/office/drawing/2014/main" id="{E1337FA5-A70C-9EE8-26C7-E9AADAA33D8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5808" y="130129"/>
            <a:ext cx="11920383" cy="6597741"/>
          </a:xfrm>
          <a:prstGeom prst="rect">
            <a:avLst/>
          </a:prstGeom>
        </p:spPr>
      </p:pic>
      <p:pic>
        <p:nvPicPr>
          <p:cNvPr id="25" name="Picture 24" descr="A picture containing drawing, clock&#10;&#10;Description automatically generated">
            <a:extLst>
              <a:ext uri="{FF2B5EF4-FFF2-40B4-BE49-F238E27FC236}">
                <a16:creationId xmlns:a16="http://schemas.microsoft.com/office/drawing/2014/main" id="{540970C0-70D4-E2CC-0F29-AC1BFC4EC57D}"/>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381000" y="6210736"/>
            <a:ext cx="192024" cy="202328"/>
          </a:xfrm>
          <a:prstGeom prst="rect">
            <a:avLst/>
          </a:prstGeom>
        </p:spPr>
      </p:pic>
      <p:sp>
        <p:nvSpPr>
          <p:cNvPr id="26" name="TextBox 25">
            <a:extLst>
              <a:ext uri="{FF2B5EF4-FFF2-40B4-BE49-F238E27FC236}">
                <a16:creationId xmlns:a16="http://schemas.microsoft.com/office/drawing/2014/main" id="{48685F17-2D51-6747-A26D-2D218FF8DD93}"/>
              </a:ext>
            </a:extLst>
          </p:cNvPr>
          <p:cNvSpPr txBox="1"/>
          <p:nvPr userDrawn="1"/>
        </p:nvSpPr>
        <p:spPr>
          <a:xfrm>
            <a:off x="8317890" y="6208575"/>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solidFill>
              </a:rPr>
              <a:t>Copyright © 2022 Accenture. All rights reserved.</a:t>
            </a:r>
            <a:endParaRPr lang="en-US" noProof="0">
              <a:solidFill>
                <a:schemeClr val="tx1"/>
              </a:solidFill>
            </a:endParaRPr>
          </a:p>
        </p:txBody>
      </p:sp>
      <p:sp>
        <p:nvSpPr>
          <p:cNvPr id="27" name="TextBox 26">
            <a:extLst>
              <a:ext uri="{FF2B5EF4-FFF2-40B4-BE49-F238E27FC236}">
                <a16:creationId xmlns:a16="http://schemas.microsoft.com/office/drawing/2014/main" id="{F10A5AFE-18D4-247D-A86B-3C05EE1FD680}"/>
              </a:ext>
            </a:extLst>
          </p:cNvPr>
          <p:cNvSpPr txBox="1"/>
          <p:nvPr userDrawn="1"/>
        </p:nvSpPr>
        <p:spPr>
          <a:xfrm>
            <a:off x="11430000" y="6207289"/>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28" name="Slide Number Placeholder 6">
            <a:extLst>
              <a:ext uri="{FF2B5EF4-FFF2-40B4-BE49-F238E27FC236}">
                <a16:creationId xmlns:a16="http://schemas.microsoft.com/office/drawing/2014/main" id="{8B637B5E-A052-73DA-AC74-FCF7E65323EC}"/>
              </a:ext>
            </a:extLst>
          </p:cNvPr>
          <p:cNvSpPr>
            <a:spLocks noGrp="1"/>
          </p:cNvSpPr>
          <p:nvPr>
            <p:ph type="sldNum" sz="quarter" idx="4"/>
          </p:nvPr>
        </p:nvSpPr>
        <p:spPr>
          <a:xfrm>
            <a:off x="11429998" y="6203497"/>
            <a:ext cx="381001" cy="207843"/>
          </a:xfrm>
          <a:prstGeom prst="rect">
            <a:avLst/>
          </a:prstGeom>
          <a:noFill/>
        </p:spPr>
        <p:txBody>
          <a:bodyPr wrap="square" lIns="0" tIns="0" rIns="0" bIns="0" rtlCol="0" anchor="ctr">
            <a:noAutofit/>
          </a:bodyPr>
          <a:lstStyle>
            <a:lvl1pPr>
              <a:defRPr lang="en-US" sz="800" smtClean="0">
                <a:solidFill>
                  <a:schemeClr val="tx1"/>
                </a:solidFill>
              </a:defRPr>
            </a:lvl1pPr>
          </a:lstStyle>
          <a:p>
            <a:pPr algn="r" defTabSz="228600">
              <a:spcAft>
                <a:spcPts val="1200"/>
              </a:spcAft>
            </a:pPr>
            <a:fld id="{CC9E6EB9-168E-4914-8CC7-2E853AFB4F1B}" type="slidenum">
              <a:rPr lang="en-IN" smtClean="0"/>
              <a:pPr algn="r" defTabSz="228600">
                <a:spcAft>
                  <a:spcPts val="1200"/>
                </a:spcAft>
              </a:pPr>
              <a:t>‹#›</a:t>
            </a:fld>
            <a:endParaRPr lang="en-IN"/>
          </a:p>
        </p:txBody>
      </p:sp>
      <p:sp>
        <p:nvSpPr>
          <p:cNvPr id="4" name="Picture Placeholder 3">
            <a:extLst>
              <a:ext uri="{FF2B5EF4-FFF2-40B4-BE49-F238E27FC236}">
                <a16:creationId xmlns:a16="http://schemas.microsoft.com/office/drawing/2014/main" id="{21381AE8-13A8-F06B-24ED-D14AD53C3643}"/>
              </a:ext>
            </a:extLst>
          </p:cNvPr>
          <p:cNvSpPr>
            <a:spLocks noGrp="1" noChangeAspect="1"/>
          </p:cNvSpPr>
          <p:nvPr>
            <p:ph type="pic" sz="quarter" idx="10"/>
          </p:nvPr>
        </p:nvSpPr>
        <p:spPr>
          <a:xfrm>
            <a:off x="1143000" y="2321473"/>
            <a:ext cx="1620000" cy="1620000"/>
          </a:xfrm>
          <a:prstGeom prst="flowChartConnector">
            <a:avLst/>
          </a:prstGeom>
          <a:solidFill>
            <a:schemeClr val="tx1"/>
          </a:solidFill>
          <a:effectLst/>
        </p:spPr>
        <p:txBody>
          <a:bodyPr/>
          <a:lstStyle/>
          <a:p>
            <a:endParaRPr lang="en-IN"/>
          </a:p>
        </p:txBody>
      </p:sp>
      <p:sp>
        <p:nvSpPr>
          <p:cNvPr id="6" name="Text Placeholder 5">
            <a:extLst>
              <a:ext uri="{FF2B5EF4-FFF2-40B4-BE49-F238E27FC236}">
                <a16:creationId xmlns:a16="http://schemas.microsoft.com/office/drawing/2014/main" id="{88EF06B3-1844-84A8-E661-FFA40975D942}"/>
              </a:ext>
            </a:extLst>
          </p:cNvPr>
          <p:cNvSpPr>
            <a:spLocks noGrp="1"/>
          </p:cNvSpPr>
          <p:nvPr>
            <p:ph type="body" sz="quarter" idx="11"/>
          </p:nvPr>
        </p:nvSpPr>
        <p:spPr>
          <a:xfrm>
            <a:off x="1142999" y="4172498"/>
            <a:ext cx="1994067" cy="490537"/>
          </a:xfrm>
        </p:spPr>
        <p:txBody>
          <a:bodyPr/>
          <a:lstStyle>
            <a:lvl1pPr>
              <a:defRPr sz="1600" b="1">
                <a:solidFill>
                  <a:schemeClr val="tx1"/>
                </a:solidFill>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Click to edit Master text styles</a:t>
            </a:r>
            <a:endParaRPr lang="en-IN"/>
          </a:p>
        </p:txBody>
      </p:sp>
      <p:sp>
        <p:nvSpPr>
          <p:cNvPr id="30" name="Text Placeholder 29">
            <a:extLst>
              <a:ext uri="{FF2B5EF4-FFF2-40B4-BE49-F238E27FC236}">
                <a16:creationId xmlns:a16="http://schemas.microsoft.com/office/drawing/2014/main" id="{07D271E0-0BA0-0A2F-910F-1206DDD058E8}"/>
              </a:ext>
            </a:extLst>
          </p:cNvPr>
          <p:cNvSpPr>
            <a:spLocks noGrp="1"/>
          </p:cNvSpPr>
          <p:nvPr>
            <p:ph type="body" sz="quarter" idx="12"/>
          </p:nvPr>
        </p:nvSpPr>
        <p:spPr>
          <a:xfrm>
            <a:off x="1143000" y="4894810"/>
            <a:ext cx="1800000" cy="711200"/>
          </a:xfrm>
        </p:spPr>
        <p:txBody>
          <a:bodyPr/>
          <a:lstStyle>
            <a:lvl1pPr>
              <a:defRPr sz="1400">
                <a:solidFill>
                  <a:schemeClr val="tx1"/>
                </a:solidFill>
                <a:latin typeface="+mj-lt"/>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endParaRPr lang="en-IN"/>
          </a:p>
        </p:txBody>
      </p:sp>
      <p:sp>
        <p:nvSpPr>
          <p:cNvPr id="31" name="Picture Placeholder 3">
            <a:extLst>
              <a:ext uri="{FF2B5EF4-FFF2-40B4-BE49-F238E27FC236}">
                <a16:creationId xmlns:a16="http://schemas.microsoft.com/office/drawing/2014/main" id="{D463BDEB-F525-C5BB-5BA2-F4E661D66AAD}"/>
              </a:ext>
            </a:extLst>
          </p:cNvPr>
          <p:cNvSpPr>
            <a:spLocks noGrp="1" noChangeAspect="1"/>
          </p:cNvSpPr>
          <p:nvPr>
            <p:ph type="pic" sz="quarter" idx="13"/>
          </p:nvPr>
        </p:nvSpPr>
        <p:spPr>
          <a:xfrm>
            <a:off x="3847933" y="2321473"/>
            <a:ext cx="1620000" cy="1620000"/>
          </a:xfrm>
          <a:prstGeom prst="flowChartConnector">
            <a:avLst/>
          </a:prstGeom>
          <a:solidFill>
            <a:schemeClr val="tx1"/>
          </a:solidFill>
          <a:effectLst/>
        </p:spPr>
        <p:txBody>
          <a:bodyPr/>
          <a:lstStyle/>
          <a:p>
            <a:endParaRPr lang="en-IN"/>
          </a:p>
        </p:txBody>
      </p:sp>
      <p:sp>
        <p:nvSpPr>
          <p:cNvPr id="32" name="Text Placeholder 5">
            <a:extLst>
              <a:ext uri="{FF2B5EF4-FFF2-40B4-BE49-F238E27FC236}">
                <a16:creationId xmlns:a16="http://schemas.microsoft.com/office/drawing/2014/main" id="{93906B97-A8D1-ADD7-E91D-BC19A4D04F7F}"/>
              </a:ext>
            </a:extLst>
          </p:cNvPr>
          <p:cNvSpPr>
            <a:spLocks noGrp="1"/>
          </p:cNvSpPr>
          <p:nvPr>
            <p:ph type="body" sz="quarter" idx="14"/>
          </p:nvPr>
        </p:nvSpPr>
        <p:spPr>
          <a:xfrm>
            <a:off x="3847932" y="4172498"/>
            <a:ext cx="1994067" cy="490537"/>
          </a:xfrm>
        </p:spPr>
        <p:txBody>
          <a:bodyPr/>
          <a:lstStyle>
            <a:lvl1pPr>
              <a:defRPr sz="1600" b="1">
                <a:solidFill>
                  <a:schemeClr val="tx1"/>
                </a:solidFill>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Click to edit Master text styles</a:t>
            </a:r>
            <a:endParaRPr lang="en-IN"/>
          </a:p>
        </p:txBody>
      </p:sp>
      <p:sp>
        <p:nvSpPr>
          <p:cNvPr id="33" name="Text Placeholder 29">
            <a:extLst>
              <a:ext uri="{FF2B5EF4-FFF2-40B4-BE49-F238E27FC236}">
                <a16:creationId xmlns:a16="http://schemas.microsoft.com/office/drawing/2014/main" id="{8923D737-C362-01DF-05E2-7DEBCD04F012}"/>
              </a:ext>
            </a:extLst>
          </p:cNvPr>
          <p:cNvSpPr>
            <a:spLocks noGrp="1"/>
          </p:cNvSpPr>
          <p:nvPr>
            <p:ph type="body" sz="quarter" idx="15"/>
          </p:nvPr>
        </p:nvSpPr>
        <p:spPr>
          <a:xfrm>
            <a:off x="3847933" y="4894810"/>
            <a:ext cx="1800000" cy="711200"/>
          </a:xfrm>
        </p:spPr>
        <p:txBody>
          <a:bodyPr/>
          <a:lstStyle>
            <a:lvl1pPr>
              <a:defRPr sz="1400">
                <a:solidFill>
                  <a:schemeClr val="tx1"/>
                </a:solidFill>
                <a:latin typeface="+mj-lt"/>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endParaRPr lang="en-IN"/>
          </a:p>
        </p:txBody>
      </p:sp>
      <p:sp>
        <p:nvSpPr>
          <p:cNvPr id="34" name="Picture Placeholder 3">
            <a:extLst>
              <a:ext uri="{FF2B5EF4-FFF2-40B4-BE49-F238E27FC236}">
                <a16:creationId xmlns:a16="http://schemas.microsoft.com/office/drawing/2014/main" id="{95C1AAF7-B406-4998-037D-03AA2962D382}"/>
              </a:ext>
            </a:extLst>
          </p:cNvPr>
          <p:cNvSpPr>
            <a:spLocks noGrp="1" noChangeAspect="1"/>
          </p:cNvSpPr>
          <p:nvPr>
            <p:ph type="pic" sz="quarter" idx="16"/>
          </p:nvPr>
        </p:nvSpPr>
        <p:spPr>
          <a:xfrm>
            <a:off x="6552866" y="2321473"/>
            <a:ext cx="1620000" cy="1620000"/>
          </a:xfrm>
          <a:prstGeom prst="flowChartConnector">
            <a:avLst/>
          </a:prstGeom>
          <a:solidFill>
            <a:schemeClr val="tx1"/>
          </a:solidFill>
          <a:effectLst/>
        </p:spPr>
        <p:txBody>
          <a:bodyPr/>
          <a:lstStyle/>
          <a:p>
            <a:endParaRPr lang="en-IN"/>
          </a:p>
        </p:txBody>
      </p:sp>
      <p:sp>
        <p:nvSpPr>
          <p:cNvPr id="35" name="Text Placeholder 5">
            <a:extLst>
              <a:ext uri="{FF2B5EF4-FFF2-40B4-BE49-F238E27FC236}">
                <a16:creationId xmlns:a16="http://schemas.microsoft.com/office/drawing/2014/main" id="{528D6CD2-2F8C-2351-691E-BBA769EAF35B}"/>
              </a:ext>
            </a:extLst>
          </p:cNvPr>
          <p:cNvSpPr>
            <a:spLocks noGrp="1"/>
          </p:cNvSpPr>
          <p:nvPr>
            <p:ph type="body" sz="quarter" idx="17"/>
          </p:nvPr>
        </p:nvSpPr>
        <p:spPr>
          <a:xfrm>
            <a:off x="6552865" y="4172498"/>
            <a:ext cx="1994067" cy="490537"/>
          </a:xfrm>
        </p:spPr>
        <p:txBody>
          <a:bodyPr/>
          <a:lstStyle>
            <a:lvl1pPr>
              <a:defRPr sz="1600" b="1">
                <a:solidFill>
                  <a:schemeClr val="tx1"/>
                </a:solidFill>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Click to edit Master text styles</a:t>
            </a:r>
            <a:endParaRPr lang="en-IN"/>
          </a:p>
        </p:txBody>
      </p:sp>
      <p:sp>
        <p:nvSpPr>
          <p:cNvPr id="36" name="Text Placeholder 29">
            <a:extLst>
              <a:ext uri="{FF2B5EF4-FFF2-40B4-BE49-F238E27FC236}">
                <a16:creationId xmlns:a16="http://schemas.microsoft.com/office/drawing/2014/main" id="{8A8762DD-0FEA-B4A3-3374-C4785A9D494A}"/>
              </a:ext>
            </a:extLst>
          </p:cNvPr>
          <p:cNvSpPr>
            <a:spLocks noGrp="1"/>
          </p:cNvSpPr>
          <p:nvPr>
            <p:ph type="body" sz="quarter" idx="18"/>
          </p:nvPr>
        </p:nvSpPr>
        <p:spPr>
          <a:xfrm>
            <a:off x="6552866" y="4894810"/>
            <a:ext cx="1800000" cy="711200"/>
          </a:xfrm>
        </p:spPr>
        <p:txBody>
          <a:bodyPr/>
          <a:lstStyle>
            <a:lvl1pPr>
              <a:defRPr sz="1400">
                <a:solidFill>
                  <a:schemeClr val="tx1"/>
                </a:solidFill>
                <a:latin typeface="+mj-lt"/>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endParaRPr lang="en-IN"/>
          </a:p>
        </p:txBody>
      </p:sp>
      <p:sp>
        <p:nvSpPr>
          <p:cNvPr id="37" name="Picture Placeholder 3">
            <a:extLst>
              <a:ext uri="{FF2B5EF4-FFF2-40B4-BE49-F238E27FC236}">
                <a16:creationId xmlns:a16="http://schemas.microsoft.com/office/drawing/2014/main" id="{AE1DE6DE-E888-B10E-D254-D373731EBBE7}"/>
              </a:ext>
            </a:extLst>
          </p:cNvPr>
          <p:cNvSpPr>
            <a:spLocks noGrp="1" noChangeAspect="1"/>
          </p:cNvSpPr>
          <p:nvPr>
            <p:ph type="pic" sz="quarter" idx="19"/>
          </p:nvPr>
        </p:nvSpPr>
        <p:spPr>
          <a:xfrm>
            <a:off x="9257800" y="2321473"/>
            <a:ext cx="1620000" cy="1620000"/>
          </a:xfrm>
          <a:prstGeom prst="flowChartConnector">
            <a:avLst/>
          </a:prstGeom>
          <a:solidFill>
            <a:schemeClr val="tx1"/>
          </a:solidFill>
          <a:effectLst/>
        </p:spPr>
        <p:txBody>
          <a:bodyPr/>
          <a:lstStyle/>
          <a:p>
            <a:endParaRPr lang="en-IN"/>
          </a:p>
        </p:txBody>
      </p:sp>
      <p:sp>
        <p:nvSpPr>
          <p:cNvPr id="38" name="Text Placeholder 5">
            <a:extLst>
              <a:ext uri="{FF2B5EF4-FFF2-40B4-BE49-F238E27FC236}">
                <a16:creationId xmlns:a16="http://schemas.microsoft.com/office/drawing/2014/main" id="{89180913-74D9-8A36-616A-4AAB1AC64004}"/>
              </a:ext>
            </a:extLst>
          </p:cNvPr>
          <p:cNvSpPr>
            <a:spLocks noGrp="1"/>
          </p:cNvSpPr>
          <p:nvPr>
            <p:ph type="body" sz="quarter" idx="20"/>
          </p:nvPr>
        </p:nvSpPr>
        <p:spPr>
          <a:xfrm>
            <a:off x="9257799" y="4172498"/>
            <a:ext cx="1994067" cy="490537"/>
          </a:xfrm>
        </p:spPr>
        <p:txBody>
          <a:bodyPr/>
          <a:lstStyle>
            <a:lvl1pPr>
              <a:defRPr sz="1600" b="1">
                <a:solidFill>
                  <a:schemeClr val="tx1"/>
                </a:solidFill>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Click to edit Master text styles</a:t>
            </a:r>
            <a:endParaRPr lang="en-IN"/>
          </a:p>
        </p:txBody>
      </p:sp>
      <p:sp>
        <p:nvSpPr>
          <p:cNvPr id="39" name="Text Placeholder 29">
            <a:extLst>
              <a:ext uri="{FF2B5EF4-FFF2-40B4-BE49-F238E27FC236}">
                <a16:creationId xmlns:a16="http://schemas.microsoft.com/office/drawing/2014/main" id="{F314B5EF-FDA2-EC49-B4E7-063614D4DD81}"/>
              </a:ext>
            </a:extLst>
          </p:cNvPr>
          <p:cNvSpPr>
            <a:spLocks noGrp="1"/>
          </p:cNvSpPr>
          <p:nvPr>
            <p:ph type="body" sz="quarter" idx="21"/>
          </p:nvPr>
        </p:nvSpPr>
        <p:spPr>
          <a:xfrm>
            <a:off x="9257800" y="4894810"/>
            <a:ext cx="1800000" cy="711200"/>
          </a:xfrm>
        </p:spPr>
        <p:txBody>
          <a:bodyPr/>
          <a:lstStyle>
            <a:lvl1pPr>
              <a:defRPr sz="1400">
                <a:solidFill>
                  <a:schemeClr val="tx1"/>
                </a:solidFill>
                <a:latin typeface="+mj-lt"/>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endParaRPr lang="en-IN"/>
          </a:p>
        </p:txBody>
      </p:sp>
      <p:sp>
        <p:nvSpPr>
          <p:cNvPr id="40" name="Title 1">
            <a:extLst>
              <a:ext uri="{FF2B5EF4-FFF2-40B4-BE49-F238E27FC236}">
                <a16:creationId xmlns:a16="http://schemas.microsoft.com/office/drawing/2014/main" id="{59D22BA0-2421-D65E-1FB8-6C2F8E84B5C9}"/>
              </a:ext>
            </a:extLst>
          </p:cNvPr>
          <p:cNvSpPr>
            <a:spLocks noGrp="1"/>
          </p:cNvSpPr>
          <p:nvPr>
            <p:ph type="title" hasCustomPrompt="1"/>
          </p:nvPr>
        </p:nvSpPr>
        <p:spPr>
          <a:xfrm>
            <a:off x="1143000" y="1356740"/>
            <a:ext cx="10286998" cy="443198"/>
          </a:xfrm>
        </p:spPr>
        <p:txBody>
          <a:bodyPr wrap="square" anchor="t">
            <a:spAutoFit/>
          </a:bodyPr>
          <a:lstStyle>
            <a:lvl1pPr>
              <a:defRPr sz="3600">
                <a:solidFill>
                  <a:schemeClr val="tx1"/>
                </a:solidFill>
              </a:defRPr>
            </a:lvl1pPr>
          </a:lstStyle>
          <a:p>
            <a:r>
              <a:rPr lang="en-US"/>
              <a:t>Section title 32pt</a:t>
            </a:r>
          </a:p>
        </p:txBody>
      </p:sp>
      <p:sp>
        <p:nvSpPr>
          <p:cNvPr id="43" name="Text Placeholder 42">
            <a:extLst>
              <a:ext uri="{FF2B5EF4-FFF2-40B4-BE49-F238E27FC236}">
                <a16:creationId xmlns:a16="http://schemas.microsoft.com/office/drawing/2014/main" id="{068C2A61-8D65-EA48-3357-A98833890D0E}"/>
              </a:ext>
            </a:extLst>
          </p:cNvPr>
          <p:cNvSpPr>
            <a:spLocks noGrp="1"/>
          </p:cNvSpPr>
          <p:nvPr>
            <p:ph type="body" sz="quarter" idx="22"/>
          </p:nvPr>
        </p:nvSpPr>
        <p:spPr>
          <a:xfrm>
            <a:off x="1143000" y="933002"/>
            <a:ext cx="10287000" cy="292100"/>
          </a:xfrm>
        </p:spPr>
        <p:txBody>
          <a:bodyPr/>
          <a:lstStyle>
            <a:lvl1pPr>
              <a:defRPr sz="2000" b="1">
                <a:solidFill>
                  <a:schemeClr val="tx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2000" b="1">
                <a:solidFill>
                  <a:schemeClr val="accent1"/>
                </a:solidFill>
              </a:defRPr>
            </a:lvl5pPr>
          </a:lstStyle>
          <a:p>
            <a:pPr lvl="0"/>
            <a:r>
              <a:rPr lang="en-US"/>
              <a:t>Click to edit Master text styles</a:t>
            </a:r>
            <a:endParaRPr lang="en-IN"/>
          </a:p>
        </p:txBody>
      </p:sp>
    </p:spTree>
    <p:extLst>
      <p:ext uri="{BB962C8B-B14F-4D97-AF65-F5344CB8AC3E}">
        <p14:creationId xmlns:p14="http://schemas.microsoft.com/office/powerpoint/2010/main" val="10331303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502030-B187-FE51-4FE0-32C86C0F52E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4" y="0"/>
            <a:ext cx="12188952"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Thank you</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08415464"/>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Layout_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1180535"/>
      </p:ext>
    </p:extLst>
  </p:cSld>
  <p:clrMapOvr>
    <a:masterClrMapping/>
  </p:clrMapOvr>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Intro – Full-bleed">
    <p:bg>
      <p:bgRef idx="1001">
        <a:schemeClr val="bg1"/>
      </p:bgRef>
    </p:bg>
    <p:spTree>
      <p:nvGrpSpPr>
        <p:cNvPr id="1" name=""/>
        <p:cNvGrpSpPr/>
        <p:nvPr/>
      </p:nvGrpSpPr>
      <p:grpSpPr>
        <a:xfrm>
          <a:off x="0" y="0"/>
          <a:ext cx="0" cy="0"/>
          <a:chOff x="0" y="0"/>
          <a:chExt cx="0" cy="0"/>
        </a:xfrm>
      </p:grpSpPr>
      <p:sp>
        <p:nvSpPr>
          <p:cNvPr id="11" name="Picture Placeholder 13">
            <a:extLst>
              <a:ext uri="{FF2B5EF4-FFF2-40B4-BE49-F238E27FC236}">
                <a16:creationId xmlns:a16="http://schemas.microsoft.com/office/drawing/2014/main" id="{DE0A3BC1-0AEE-4CB4-B4CD-8EE1F2C12BD8}"/>
              </a:ext>
            </a:extLst>
          </p:cNvPr>
          <p:cNvSpPr>
            <a:spLocks noGrp="1"/>
          </p:cNvSpPr>
          <p:nvPr>
            <p:ph type="pic" sz="quarter" idx="17" hasCustomPrompt="1"/>
          </p:nvPr>
        </p:nvSpPr>
        <p:spPr>
          <a:xfrm>
            <a:off x="0" y="0"/>
            <a:ext cx="12192001" cy="6858000"/>
          </a:xfrm>
          <a:prstGeom prst="rect">
            <a:avLst/>
          </a:prstGeom>
          <a:solidFill>
            <a:schemeClr val="tx1">
              <a:lumMod val="85000"/>
            </a:schemeClr>
          </a:solidFill>
        </p:spPr>
        <p:txBody>
          <a:bodyPr lIns="720000" tIns="0" rIns="720000" bIns="900000" anchor="ctr" anchorCtr="0"/>
          <a:lstStyle>
            <a:lvl1pPr algn="l">
              <a:spcBef>
                <a:spcPts val="0"/>
              </a:spcBef>
              <a:defRPr sz="1600" b="0" cap="none" baseline="0">
                <a:latin typeface="+mn-lt"/>
              </a:defRPr>
            </a:lvl1pPr>
          </a:lstStyle>
          <a:p>
            <a:r>
              <a:rPr lang="en-US"/>
              <a:t>Click on the icon to insert image </a:t>
            </a:r>
            <a:br>
              <a:rPr lang="en-US"/>
            </a:br>
            <a:r>
              <a:rPr lang="en-US"/>
              <a:t>in placeholder and use the crop tool </a:t>
            </a:r>
            <a:br>
              <a:rPr lang="en-US"/>
            </a:br>
            <a:r>
              <a:rPr lang="en-US"/>
              <a:t>to adjust the image cropping</a:t>
            </a:r>
          </a:p>
        </p:txBody>
      </p:sp>
      <p:sp>
        <p:nvSpPr>
          <p:cNvPr id="5" name="Slide Number Placeholder 4">
            <a:extLst>
              <a:ext uri="{FF2B5EF4-FFF2-40B4-BE49-F238E27FC236}">
                <a16:creationId xmlns:a16="http://schemas.microsoft.com/office/drawing/2014/main" id="{D2ABDFE8-15BE-4A34-B9AD-FF8BB2C45945}"/>
              </a:ext>
            </a:extLst>
          </p:cNvPr>
          <p:cNvSpPr>
            <a:spLocks noGrp="1"/>
          </p:cNvSpPr>
          <p:nvPr>
            <p:ph type="sldNum" sz="quarter" idx="39"/>
          </p:nvPr>
        </p:nvSpPr>
        <p:spPr/>
        <p:txBody>
          <a:bodyPr/>
          <a:lstStyle/>
          <a:p>
            <a:fld id="{876872E1-3CB8-45EA-A826-1429BD5BE353}" type="slidenum">
              <a:rPr lang="en-CA" smtClean="0"/>
              <a:pPr/>
              <a:t>‹#›</a:t>
            </a:fld>
            <a:endParaRPr lang="en-CA"/>
          </a:p>
        </p:txBody>
      </p:sp>
    </p:spTree>
    <p:extLst>
      <p:ext uri="{BB962C8B-B14F-4D97-AF65-F5344CB8AC3E}">
        <p14:creationId xmlns:p14="http://schemas.microsoft.com/office/powerpoint/2010/main" val="84001486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_Text and Image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1341438"/>
            <a:ext cx="4068763" cy="1706562"/>
          </a:xfrm>
        </p:spPr>
        <p:txBody>
          <a:bodyPr anchor="t"/>
          <a:lstStyle>
            <a:lvl1pPr>
              <a:lnSpc>
                <a:spcPct val="90000"/>
              </a:lnSpc>
              <a:defRPr sz="3000"/>
            </a:lvl1pPr>
          </a:lstStyle>
          <a:p>
            <a:r>
              <a:rPr lang="en-GB"/>
              <a:t>Place headline here (32pt, min 30pt)</a:t>
            </a:r>
            <a:endParaRPr lang="en-US"/>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13C499DC-456D-AD4E-B8A4-E55217F992E7}"/>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a:t>
            </a:r>
            <a:endParaRPr lang="en-US" noProof="0">
              <a:solidFill>
                <a:schemeClr val="tx1">
                  <a:alpha val="75000"/>
                </a:schemeClr>
              </a:solidFill>
            </a:endParaRPr>
          </a:p>
        </p:txBody>
      </p:sp>
    </p:spTree>
    <p:extLst>
      <p:ext uri="{BB962C8B-B14F-4D97-AF65-F5344CB8AC3E}">
        <p14:creationId xmlns:p14="http://schemas.microsoft.com/office/powerpoint/2010/main" val="13248775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2021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691678955"/>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_Cover v2">
    <p:bg>
      <p:bgPr>
        <a:solidFill>
          <a:schemeClr val="bg1"/>
        </a:solidFill>
        <a:effectLst/>
      </p:bgPr>
    </p:bg>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B032B191-CE3D-5CBE-1F1A-308C87B1559A}"/>
              </a:ext>
            </a:extLst>
          </p:cNvPr>
          <p:cNvSpPr>
            <a:spLocks noGrp="1"/>
          </p:cNvSpPr>
          <p:nvPr>
            <p:ph type="sldNum" sz="quarter" idx="2"/>
          </p:nvPr>
        </p:nvSpPr>
        <p:spPr>
          <a:xfrm>
            <a:off x="11562151" y="6443759"/>
            <a:ext cx="247262" cy="132523"/>
          </a:xfrm>
        </p:spPr>
        <p:txBody>
          <a:bodyPr/>
          <a:lstStyle/>
          <a:p>
            <a:fld id="{86CB4B4D-7CA3-9044-876B-883B54F8677D}" type="slidenum">
              <a:rPr lang="pl-PL" smtClean="0"/>
              <a:pPr/>
              <a:t>‹#›</a:t>
            </a:fld>
            <a:endParaRPr lang="pl-PL"/>
          </a:p>
        </p:txBody>
      </p:sp>
      <p:sp>
        <p:nvSpPr>
          <p:cNvPr id="3" name="Footer Placeholder 2">
            <a:extLst>
              <a:ext uri="{FF2B5EF4-FFF2-40B4-BE49-F238E27FC236}">
                <a16:creationId xmlns:a16="http://schemas.microsoft.com/office/drawing/2014/main" id="{ABEBCA51-4513-928E-944A-AF1175A8AF3C}"/>
              </a:ext>
            </a:extLst>
          </p:cNvPr>
          <p:cNvSpPr>
            <a:spLocks noGrp="1"/>
          </p:cNvSpPr>
          <p:nvPr>
            <p:ph type="ftr" sz="quarter" idx="3"/>
          </p:nvPr>
        </p:nvSpPr>
        <p:spPr>
          <a:xfrm>
            <a:off x="8373353" y="6443759"/>
            <a:ext cx="3175200" cy="132523"/>
          </a:xfrm>
          <a:prstGeom prst="rect">
            <a:avLst/>
          </a:prstGeom>
        </p:spPr>
        <p:txBody>
          <a:bodyPr lIns="0" tIns="0" rIns="0" bIns="0"/>
          <a:lstStyle>
            <a:lvl1pPr algn="r">
              <a:defRPr sz="800">
                <a:solidFill>
                  <a:schemeClr val="tx1">
                    <a:alpha val="40000"/>
                  </a:schemeClr>
                </a:solidFill>
                <a:latin typeface="+mn-lt"/>
              </a:defRPr>
            </a:lvl1pPr>
          </a:lstStyle>
          <a:p>
            <a:r>
              <a:rPr lang="en-US" dirty="0">
                <a:solidFill>
                  <a:schemeClr val="bg1"/>
                </a:solidFill>
              </a:rPr>
              <a:t>Copyright © 202</a:t>
            </a:r>
            <a:r>
              <a:rPr lang="pl-PL" dirty="0">
                <a:solidFill>
                  <a:schemeClr val="bg1"/>
                </a:solidFill>
              </a:rPr>
              <a:t>4</a:t>
            </a:r>
            <a:r>
              <a:rPr lang="en-US" dirty="0">
                <a:solidFill>
                  <a:schemeClr val="bg1"/>
                </a:solidFill>
              </a:rPr>
              <a:t> Accenture. All rights reserved.</a:t>
            </a:r>
          </a:p>
        </p:txBody>
      </p:sp>
    </p:spTree>
    <p:extLst>
      <p:ext uri="{BB962C8B-B14F-4D97-AF65-F5344CB8AC3E}">
        <p14:creationId xmlns:p14="http://schemas.microsoft.com/office/powerpoint/2010/main" val="285458407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13782763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154607412"/>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10/6/2024</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38555698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1385746738"/>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2591697647"/>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132910641"/>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838034199"/>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1074465457"/>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510526391"/>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1966238725"/>
      </p:ext>
    </p:extLst>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882765419"/>
      </p:ext>
    </p:extLst>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2733038004"/>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3040367859"/>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2829643115"/>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120477224"/>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955243959"/>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375399707"/>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69165012"/>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336929677"/>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327685013"/>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219154900"/>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90000"/>
              </a:lnSpc>
              <a:spcBef>
                <a:spcPts val="1200"/>
              </a:spcBef>
              <a:spcAft>
                <a:spcPts val="1200"/>
              </a:spcAft>
              <a:defRPr kumimoji="0" lang="en-US" sz="2800" b="1" i="0" u="none" strike="noStrike" kern="1200" cap="none" spc="0" normalizeH="0" baseline="0" dirty="0" smtClean="0">
                <a:ln>
                  <a:noFill/>
                </a:ln>
                <a:solidFill>
                  <a:sysClr val="windowText" lastClr="000000"/>
                </a:solidFill>
                <a:effectLst/>
                <a:uLnTx/>
                <a:uFillTx/>
                <a:latin typeface="+mj-lt"/>
                <a:ea typeface="+mn-ea"/>
                <a:cs typeface="+mn-cs"/>
              </a:defRPr>
            </a:lvl1pPr>
            <a:lvl2pPr>
              <a:lnSpc>
                <a:spcPct val="9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9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90000"/>
              </a:lnSpc>
              <a:spcBef>
                <a:spcPts val="1200"/>
              </a:spcBef>
              <a:spcAft>
                <a:spcPts val="1200"/>
              </a:spcAft>
              <a:defRPr kumimoji="0" lang="en-US" sz="2800" b="1" i="0" u="none" strike="noStrike" kern="1200" cap="none" spc="0" normalizeH="0" baseline="0" dirty="0" smtClean="0">
                <a:ln>
                  <a:noFill/>
                </a:ln>
                <a:solidFill>
                  <a:sysClr val="windowText" lastClr="000000"/>
                </a:solidFill>
                <a:effectLst/>
                <a:uLnTx/>
                <a:uFillTx/>
                <a:latin typeface="+mj-lt"/>
                <a:ea typeface="+mn-ea"/>
                <a:cs typeface="+mn-cs"/>
              </a:defRPr>
            </a:lvl1pPr>
            <a:lvl2pPr>
              <a:lnSpc>
                <a:spcPct val="9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9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dirty="0"/>
              <a:t>Insert Main Title at 36pt min 30pt</a:t>
            </a:r>
          </a:p>
        </p:txBody>
      </p:sp>
      <p:sp>
        <p:nvSpPr>
          <p:cNvPr id="8" name="Footer Placeholder 6">
            <a:extLst>
              <a:ext uri="{FF2B5EF4-FFF2-40B4-BE49-F238E27FC236}">
                <a16:creationId xmlns:a16="http://schemas.microsoft.com/office/drawing/2014/main" id="{B8B1E298-6F20-450F-9622-18A60951C96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14844B09-C485-43CC-8DC0-9BD24099C04C}"/>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299767817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Slide Opt 3">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userDrawn="1"/>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dirty="0"/>
              <a:t>Insert title at 36pt, min 30pt</a:t>
            </a:r>
          </a:p>
        </p:txBody>
      </p:sp>
    </p:spTree>
    <p:extLst>
      <p:ext uri="{BB962C8B-B14F-4D97-AF65-F5344CB8AC3E}">
        <p14:creationId xmlns:p14="http://schemas.microsoft.com/office/powerpoint/2010/main" val="86407115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78258369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3630684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68307339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10/6/2024</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26074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image" Target="../media/image24.png"/><Relationship Id="rId3" Type="http://schemas.openxmlformats.org/officeDocument/2006/relationships/slideLayout" Target="../slideLayouts/slideLayout54.xml"/><Relationship Id="rId21" Type="http://schemas.openxmlformats.org/officeDocument/2006/relationships/image" Target="../media/image19.png"/><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image" Target="../media/image23.png"/><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image" Target="../media/image18.pn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24" Type="http://schemas.openxmlformats.org/officeDocument/2006/relationships/image" Target="../media/image22.png"/><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image" Target="../media/image21.png"/><Relationship Id="rId10" Type="http://schemas.openxmlformats.org/officeDocument/2006/relationships/slideLayout" Target="../slideLayouts/slideLayout61.xml"/><Relationship Id="rId19" Type="http://schemas.openxmlformats.org/officeDocument/2006/relationships/theme" Target="../theme/theme6.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image" Target="../media/image20.png"/><Relationship Id="rId27" Type="http://schemas.openxmlformats.org/officeDocument/2006/relationships/image" Target="../media/image25.png"/></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72.xml"/><Relationship Id="rId7" Type="http://schemas.openxmlformats.org/officeDocument/2006/relationships/theme" Target="../theme/theme7.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5" Type="http://schemas.openxmlformats.org/officeDocument/2006/relationships/slideLayout" Target="../slideLayouts/slideLayout74.xml"/><Relationship Id="rId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a:t>
            </a:r>
            <a:endParaRPr lang="en-US" noProof="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Sunday, October 6, 2024</a:t>
            </a:fld>
            <a:endParaRPr lang="en-US"/>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95103446"/>
      </p:ext>
    </p:extLst>
  </p:cSld>
  <p:clrMap bg1="lt1" tx1="dk1" bg2="lt2" tx2="dk2" accent1="accent1" accent2="accent2" accent3="accent3" accent4="accent4" accent5="accent5" accent6="accent6" hlink="hlink" folHlink="folHlink"/>
  <p:sldLayoutIdLst>
    <p:sldLayoutId id="2147483666" r:id="rId1"/>
    <p:sldLayoutId id="2147483729" r:id="rId2"/>
    <p:sldLayoutId id="2147483741" r:id="rId3"/>
    <p:sldLayoutId id="2147483682" r:id="rId4"/>
    <p:sldLayoutId id="2147483649" r:id="rId5"/>
    <p:sldLayoutId id="2147483737" r:id="rId6"/>
    <p:sldLayoutId id="2147483723" r:id="rId7"/>
    <p:sldLayoutId id="2147483725" r:id="rId8"/>
    <p:sldLayoutId id="2147483673" r:id="rId9"/>
    <p:sldLayoutId id="2147483653" r:id="rId10"/>
    <p:sldLayoutId id="2147483722" r:id="rId11"/>
    <p:sldLayoutId id="2147483693" r:id="rId12"/>
    <p:sldLayoutId id="2147483701" r:id="rId13"/>
    <p:sldLayoutId id="2147483668" r:id="rId14"/>
    <p:sldLayoutId id="2147483707" r:id="rId15"/>
    <p:sldLayoutId id="2147483714" r:id="rId16"/>
    <p:sldLayoutId id="2147483657" r:id="rId17"/>
    <p:sldLayoutId id="2147483679" r:id="rId18"/>
    <p:sldLayoutId id="2147483661" r:id="rId19"/>
    <p:sldLayoutId id="2147483678" r:id="rId20"/>
    <p:sldLayoutId id="2147483663" r:id="rId21"/>
    <p:sldLayoutId id="2147483655" r:id="rId22"/>
    <p:sldLayoutId id="2147483727" r:id="rId23"/>
    <p:sldLayoutId id="2147483740" r:id="rId24"/>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userDrawn="1">
          <p15:clr>
            <a:srgbClr val="5ACBF0"/>
          </p15:clr>
        </p15:guide>
        <p15:guide id="2" orient="horz" pos="3976" userDrawn="1">
          <p15:clr>
            <a:srgbClr val="5ACBF0"/>
          </p15:clr>
        </p15:guide>
        <p15:guide id="3" pos="240" userDrawn="1">
          <p15:clr>
            <a:srgbClr val="5ACBF0"/>
          </p15:clr>
        </p15:guide>
        <p15:guide id="4" pos="7440" userDrawn="1">
          <p15:clr>
            <a:srgbClr val="5ACBF0"/>
          </p15:clr>
        </p15:guide>
        <p15:guide id="5" orient="horz" pos="4148"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06-10-2024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413168984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DCDE1A5-7B8C-446C-B047-DEF343C830D4}" type="datetime2">
              <a:rPr kumimoji="0" lang="en-US" sz="800" b="0" i="0" u="none" strike="noStrike" kern="1200" cap="none" spc="0" normalizeH="0" baseline="0" noProof="0" smtClean="0">
                <a:ln>
                  <a:noFill/>
                </a:ln>
                <a:solidFill>
                  <a:srgbClr val="000000">
                    <a:alpha val="7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Sunday, October 6, 2024</a:t>
            </a:fld>
            <a:endParaRPr kumimoji="0" lang="en-US" sz="800" b="0" i="0" u="none" strike="noStrike" kern="1200" cap="none" spc="0" normalizeH="0" baseline="0" noProof="0">
              <a:ln>
                <a:noFill/>
              </a:ln>
              <a:solidFill>
                <a:srgbClr val="000000">
                  <a:alpha val="75000"/>
                </a:srgbClr>
              </a:solidFill>
              <a:effectLst/>
              <a:uLnTx/>
              <a:uFillTx/>
              <a:latin typeface="Graphik"/>
              <a:ea typeface="+mn-ea"/>
              <a:cs typeface="+mn-cs"/>
            </a:endParaRP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381000" y="6206473"/>
            <a:ext cx="192024" cy="202328"/>
          </a:xfrm>
          <a:prstGeom prst="rect">
            <a:avLst/>
          </a:prstGeom>
        </p:spPr>
      </p:pic>
      <p:sp>
        <p:nvSpPr>
          <p:cNvPr id="12" name="TextBox 11">
            <a:extLst>
              <a:ext uri="{FF2B5EF4-FFF2-40B4-BE49-F238E27FC236}">
                <a16:creationId xmlns:a16="http://schemas.microsoft.com/office/drawing/2014/main" id="{918E1FC7-2070-C6D2-9539-8A395D566A2E}"/>
              </a:ext>
            </a:extLst>
          </p:cNvPr>
          <p:cNvSpPr txBox="1"/>
          <p:nvPr userDrawn="1"/>
        </p:nvSpPr>
        <p:spPr>
          <a:xfrm>
            <a:off x="8317890" y="620431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2022 Accenture. All rights reserved.</a:t>
            </a:r>
            <a:endParaRPr lang="en-US" noProof="0">
              <a:solidFill>
                <a:schemeClr val="tx1">
                  <a:alpha val="75000"/>
                </a:schemeClr>
              </a:solidFill>
            </a:endParaRPr>
          </a:p>
        </p:txBody>
      </p:sp>
      <p:sp>
        <p:nvSpPr>
          <p:cNvPr id="13" name="TextBox 12">
            <a:extLst>
              <a:ext uri="{FF2B5EF4-FFF2-40B4-BE49-F238E27FC236}">
                <a16:creationId xmlns:a16="http://schemas.microsoft.com/office/drawing/2014/main" id="{72F91400-851B-BCD8-B484-8AD24764356F}"/>
              </a:ext>
            </a:extLst>
          </p:cNvPr>
          <p:cNvSpPr txBox="1"/>
          <p:nvPr userDrawn="1"/>
        </p:nvSpPr>
        <p:spPr>
          <a:xfrm>
            <a:off x="11430000" y="6203026"/>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14" name="Slide Number Placeholder 6">
            <a:extLst>
              <a:ext uri="{FF2B5EF4-FFF2-40B4-BE49-F238E27FC236}">
                <a16:creationId xmlns:a16="http://schemas.microsoft.com/office/drawing/2014/main" id="{F61F0E23-B742-F8E2-EAD8-F20E434290FC}"/>
              </a:ext>
            </a:extLst>
          </p:cNvPr>
          <p:cNvSpPr>
            <a:spLocks noGrp="1"/>
          </p:cNvSpPr>
          <p:nvPr>
            <p:ph type="sldNum" sz="quarter" idx="4"/>
          </p:nvPr>
        </p:nvSpPr>
        <p:spPr>
          <a:xfrm>
            <a:off x="11429998" y="6199234"/>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spTree>
    <p:extLst>
      <p:ext uri="{BB962C8B-B14F-4D97-AF65-F5344CB8AC3E}">
        <p14:creationId xmlns:p14="http://schemas.microsoft.com/office/powerpoint/2010/main" val="1044624086"/>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5" r:id="rId7"/>
    <p:sldLayoutId id="2147483796" r:id="rId8"/>
    <p:sldLayoutId id="2147483797" r:id="rId9"/>
    <p:sldLayoutId id="2147483799" r:id="rId10"/>
    <p:sldLayoutId id="2147483802" r:id="rId11"/>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148">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709424"/>
      </p:ext>
    </p:extLst>
  </p:cSld>
  <p:clrMap bg1="lt1" tx1="dk1" bg2="lt2" tx2="dk2" accent1="accent1" accent2="accent2" accent3="accent3" accent4="accent4" accent5="accent5" accent6="accent6" hlink="hlink" folHlink="folHlink"/>
  <p:sldLayoutIdLst>
    <p:sldLayoutId id="2147483852" r:id="rId1"/>
  </p:sldLayoutIdLst>
  <p:hf hdr="0"/>
  <p:txStyles>
    <p:titleStyle>
      <a:lvl1pPr marL="0" indent="0" algn="l" defTabSz="914377" rtl="0" eaLnBrk="1" latinLnBrk="0" hangingPunct="1">
        <a:lnSpc>
          <a:spcPct val="70000"/>
        </a:lnSpc>
        <a:spcBef>
          <a:spcPct val="0"/>
        </a:spcBef>
        <a:buNone/>
        <a:defRPr sz="4000" b="1" i="0" kern="1200" cap="all" spc="-150" baseline="0">
          <a:solidFill>
            <a:schemeClr val="tx1"/>
          </a:solidFill>
          <a:latin typeface="Graphik Black" panose="020B0503030202060203" pitchFamily="34" charset="77"/>
          <a:ea typeface="+mj-ea"/>
          <a:cs typeface="+mj-cs"/>
        </a:defRPr>
      </a:lvl1pPr>
    </p:titleStyle>
    <p:bodyStyle>
      <a:lvl1pPr marL="55561" indent="0" algn="l" defTabSz="914377"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39">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74">
          <p15:clr>
            <a:srgbClr val="F26B43"/>
          </p15:clr>
        </p15:guide>
        <p15:guide id="10" orient="horz" pos="4246">
          <p15:clr>
            <a:srgbClr val="F26B43"/>
          </p15:clr>
        </p15:guide>
        <p15:guide id="11" pos="3840">
          <p15:clr>
            <a:srgbClr val="F26B43"/>
          </p15:clr>
        </p15:guide>
        <p15:guide id="13" pos="2040">
          <p15:clr>
            <a:srgbClr val="F26B43"/>
          </p15:clr>
        </p15:guide>
        <p15:guide id="14" pos="7606">
          <p15:clr>
            <a:srgbClr val="F26B43"/>
          </p15:clr>
        </p15:guide>
        <p15:guide id="16" orient="horz" pos="74">
          <p15:clr>
            <a:srgbClr val="F26B43"/>
          </p15:clr>
        </p15:guide>
        <p15:guide id="17" orient="horz" pos="4104">
          <p15:clr>
            <a:srgbClr val="F26B43"/>
          </p15:clr>
        </p15:guide>
        <p15:guide id="18" pos="710">
          <p15:clr>
            <a:srgbClr val="F26B43"/>
          </p15:clr>
        </p15:guide>
        <p15:guide id="19" orient="horz" pos="1525">
          <p15:clr>
            <a:srgbClr val="F26B43"/>
          </p15:clr>
        </p15:guide>
        <p15:guide id="20" orient="horz" pos="2636">
          <p15:clr>
            <a:srgbClr val="F26B43"/>
          </p15:clr>
        </p15:guide>
        <p15:guide id="21" orient="horz" pos="3453">
          <p15:clr>
            <a:srgbClr val="F26B43"/>
          </p15:clr>
        </p15:guide>
        <p15:guide id="22" pos="132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2878334193"/>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7" r:id="rId3"/>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0"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056916821"/>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 id="2147483838" r:id="rId14"/>
    <p:sldLayoutId id="2147483839" r:id="rId15"/>
    <p:sldLayoutId id="2147483840" r:id="rId16"/>
    <p:sldLayoutId id="2147483841" r:id="rId17"/>
    <p:sldLayoutId id="2147483843" r:id="rId18"/>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1328068124"/>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48.xml"/><Relationship Id="rId4" Type="http://schemas.openxmlformats.org/officeDocument/2006/relationships/image" Target="../media/image32.svg"/></Relationships>
</file>

<file path=ppt/slides/_rels/slide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74.xml"/></Relationships>
</file>

<file path=ppt/slides/_rels/slide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DDA994-996E-194C-35B8-5AB4C4E82C04}"/>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791" y="0"/>
            <a:ext cx="12184418" cy="6855867"/>
          </a:xfrm>
          <a:prstGeom prst="rect">
            <a:avLst/>
          </a:prstGeom>
        </p:spPr>
      </p:pic>
      <p:sp>
        <p:nvSpPr>
          <p:cNvPr id="4" name="TextBox 3">
            <a:extLst>
              <a:ext uri="{FF2B5EF4-FFF2-40B4-BE49-F238E27FC236}">
                <a16:creationId xmlns:a16="http://schemas.microsoft.com/office/drawing/2014/main" id="{287AE417-8B31-F698-A02D-BF9FBBB17178}"/>
              </a:ext>
            </a:extLst>
          </p:cNvPr>
          <p:cNvSpPr txBox="1"/>
          <p:nvPr/>
        </p:nvSpPr>
        <p:spPr>
          <a:xfrm>
            <a:off x="1026998" y="3368421"/>
            <a:ext cx="4063983" cy="849429"/>
          </a:xfrm>
          <a:prstGeom prst="rect">
            <a:avLst/>
          </a:prstGeom>
          <a:noFill/>
        </p:spPr>
        <p:txBody>
          <a:bodyPr wrap="square" lIns="0" tIns="0" rIns="0" bIns="0" rtlCol="0" anchor="t">
            <a:noAutofit/>
          </a:bodyPr>
          <a:lstStyle/>
          <a:p>
            <a:pPr defTabSz="228554">
              <a:spcAft>
                <a:spcPts val="1200"/>
              </a:spcAft>
            </a:pPr>
            <a:r>
              <a:rPr lang="en-US" sz="2000" dirty="0">
                <a:solidFill>
                  <a:schemeClr val="bg1"/>
                </a:solidFill>
                <a:latin typeface="Graphik Light" panose="020B0403030202060203" pitchFamily="34" charset="77"/>
                <a:sym typeface="Graphik Regular"/>
              </a:rPr>
              <a:t>Harness Generative AI to develop innovative solutions that boost business and societal growth</a:t>
            </a:r>
            <a:endParaRPr lang="pl-PL" sz="2000" dirty="0">
              <a:solidFill>
                <a:schemeClr val="bg1"/>
              </a:solidFill>
              <a:latin typeface="Graphik Light" panose="020B0403030202060203" pitchFamily="34" charset="77"/>
              <a:sym typeface="Graphik Regular"/>
            </a:endParaRPr>
          </a:p>
        </p:txBody>
      </p:sp>
      <p:sp>
        <p:nvSpPr>
          <p:cNvPr id="8" name="TextBox 7">
            <a:extLst>
              <a:ext uri="{FF2B5EF4-FFF2-40B4-BE49-F238E27FC236}">
                <a16:creationId xmlns:a16="http://schemas.microsoft.com/office/drawing/2014/main" id="{44E645C0-3B3B-9482-6954-543A99D9FFC4}"/>
              </a:ext>
            </a:extLst>
          </p:cNvPr>
          <p:cNvSpPr txBox="1"/>
          <p:nvPr/>
        </p:nvSpPr>
        <p:spPr>
          <a:xfrm>
            <a:off x="1026998" y="2215436"/>
            <a:ext cx="4063983" cy="849429"/>
          </a:xfrm>
          <a:prstGeom prst="rect">
            <a:avLst/>
          </a:prstGeom>
          <a:noFill/>
        </p:spPr>
        <p:txBody>
          <a:bodyPr wrap="square" lIns="0" tIns="0" rIns="0" bIns="0" rtlCol="0" anchor="t">
            <a:noAutofit/>
          </a:bodyPr>
          <a:lstStyle/>
          <a:p>
            <a:pPr defTabSz="228554">
              <a:lnSpc>
                <a:spcPts val="3259"/>
              </a:lnSpc>
              <a:spcAft>
                <a:spcPts val="1200"/>
              </a:spcAft>
            </a:pPr>
            <a:r>
              <a:rPr lang="en-IN" sz="3399" spc="-150" dirty="0">
                <a:solidFill>
                  <a:schemeClr val="bg1"/>
                </a:solidFill>
                <a:latin typeface="Graphik Medium" panose="020B0503030202060203" pitchFamily="34" charset="77"/>
              </a:rPr>
              <a:t>Accenture Innovation Challenge</a:t>
            </a:r>
            <a:endParaRPr lang="pl-PL" sz="3399" spc="-150" dirty="0">
              <a:solidFill>
                <a:schemeClr val="bg1"/>
              </a:solidFill>
              <a:latin typeface="Graphik Medium" panose="020B0503030202060203" pitchFamily="34" charset="77"/>
              <a:sym typeface="Graphik Regular"/>
            </a:endParaRPr>
          </a:p>
        </p:txBody>
      </p:sp>
      <p:sp>
        <p:nvSpPr>
          <p:cNvPr id="6" name="TextBox 5">
            <a:extLst>
              <a:ext uri="{FF2B5EF4-FFF2-40B4-BE49-F238E27FC236}">
                <a16:creationId xmlns:a16="http://schemas.microsoft.com/office/drawing/2014/main" id="{119BAF3D-CE02-49C5-031D-C1E789270821}"/>
              </a:ext>
            </a:extLst>
          </p:cNvPr>
          <p:cNvSpPr txBox="1"/>
          <p:nvPr/>
        </p:nvSpPr>
        <p:spPr>
          <a:xfrm>
            <a:off x="2268002" y="-290558"/>
            <a:ext cx="0" cy="0"/>
          </a:xfrm>
          <a:prstGeom prst="rect">
            <a:avLst/>
          </a:prstGeom>
          <a:noFill/>
        </p:spPr>
        <p:txBody>
          <a:bodyPr wrap="none" lIns="0" tIns="0" rIns="0" bIns="0" rtlCol="0">
            <a:noAutofit/>
          </a:bodyPr>
          <a:lstStyle/>
          <a:p>
            <a:pPr defTabSz="228554">
              <a:spcAft>
                <a:spcPts val="1200"/>
              </a:spcAft>
            </a:pPr>
            <a:endParaRPr lang="en-US" dirty="0"/>
          </a:p>
        </p:txBody>
      </p:sp>
      <p:pic>
        <p:nvPicPr>
          <p:cNvPr id="9" name="Graphic 8">
            <a:extLst>
              <a:ext uri="{FF2B5EF4-FFF2-40B4-BE49-F238E27FC236}">
                <a16:creationId xmlns:a16="http://schemas.microsoft.com/office/drawing/2014/main" id="{69492F09-18BB-5272-7E91-F2AC021F611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0456" y="339413"/>
            <a:ext cx="493749" cy="541921"/>
          </a:xfrm>
          <a:prstGeom prst="rect">
            <a:avLst/>
          </a:prstGeom>
        </p:spPr>
      </p:pic>
    </p:spTree>
    <p:extLst>
      <p:ext uri="{BB962C8B-B14F-4D97-AF65-F5344CB8AC3E}">
        <p14:creationId xmlns:p14="http://schemas.microsoft.com/office/powerpoint/2010/main" val="101408841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71E876B-A706-450C-8C34-951E6FA6C00F}"/>
              </a:ext>
            </a:extLst>
          </p:cNvPr>
          <p:cNvSpPr/>
          <p:nvPr/>
        </p:nvSpPr>
        <p:spPr>
          <a:xfrm>
            <a:off x="852718" y="2506579"/>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dirty="0"/>
              <a:t>Team details</a:t>
            </a:r>
            <a:endParaRPr lang="en-GB" dirty="0"/>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11506202" y="6519009"/>
            <a:ext cx="385711"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solidFill>
                  <a:srgbClr val="000000">
                    <a:alpha val="40000"/>
                  </a:srgbClr>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000000">
                  <a:alpha val="40000"/>
                </a:srgbClr>
              </a:solidFill>
              <a:effectLst/>
              <a:uLnTx/>
              <a:uFillTx/>
              <a:latin typeface="Graphik"/>
              <a:ea typeface="+mn-ea"/>
              <a:cs typeface="+mn-cs"/>
            </a:endParaRPr>
          </a:p>
        </p:txBody>
      </p:sp>
      <p:sp>
        <p:nvSpPr>
          <p:cNvPr id="39" name="Text Placeholder 27">
            <a:extLst>
              <a:ext uri="{FF2B5EF4-FFF2-40B4-BE49-F238E27FC236}">
                <a16:creationId xmlns:a16="http://schemas.microsoft.com/office/drawing/2014/main" id="{1D437424-4E2F-45EB-945E-4A07F8154854}"/>
              </a:ext>
            </a:extLst>
          </p:cNvPr>
          <p:cNvSpPr txBox="1">
            <a:spLocks/>
          </p:cNvSpPr>
          <p:nvPr/>
        </p:nvSpPr>
        <p:spPr>
          <a:xfrm>
            <a:off x="2637616" y="2098914"/>
            <a:ext cx="3177007" cy="811161"/>
          </a:xfrm>
          <a:prstGeom prst="rect">
            <a:avLst/>
          </a:prstGeom>
        </p:spPr>
        <p:txBody>
          <a:bodyPr vert="horz" lIns="0" tIns="0" rIns="0" bIns="0" rtlCol="0" anchor="b">
            <a:normAutofit fontScale="92500" lnSpcReduction="2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GB" dirty="0">
                <a:latin typeface="Graphik"/>
              </a:rPr>
              <a:t>Varshini A</a:t>
            </a:r>
            <a:r>
              <a:rPr kumimoji="0" lang="en-GB" sz="3600" b="1" i="0" u="none" strike="noStrike" kern="1200" cap="none" spc="0" normalizeH="0" baseline="0" noProof="0" dirty="0">
                <a:ln>
                  <a:noFill/>
                </a:ln>
                <a:solidFill>
                  <a:srgbClr val="A100FF"/>
                </a:solidFill>
                <a:effectLst/>
                <a:uLnTx/>
                <a:uFillTx/>
                <a:latin typeface="Graphik"/>
                <a:ea typeface="+mn-ea"/>
                <a:cs typeface="+mn-cs"/>
              </a:rPr>
              <a:t> (Team Leader)</a:t>
            </a:r>
          </a:p>
        </p:txBody>
      </p:sp>
      <p:cxnSp>
        <p:nvCxnSpPr>
          <p:cNvPr id="8" name="Straight Connector 7">
            <a:extLst>
              <a:ext uri="{FF2B5EF4-FFF2-40B4-BE49-F238E27FC236}">
                <a16:creationId xmlns:a16="http://schemas.microsoft.com/office/drawing/2014/main" id="{ED2BAEA9-C010-474F-8C80-BD3D504C25C1}"/>
              </a:ext>
            </a:extLst>
          </p:cNvPr>
          <p:cNvCxnSpPr/>
          <p:nvPr/>
        </p:nvCxnSpPr>
        <p:spPr>
          <a:xfrm>
            <a:off x="2623232"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2857187225"/>
              </p:ext>
            </p:extLst>
          </p:nvPr>
        </p:nvGraphicFramePr>
        <p:xfrm>
          <a:off x="461913" y="1173024"/>
          <a:ext cx="11617737" cy="378454"/>
        </p:xfrm>
        <a:graphic>
          <a:graphicData uri="http://schemas.openxmlformats.org/drawingml/2006/table">
            <a:tbl>
              <a:tblPr firstRow="1" bandRow="1">
                <a:tableStyleId>{D7AC3CCA-C797-4891-BE02-D94E43425B78}</a:tableStyleId>
              </a:tblPr>
              <a:tblGrid>
                <a:gridCol w="4382355">
                  <a:extLst>
                    <a:ext uri="{9D8B030D-6E8A-4147-A177-3AD203B41FA5}">
                      <a16:colId xmlns:a16="http://schemas.microsoft.com/office/drawing/2014/main" val="129918070"/>
                    </a:ext>
                  </a:extLst>
                </a:gridCol>
                <a:gridCol w="7235382">
                  <a:extLst>
                    <a:ext uri="{9D8B030D-6E8A-4147-A177-3AD203B41FA5}">
                      <a16:colId xmlns:a16="http://schemas.microsoft.com/office/drawing/2014/main" val="1188269312"/>
                    </a:ext>
                  </a:extLst>
                </a:gridCol>
              </a:tblGrid>
              <a:tr h="378454">
                <a:tc>
                  <a:txBody>
                    <a:bodyPr/>
                    <a:lstStyle/>
                    <a:p>
                      <a:r>
                        <a:rPr lang="en-US" sz="1400" dirty="0">
                          <a:solidFill>
                            <a:srgbClr val="A100FF"/>
                          </a:solidFill>
                        </a:rPr>
                        <a:t>TEAM NAME: IDEA FORGE</a:t>
                      </a: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dirty="0">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2623232" y="3141433"/>
            <a:ext cx="276268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College: Shri </a:t>
            </a:r>
            <a:r>
              <a:rPr kumimoji="0" lang="en-US" sz="1200" b="0" i="0" u="none" strike="noStrike" kern="1200" cap="none" spc="0" normalizeH="0" baseline="0" noProof="0" dirty="0" err="1">
                <a:ln>
                  <a:noFill/>
                </a:ln>
                <a:solidFill>
                  <a:srgbClr val="000000"/>
                </a:solidFill>
                <a:effectLst/>
                <a:uLnTx/>
                <a:uFillTx/>
                <a:latin typeface="Graphik"/>
                <a:ea typeface="+mn-ea"/>
                <a:cs typeface="+mn-cs"/>
              </a:rPr>
              <a:t>Shankarlal</a:t>
            </a:r>
            <a:r>
              <a:rPr kumimoji="0" lang="en-US" sz="1200" b="0" i="0" u="none" strike="noStrike" kern="1200" cap="none" spc="0" normalizeH="0" baseline="0" noProof="0" dirty="0">
                <a:ln>
                  <a:noFill/>
                </a:ln>
                <a:solidFill>
                  <a:srgbClr val="000000"/>
                </a:solidFill>
                <a:effectLst/>
                <a:uLnTx/>
                <a:uFillTx/>
                <a:latin typeface="Graphik"/>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a:ea typeface="+mn-ea"/>
                <a:cs typeface="+mn-cs"/>
              </a:rPr>
              <a:t>Sundarbai</a:t>
            </a:r>
            <a:r>
              <a:rPr kumimoji="0" lang="en-US" sz="1200" b="0" i="0" u="none" strike="noStrike" kern="1200" cap="none" spc="0" normalizeH="0" baseline="0" noProof="0" dirty="0">
                <a:ln>
                  <a:noFill/>
                </a:ln>
                <a:solidFill>
                  <a:srgbClr val="000000"/>
                </a:solidFill>
                <a:effectLst/>
                <a:uLnTx/>
                <a:uFillTx/>
                <a:latin typeface="Graphik"/>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a:ea typeface="+mn-ea"/>
                <a:cs typeface="+mn-cs"/>
              </a:rPr>
              <a:t>Shasun</a:t>
            </a:r>
            <a:r>
              <a:rPr kumimoji="0" lang="en-US" sz="1200" b="0" i="0" u="none" strike="noStrike" kern="1200" cap="none" spc="0" normalizeH="0" baseline="0" noProof="0" dirty="0">
                <a:ln>
                  <a:noFill/>
                </a:ln>
                <a:solidFill>
                  <a:srgbClr val="000000"/>
                </a:solidFill>
                <a:effectLst/>
                <a:uLnTx/>
                <a:uFillTx/>
                <a:latin typeface="Graphik"/>
                <a:ea typeface="+mn-ea"/>
                <a:cs typeface="+mn-cs"/>
              </a:rPr>
              <a:t> Jain College for Women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Stream: Non-Engineering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Year of graduation: 2026</a:t>
            </a:r>
          </a:p>
        </p:txBody>
      </p:sp>
      <p:pic>
        <p:nvPicPr>
          <p:cNvPr id="7" name="Picture 6">
            <a:extLst>
              <a:ext uri="{FF2B5EF4-FFF2-40B4-BE49-F238E27FC236}">
                <a16:creationId xmlns:a16="http://schemas.microsoft.com/office/drawing/2014/main" id="{0E53CEB5-E63F-7FAE-3E54-74B544ADE874}"/>
              </a:ext>
            </a:extLst>
          </p:cNvPr>
          <p:cNvPicPr>
            <a:picLocks noChangeAspect="1"/>
          </p:cNvPicPr>
          <p:nvPr/>
        </p:nvPicPr>
        <p:blipFill>
          <a:blip r:embed="rId2">
            <a:extLst>
              <a:ext uri="{28A0092B-C50C-407E-A947-70E740481C1C}">
                <a14:useLocalDpi xmlns:a14="http://schemas.microsoft.com/office/drawing/2010/main" val="0"/>
              </a:ext>
            </a:extLst>
          </a:blip>
          <a:srcRect l="12894" t="15558" r="34955" b="39376"/>
          <a:stretch/>
        </p:blipFill>
        <p:spPr>
          <a:xfrm>
            <a:off x="852718" y="2362005"/>
            <a:ext cx="1276964" cy="1471323"/>
          </a:xfrm>
          <a:prstGeom prst="rect">
            <a:avLst/>
          </a:prstGeom>
        </p:spPr>
      </p:pic>
      <p:pic>
        <p:nvPicPr>
          <p:cNvPr id="11" name="Picture 10">
            <a:extLst>
              <a:ext uri="{FF2B5EF4-FFF2-40B4-BE49-F238E27FC236}">
                <a16:creationId xmlns:a16="http://schemas.microsoft.com/office/drawing/2014/main" id="{9DEAF796-0C9A-3EB1-D236-12781447F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4374" y="306996"/>
            <a:ext cx="1244482" cy="1244482"/>
          </a:xfrm>
          <a:prstGeom prst="rect">
            <a:avLst/>
          </a:prstGeom>
        </p:spPr>
      </p:pic>
    </p:spTree>
    <p:extLst>
      <p:ext uri="{BB962C8B-B14F-4D97-AF65-F5344CB8AC3E}">
        <p14:creationId xmlns:p14="http://schemas.microsoft.com/office/powerpoint/2010/main" val="1255237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D0C5116-E876-2BED-BF6D-1998A6DC6F97}"/>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7" name="TextBox 6">
            <a:extLst>
              <a:ext uri="{FF2B5EF4-FFF2-40B4-BE49-F238E27FC236}">
                <a16:creationId xmlns:a16="http://schemas.microsoft.com/office/drawing/2014/main" id="{138DC679-8AE2-58EE-8B83-8B8494F04ABE}"/>
              </a:ext>
            </a:extLst>
          </p:cNvPr>
          <p:cNvSpPr txBox="1"/>
          <p:nvPr/>
        </p:nvSpPr>
        <p:spPr>
          <a:xfrm>
            <a:off x="966786" y="582067"/>
            <a:ext cx="10258425" cy="5693866"/>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In the current era of climate change and environmental concerns, businesses face increasing pressure to reduce their carbon footprints. Many companies struggle to accurately track and manage their emissions across various operations, from production to logistics. Without proper insights into where emissions are generated and how they can be reduced, businesses risk falling behind in their sustainability goals and may face regulatory penalties. Additionally, customers and investors are increasingly leaning toward companies that demonstrate strong environmental stewardship. The absence of real-time, actionable data on carbon emissions impedes the ability of companies to implement effective and sustainable changes.</a:t>
            </a:r>
            <a:endParaRPr lang="en-IN" sz="2800" dirty="0"/>
          </a:p>
        </p:txBody>
      </p:sp>
    </p:spTree>
    <p:extLst>
      <p:ext uri="{BB962C8B-B14F-4D97-AF65-F5344CB8AC3E}">
        <p14:creationId xmlns:p14="http://schemas.microsoft.com/office/powerpoint/2010/main" val="3359528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EBA133-0C1D-3074-47A4-4CDD1489B53B}"/>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2CBD206-7347-B526-720E-4EABDAD2D65A}"/>
              </a:ext>
            </a:extLst>
          </p:cNvPr>
          <p:cNvSpPr txBox="1"/>
          <p:nvPr/>
        </p:nvSpPr>
        <p:spPr>
          <a:xfrm>
            <a:off x="762000" y="366623"/>
            <a:ext cx="10668000" cy="6124754"/>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We propose an AI-based Carbon Footprint Tracker that leverages Generative AI to provide real-time analysis and insights into a company's carbon emissions. This tool integrates with the company’s existing infrastructure (such as ERP and supply chain management systems) to gather data on energy consumption, production processes, transportation, and logistics. The AI model identifies the highest contributors to carbon emissions and suggests alternatives, such as more sustainable energy sources or optimized transportation routes. Additionally, the tool can generate future projections of carbon emissions and simulate the impact of different strategies for reducing carbon output. This empowers businesses to make data-driven decisions, aligning their operations with global sustainability goals while minimizing financial and regulatory risks.</a:t>
            </a:r>
            <a:endParaRPr lang="en-IN" sz="2800" dirty="0"/>
          </a:p>
        </p:txBody>
      </p:sp>
    </p:spTree>
    <p:extLst>
      <p:ext uri="{BB962C8B-B14F-4D97-AF65-F5344CB8AC3E}">
        <p14:creationId xmlns:p14="http://schemas.microsoft.com/office/powerpoint/2010/main" val="3892940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8B8B55-2019-E852-FD01-FCEF07D9199B}"/>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0B2F478C-0536-161D-B2C8-F33686812C24}"/>
              </a:ext>
            </a:extLst>
          </p:cNvPr>
          <p:cNvSpPr txBox="1"/>
          <p:nvPr/>
        </p:nvSpPr>
        <p:spPr>
          <a:xfrm>
            <a:off x="337457" y="582067"/>
            <a:ext cx="11517086" cy="5693866"/>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The AI-based Carbon Footprint Tracker accelerates sustainability efforts by automating complex carbon-tracking processes. Traditionally, tracking carbon emissions has been a manual, time-consuming process prone to human error. Our solution uses AI to analyze large datasets in real-time, offering immediate insights into where emissions are highest and what changes can be made. The integration of Generative AI allows the system not only to track current emissions but also to forecast future environmental impacts, which helps businesses plan more effectively for the long term. This technology enables companies to respond quickly to environmental challenges, optimize resource usage, and ensure compliance with international regulations. By leveraging AI, businesses can make smarter, faster decisions that align with their environmental, social, and governance (ESG) goals.</a:t>
            </a:r>
            <a:endParaRPr lang="en-IN" sz="2800" dirty="0"/>
          </a:p>
        </p:txBody>
      </p:sp>
    </p:spTree>
    <p:extLst>
      <p:ext uri="{BB962C8B-B14F-4D97-AF65-F5344CB8AC3E}">
        <p14:creationId xmlns:p14="http://schemas.microsoft.com/office/powerpoint/2010/main" val="3486815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CCA678-4999-3534-C28C-C7A8B971A46B}"/>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68D63BDF-7DD8-C008-1B98-3CB8FFB5CE97}"/>
              </a:ext>
            </a:extLst>
          </p:cNvPr>
          <p:cNvSpPr txBox="1"/>
          <p:nvPr/>
        </p:nvSpPr>
        <p:spPr>
          <a:xfrm>
            <a:off x="451757" y="1228397"/>
            <a:ext cx="11288486" cy="4401205"/>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While several carbon footprint trackers exist, the use of Generative AI makes this solution unique. Traditional tools typically offer only static reports or historical data. In contrast, our AI-based tracker provides real-time tracking, predictive analytics, and scenario modeling. By simulating various strategies for reducing carbon output, the AI helps businesses visualize the long-term impact of their decisions before making any changes. Additionally, our solution integrates seamlessly with existing company systems, ensuring ease of use and minimal disruption to daily operations. This focus on real-time adaptability and foresight sets our product apart from competitors.</a:t>
            </a:r>
            <a:endParaRPr lang="en-IN" sz="2800" dirty="0"/>
          </a:p>
        </p:txBody>
      </p:sp>
    </p:spTree>
    <p:extLst>
      <p:ext uri="{BB962C8B-B14F-4D97-AF65-F5344CB8AC3E}">
        <p14:creationId xmlns:p14="http://schemas.microsoft.com/office/powerpoint/2010/main" val="3592563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d0a12dc091ac476d8a66bb0b031ba28f (online-video-cutter.com)">
            <a:hlinkClick r:id="" action="ppaction://media"/>
            <a:extLst>
              <a:ext uri="{FF2B5EF4-FFF2-40B4-BE49-F238E27FC236}">
                <a16:creationId xmlns:a16="http://schemas.microsoft.com/office/drawing/2014/main" id="{5BA2D72D-6196-D26C-617E-DE3EF964CEB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263518"/>
            <a:ext cx="12192000" cy="6330964"/>
          </a:xfrm>
          <a:prstGeom prst="rect">
            <a:avLst/>
          </a:prstGeom>
        </p:spPr>
      </p:pic>
      <p:sp>
        <p:nvSpPr>
          <p:cNvPr id="6" name="TextBox 5">
            <a:extLst>
              <a:ext uri="{FF2B5EF4-FFF2-40B4-BE49-F238E27FC236}">
                <a16:creationId xmlns:a16="http://schemas.microsoft.com/office/drawing/2014/main" id="{7F194B74-06A6-A498-F716-DFB3D0285447}"/>
              </a:ext>
            </a:extLst>
          </p:cNvPr>
          <p:cNvSpPr txBox="1"/>
          <p:nvPr/>
        </p:nvSpPr>
        <p:spPr>
          <a:xfrm>
            <a:off x="1597477" y="-105814"/>
            <a:ext cx="8997045" cy="369332"/>
          </a:xfrm>
          <a:prstGeom prst="rect">
            <a:avLst/>
          </a:prstGeom>
          <a:noFill/>
        </p:spPr>
        <p:txBody>
          <a:bodyPr wrap="square">
            <a:spAutoFit/>
          </a:bodyPr>
          <a:lstStyle/>
          <a:p>
            <a:r>
              <a:rPr lang="en-IN" b="1" dirty="0"/>
              <a:t>https://drive.google.com/file/d/15zkzNsBwcgKbg49oqFxxBAa8fOI9THrN/view?usp=sharing</a:t>
            </a:r>
          </a:p>
        </p:txBody>
      </p:sp>
    </p:spTree>
    <p:extLst>
      <p:ext uri="{BB962C8B-B14F-4D97-AF65-F5344CB8AC3E}">
        <p14:creationId xmlns:p14="http://schemas.microsoft.com/office/powerpoint/2010/main" val="79065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92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E007-D398-4637-8C5B-A1E6C6135C7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120424565"/>
      </p:ext>
    </p:extLst>
  </p:cSld>
  <p:clrMapOvr>
    <a:masterClrMapping/>
  </p:clrMapOvr>
</p:sld>
</file>

<file path=ppt/theme/theme1.xml><?xml version="1.0" encoding="utf-8"?>
<a:theme xmlns:a="http://schemas.openxmlformats.org/drawingml/2006/main" name="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3.xml><?xml version="1.0" encoding="utf-8"?>
<a:theme xmlns:a="http://schemas.openxmlformats.org/drawingml/2006/main" name="Accenture 2022 use this templat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Layouts">
  <a:themeElements>
    <a:clrScheme name="Core Brand New">
      <a:dk1>
        <a:srgbClr val="000000"/>
      </a:dk1>
      <a:lt1>
        <a:srgbClr val="FFFFFF"/>
      </a:lt1>
      <a:dk2>
        <a:srgbClr val="595959"/>
      </a:dk2>
      <a:lt2>
        <a:srgbClr val="D8D8D8"/>
      </a:lt2>
      <a:accent1>
        <a:srgbClr val="A100FF"/>
      </a:accent1>
      <a:accent2>
        <a:srgbClr val="7500C0"/>
      </a:accent2>
      <a:accent3>
        <a:srgbClr val="460073"/>
      </a:accent3>
      <a:accent4>
        <a:srgbClr val="00BAFF"/>
      </a:accent4>
      <a:accent5>
        <a:srgbClr val="008EFF"/>
      </a:accent5>
      <a:accent6>
        <a:srgbClr val="004DEF"/>
      </a:accent6>
      <a:hlink>
        <a:srgbClr val="A100FF"/>
      </a:hlink>
      <a:folHlink>
        <a:srgbClr val="A1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5" id="{1A1BACC9-DD50-1B40-8FF4-1BBC5A1F8987}" vid="{DF2D84E4-6560-3949-BD47-8C44662E79A6}"/>
    </a:ext>
  </a:extLst>
</a:theme>
</file>

<file path=ppt/theme/theme5.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6.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7.xml><?xml version="1.0" encoding="utf-8"?>
<a:theme xmlns:a="http://schemas.openxmlformats.org/drawingml/2006/main" name="2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68F88AD5035B41823DBAC77DB5C8F3" ma:contentTypeVersion="13" ma:contentTypeDescription="Create a new document." ma:contentTypeScope="" ma:versionID="3bd480efa581ec32019da36687964953">
  <xsd:schema xmlns:xsd="http://www.w3.org/2001/XMLSchema" xmlns:xs="http://www.w3.org/2001/XMLSchema" xmlns:p="http://schemas.microsoft.com/office/2006/metadata/properties" xmlns:ns3="f09dec34-126f-4759-b06d-a920de720ce4" xmlns:ns4="17c09f85-56e7-4417-b5d2-7fa4154de313" targetNamespace="http://schemas.microsoft.com/office/2006/metadata/properties" ma:root="true" ma:fieldsID="61487543e129026131e44145181c9b8f" ns3:_="" ns4:_="">
    <xsd:import namespace="f09dec34-126f-4759-b06d-a920de720ce4"/>
    <xsd:import namespace="17c09f85-56e7-4417-b5d2-7fa4154de31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4:SharedWithDetails" minOccurs="0"/>
                <xsd:element ref="ns4:SharingHintHash" minOccurs="0"/>
                <xsd:element ref="ns4:SharedWithUsers"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9dec34-126f-4759-b06d-a920de720c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c09f85-56e7-4417-b5d2-7fa4154de313" elementFormDefault="qualified">
    <xsd:import namespace="http://schemas.microsoft.com/office/2006/documentManagement/types"/>
    <xsd:import namespace="http://schemas.microsoft.com/office/infopath/2007/PartnerControls"/>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863A2E8-A24E-4685-8984-397568C8D077}">
  <ds:schemaRefs>
    <ds:schemaRef ds:uri="17c09f85-56e7-4417-b5d2-7fa4154de313"/>
    <ds:schemaRef ds:uri="f09dec34-126f-4759-b06d-a920de720ce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9831B46-6CD1-40D2-9FB5-3E58559F90A3}">
  <ds:schemaRefs>
    <ds:schemaRef ds:uri="http://schemas.microsoft.com/sharepoint/v3/contenttype/forms"/>
  </ds:schemaRefs>
</ds:datastoreItem>
</file>

<file path=customXml/itemProps3.xml><?xml version="1.0" encoding="utf-8"?>
<ds:datastoreItem xmlns:ds="http://schemas.openxmlformats.org/officeDocument/2006/customXml" ds:itemID="{46BFFC05-B2F6-4CED-BE65-F75B1EB7AD7B}">
  <ds:schemaRefs>
    <ds:schemaRef ds:uri="http://purl.org/dc/elements/1.1/"/>
    <ds:schemaRef ds:uri="http://purl.org/dc/dcmitype/"/>
    <ds:schemaRef ds:uri="http://schemas.microsoft.com/office/infopath/2007/PartnerControls"/>
    <ds:schemaRef ds:uri="f09dec34-126f-4759-b06d-a920de720ce4"/>
    <ds:schemaRef ds:uri="http://schemas.microsoft.com/office/2006/documentManagement/types"/>
    <ds:schemaRef ds:uri="http://purl.org/dc/terms/"/>
    <ds:schemaRef ds:uri="http://schemas.microsoft.com/office/2006/metadata/properties"/>
    <ds:schemaRef ds:uri="http://schemas.openxmlformats.org/package/2006/metadata/core-properties"/>
    <ds:schemaRef ds:uri="17c09f85-56e7-4417-b5d2-7fa4154de313"/>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1426</TotalTime>
  <Words>547</Words>
  <Application>Microsoft Office PowerPoint</Application>
  <PresentationFormat>Widescreen</PresentationFormat>
  <Paragraphs>15</Paragraphs>
  <Slides>8</Slides>
  <Notes>0</Notes>
  <HiddenSlides>0</HiddenSlides>
  <MMClips>1</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8</vt:i4>
      </vt:variant>
    </vt:vector>
  </HeadingPairs>
  <TitlesOfParts>
    <vt:vector size="26" baseType="lpstr">
      <vt:lpstr>Graphik</vt:lpstr>
      <vt:lpstr>Graphik Black</vt:lpstr>
      <vt:lpstr>Graphik Extralight</vt:lpstr>
      <vt:lpstr>Graphik Light</vt:lpstr>
      <vt:lpstr>Graphik Medium</vt:lpstr>
      <vt:lpstr>Graphik Regular</vt:lpstr>
      <vt:lpstr>GT Sectra Fine</vt:lpstr>
      <vt:lpstr>System Font</vt:lpstr>
      <vt:lpstr>Arial</vt:lpstr>
      <vt:lpstr>Calibri</vt:lpstr>
      <vt:lpstr>Calibri Light</vt:lpstr>
      <vt:lpstr>Office Theme</vt:lpstr>
      <vt:lpstr>1_Office Theme</vt:lpstr>
      <vt:lpstr>Accenture 2022 use this template</vt:lpstr>
      <vt:lpstr>Content Layouts</vt:lpstr>
      <vt:lpstr>Titles</vt:lpstr>
      <vt:lpstr>1_Titles</vt:lpstr>
      <vt:lpstr>2_Titles</vt:lpstr>
      <vt:lpstr>PowerPoint Presentation</vt:lpstr>
      <vt:lpstr>Team details</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Keisha Ridwan</dc:creator>
  <cp:lastModifiedBy>Varshini A</cp:lastModifiedBy>
  <cp:revision>256</cp:revision>
  <dcterms:created xsi:type="dcterms:W3CDTF">2020-08-05T08:43:32Z</dcterms:created>
  <dcterms:modified xsi:type="dcterms:W3CDTF">2024-10-06T07:37:07Z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0x010100A368F88AD5035B41823DBAC77DB5C8F3</vt:lpwstr>
  </property>
</Properties>
</file>